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40"/>
  </p:notesMasterIdLst>
  <p:sldIdLst>
    <p:sldId id="256" r:id="rId3"/>
    <p:sldId id="260" r:id="rId4"/>
    <p:sldId id="261" r:id="rId5"/>
    <p:sldId id="271" r:id="rId6"/>
    <p:sldId id="279" r:id="rId7"/>
    <p:sldId id="292" r:id="rId8"/>
    <p:sldId id="270" r:id="rId9"/>
    <p:sldId id="293" r:id="rId10"/>
    <p:sldId id="291" r:id="rId11"/>
    <p:sldId id="275" r:id="rId12"/>
    <p:sldId id="264" r:id="rId13"/>
    <p:sldId id="262" r:id="rId14"/>
    <p:sldId id="274" r:id="rId15"/>
    <p:sldId id="257" r:id="rId16"/>
    <p:sldId id="258" r:id="rId17"/>
    <p:sldId id="259" r:id="rId18"/>
    <p:sldId id="290" r:id="rId19"/>
    <p:sldId id="263" r:id="rId20"/>
    <p:sldId id="265" r:id="rId21"/>
    <p:sldId id="266" r:id="rId22"/>
    <p:sldId id="267" r:id="rId23"/>
    <p:sldId id="268" r:id="rId24"/>
    <p:sldId id="272" r:id="rId25"/>
    <p:sldId id="273" r:id="rId26"/>
    <p:sldId id="276" r:id="rId27"/>
    <p:sldId id="277" r:id="rId28"/>
    <p:sldId id="278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41"/>
      <p:bold r:id="rId42"/>
      <p:italic r:id="rId43"/>
      <p:boldItalic r:id="rId44"/>
    </p:embeddedFont>
    <p:embeddedFont>
      <p:font typeface="Fira Sans Extra Condensed Medium" panose="020B0604020202020204" charset="0"/>
      <p:regular r:id="rId45"/>
      <p:bold r:id="rId46"/>
      <p:italic r:id="rId47"/>
      <p:boldItalic r:id="rId48"/>
    </p:embeddedFont>
    <p:embeddedFont>
      <p:font typeface="Fira Sans Extra Condensed SemiBold" panose="020B0604020202020204" charset="0"/>
      <p:regular r:id="rId49"/>
      <p:bold r:id="rId50"/>
      <p:italic r:id="rId51"/>
      <p:boldItalic r:id="rId52"/>
    </p:embeddedFont>
    <p:embeddedFont>
      <p:font typeface="Proxima Nova" panose="020B0604020202020204" charset="0"/>
      <p:regular r:id="rId53"/>
      <p:bold r:id="rId54"/>
      <p:italic r:id="rId55"/>
      <p:boldItalic r:id="rId56"/>
    </p:embeddedFont>
    <p:embeddedFont>
      <p:font typeface="Proxima Nova Semibold" panose="020B0604020202020204" charset="0"/>
      <p:regular r:id="rId57"/>
      <p:bold r:id="rId58"/>
      <p:boldItalic r:id="rId59"/>
    </p:embeddedFont>
    <p:embeddedFont>
      <p:font typeface="Roboto" panose="02000000000000000000" pitchFamily="2" charset="0"/>
      <p:regular r:id="rId60"/>
      <p:bold r:id="rId61"/>
      <p:italic r:id="rId62"/>
      <p:boldItalic r:id="rId63"/>
    </p:embeddedFont>
    <p:embeddedFont>
      <p:font typeface="Roboto Black" panose="02000000000000000000" pitchFamily="2" charset="0"/>
      <p:bold r:id="rId64"/>
      <p:boldItalic r:id="rId65"/>
    </p:embeddedFont>
    <p:embeddedFont>
      <p:font typeface="Roboto Light" panose="02000000000000000000" pitchFamily="2" charset="0"/>
      <p:regular r:id="rId66"/>
      <p:italic r:id="rId67"/>
    </p:embeddedFont>
    <p:embeddedFont>
      <p:font typeface="Roboto Medium" panose="02000000000000000000" pitchFamily="2" charset="0"/>
      <p:regular r:id="rId68"/>
      <p:bold r:id="rId69"/>
      <p:italic r:id="rId70"/>
      <p:boldItalic r:id="rId7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968">
          <p15:clr>
            <a:srgbClr val="9AA0A6"/>
          </p15:clr>
        </p15:guide>
        <p15:guide id="2" orient="horz" pos="2719">
          <p15:clr>
            <a:srgbClr val="9AA0A6"/>
          </p15:clr>
        </p15:guide>
        <p15:guide id="3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DA31C97-5F6F-4CB8-BAAF-ADBF7CA47C19}">
  <a:tblStyle styleId="{3DA31C97-5F6F-4CB8-BAAF-ADBF7CA47C1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968"/>
        <p:guide orient="horz" pos="271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63" Type="http://schemas.openxmlformats.org/officeDocument/2006/relationships/font" Target="fonts/font23.fntdata"/><Relationship Id="rId68" Type="http://schemas.openxmlformats.org/officeDocument/2006/relationships/font" Target="fonts/font2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font" Target="fonts/font13.fntdata"/><Relationship Id="rId58" Type="http://schemas.openxmlformats.org/officeDocument/2006/relationships/font" Target="fonts/font18.fntdata"/><Relationship Id="rId66" Type="http://schemas.openxmlformats.org/officeDocument/2006/relationships/font" Target="fonts/font26.fntdata"/><Relationship Id="rId74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font" Target="fonts/font21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font" Target="fonts/font16.fntdata"/><Relationship Id="rId64" Type="http://schemas.openxmlformats.org/officeDocument/2006/relationships/font" Target="fonts/font24.fntdata"/><Relationship Id="rId69" Type="http://schemas.openxmlformats.org/officeDocument/2006/relationships/font" Target="fonts/font29.fntdata"/><Relationship Id="rId8" Type="http://schemas.openxmlformats.org/officeDocument/2006/relationships/slide" Target="slides/slide6.xml"/><Relationship Id="rId51" Type="http://schemas.openxmlformats.org/officeDocument/2006/relationships/font" Target="fonts/font11.fntdata"/><Relationship Id="rId72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6.fntdata"/><Relationship Id="rId59" Type="http://schemas.openxmlformats.org/officeDocument/2006/relationships/font" Target="fonts/font19.fntdata"/><Relationship Id="rId67" Type="http://schemas.openxmlformats.org/officeDocument/2006/relationships/font" Target="fonts/font27.fntdata"/><Relationship Id="rId20" Type="http://schemas.openxmlformats.org/officeDocument/2006/relationships/slide" Target="slides/slide18.xml"/><Relationship Id="rId41" Type="http://schemas.openxmlformats.org/officeDocument/2006/relationships/font" Target="fonts/font1.fntdata"/><Relationship Id="rId54" Type="http://schemas.openxmlformats.org/officeDocument/2006/relationships/font" Target="fonts/font14.fntdata"/><Relationship Id="rId62" Type="http://schemas.openxmlformats.org/officeDocument/2006/relationships/font" Target="fonts/font22.fntdata"/><Relationship Id="rId70" Type="http://schemas.openxmlformats.org/officeDocument/2006/relationships/font" Target="fonts/font30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9.fntdata"/><Relationship Id="rId57" Type="http://schemas.openxmlformats.org/officeDocument/2006/relationships/font" Target="fonts/font17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font" Target="fonts/font4.fntdata"/><Relationship Id="rId52" Type="http://schemas.openxmlformats.org/officeDocument/2006/relationships/font" Target="fonts/font12.fntdata"/><Relationship Id="rId60" Type="http://schemas.openxmlformats.org/officeDocument/2006/relationships/font" Target="fonts/font20.fntdata"/><Relationship Id="rId65" Type="http://schemas.openxmlformats.org/officeDocument/2006/relationships/font" Target="fonts/font25.fntdata"/><Relationship Id="rId73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font" Target="fonts/font10.fntdata"/><Relationship Id="rId55" Type="http://schemas.openxmlformats.org/officeDocument/2006/relationships/font" Target="fonts/font15.fntdata"/><Relationship Id="rId7" Type="http://schemas.openxmlformats.org/officeDocument/2006/relationships/slide" Target="slides/slide5.xml"/><Relationship Id="rId71" Type="http://schemas.openxmlformats.org/officeDocument/2006/relationships/font" Target="fonts/font31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301F6F-8ECF-42A5-8C14-4C85895AD428}" type="doc">
      <dgm:prSet loTypeId="urn:microsoft.com/office/officeart/2005/8/layout/vList5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CA"/>
        </a:p>
      </dgm:t>
    </dgm:pt>
    <dgm:pt modelId="{3F50B23C-0CF9-4BDD-9774-7FAE180768F5}">
      <dgm:prSet/>
      <dgm:spPr/>
      <dgm:t>
        <a:bodyPr/>
        <a:lstStyle/>
        <a:p>
          <a:r>
            <a:rPr lang="en-US" b="1" i="0"/>
            <a:t>Layered Architecture</a:t>
          </a:r>
          <a:endParaRPr lang="en-CA"/>
        </a:p>
      </dgm:t>
    </dgm:pt>
    <dgm:pt modelId="{6B035A1F-90FA-481E-BD5C-F4F8EA09715E}" type="parTrans" cxnId="{1DD0E529-E381-4705-B48C-803D3DC3669E}">
      <dgm:prSet/>
      <dgm:spPr/>
      <dgm:t>
        <a:bodyPr/>
        <a:lstStyle/>
        <a:p>
          <a:endParaRPr lang="en-CA"/>
        </a:p>
      </dgm:t>
    </dgm:pt>
    <dgm:pt modelId="{A7DC79C8-3129-4428-832E-00810AB4435A}" type="sibTrans" cxnId="{1DD0E529-E381-4705-B48C-803D3DC3669E}">
      <dgm:prSet/>
      <dgm:spPr/>
      <dgm:t>
        <a:bodyPr/>
        <a:lstStyle/>
        <a:p>
          <a:endParaRPr lang="en-CA"/>
        </a:p>
      </dgm:t>
    </dgm:pt>
    <dgm:pt modelId="{C1C01D8B-4E2E-4984-9A93-2C56E35664B5}">
      <dgm:prSet/>
      <dgm:spPr/>
      <dgm:t>
        <a:bodyPr/>
        <a:lstStyle/>
        <a:p>
          <a:r>
            <a:rPr lang="en-US" b="0" i="0" dirty="0"/>
            <a:t>Separation of Concerns</a:t>
          </a:r>
          <a:endParaRPr lang="en-CA" dirty="0"/>
        </a:p>
      </dgm:t>
    </dgm:pt>
    <dgm:pt modelId="{209C25D3-EB21-45C2-A4B9-37D5FA71A4F6}" type="parTrans" cxnId="{84BD4A14-61E2-45E6-ACE9-C306239CE938}">
      <dgm:prSet/>
      <dgm:spPr/>
      <dgm:t>
        <a:bodyPr/>
        <a:lstStyle/>
        <a:p>
          <a:endParaRPr lang="en-CA"/>
        </a:p>
      </dgm:t>
    </dgm:pt>
    <dgm:pt modelId="{AB79E5E0-1DDC-420D-B906-56C01C101F01}" type="sibTrans" cxnId="{84BD4A14-61E2-45E6-ACE9-C306239CE938}">
      <dgm:prSet/>
      <dgm:spPr/>
      <dgm:t>
        <a:bodyPr/>
        <a:lstStyle/>
        <a:p>
          <a:endParaRPr lang="en-CA"/>
        </a:p>
      </dgm:t>
    </dgm:pt>
    <dgm:pt modelId="{DEDDCF3C-4ADA-4789-9F4F-F4B445E54B45}">
      <dgm:prSet/>
      <dgm:spPr/>
      <dgm:t>
        <a:bodyPr/>
        <a:lstStyle/>
        <a:p>
          <a:r>
            <a:rPr lang="en-US" b="0" i="0" dirty="0"/>
            <a:t>Improved: </a:t>
          </a:r>
          <a:endParaRPr lang="en-CA" dirty="0"/>
        </a:p>
      </dgm:t>
    </dgm:pt>
    <dgm:pt modelId="{48815C46-A77F-4C7B-8A14-050415244FF5}" type="parTrans" cxnId="{2FD381B2-943C-461D-BB73-02C6025B92A7}">
      <dgm:prSet/>
      <dgm:spPr/>
      <dgm:t>
        <a:bodyPr/>
        <a:lstStyle/>
        <a:p>
          <a:endParaRPr lang="en-CA"/>
        </a:p>
      </dgm:t>
    </dgm:pt>
    <dgm:pt modelId="{A5B429E7-E9C2-4845-8BB4-1827BEF0D6A7}" type="sibTrans" cxnId="{2FD381B2-943C-461D-BB73-02C6025B92A7}">
      <dgm:prSet/>
      <dgm:spPr/>
      <dgm:t>
        <a:bodyPr/>
        <a:lstStyle/>
        <a:p>
          <a:endParaRPr lang="en-CA"/>
        </a:p>
      </dgm:t>
    </dgm:pt>
    <dgm:pt modelId="{BB9E612F-AECC-493D-859C-F9D6ACC970B8}">
      <dgm:prSet/>
      <dgm:spPr/>
      <dgm:t>
        <a:bodyPr/>
        <a:lstStyle/>
        <a:p>
          <a:r>
            <a:rPr lang="en-US" b="0" i="0"/>
            <a:t>- Modularity</a:t>
          </a:r>
          <a:endParaRPr lang="en-CA"/>
        </a:p>
      </dgm:t>
    </dgm:pt>
    <dgm:pt modelId="{A059D789-8EA4-4F7C-933C-A97BBEE08A2E}" type="parTrans" cxnId="{1733019B-615C-4C79-B015-603124FB1BA1}">
      <dgm:prSet/>
      <dgm:spPr/>
      <dgm:t>
        <a:bodyPr/>
        <a:lstStyle/>
        <a:p>
          <a:endParaRPr lang="en-CA"/>
        </a:p>
      </dgm:t>
    </dgm:pt>
    <dgm:pt modelId="{DC706E5E-31F0-4FF0-8550-3B9DA9D0649A}" type="sibTrans" cxnId="{1733019B-615C-4C79-B015-603124FB1BA1}">
      <dgm:prSet/>
      <dgm:spPr/>
      <dgm:t>
        <a:bodyPr/>
        <a:lstStyle/>
        <a:p>
          <a:endParaRPr lang="en-CA"/>
        </a:p>
      </dgm:t>
    </dgm:pt>
    <dgm:pt modelId="{5EFFE1E3-5C8C-4060-87B2-FF4140956E00}">
      <dgm:prSet/>
      <dgm:spPr/>
      <dgm:t>
        <a:bodyPr/>
        <a:lstStyle/>
        <a:p>
          <a:r>
            <a:rPr lang="en-US" b="0" i="0"/>
            <a:t>- Maintainability</a:t>
          </a:r>
          <a:endParaRPr lang="en-CA"/>
        </a:p>
      </dgm:t>
    </dgm:pt>
    <dgm:pt modelId="{E135FD43-34D1-4AE6-B449-B1517FBE01C8}" type="parTrans" cxnId="{5C88360E-BFDD-4963-80F9-266095EEA65C}">
      <dgm:prSet/>
      <dgm:spPr/>
      <dgm:t>
        <a:bodyPr/>
        <a:lstStyle/>
        <a:p>
          <a:endParaRPr lang="en-CA"/>
        </a:p>
      </dgm:t>
    </dgm:pt>
    <dgm:pt modelId="{12EB4026-2141-4833-A9B2-4A2A60579BB4}" type="sibTrans" cxnId="{5C88360E-BFDD-4963-80F9-266095EEA65C}">
      <dgm:prSet/>
      <dgm:spPr/>
      <dgm:t>
        <a:bodyPr/>
        <a:lstStyle/>
        <a:p>
          <a:endParaRPr lang="en-CA"/>
        </a:p>
      </dgm:t>
    </dgm:pt>
    <dgm:pt modelId="{20F3FAE8-551A-43CC-A6EE-02A6209F2420}">
      <dgm:prSet/>
      <dgm:spPr/>
      <dgm:t>
        <a:bodyPr/>
        <a:lstStyle/>
        <a:p>
          <a:r>
            <a:rPr lang="en-US" b="0" i="0"/>
            <a:t>- Scalability</a:t>
          </a:r>
          <a:endParaRPr lang="en-CA"/>
        </a:p>
      </dgm:t>
    </dgm:pt>
    <dgm:pt modelId="{60BF0632-E519-4DF7-8DD8-0D23FE82402F}" type="parTrans" cxnId="{DF35269C-926C-495E-99C7-51DB8787A046}">
      <dgm:prSet/>
      <dgm:spPr/>
      <dgm:t>
        <a:bodyPr/>
        <a:lstStyle/>
        <a:p>
          <a:endParaRPr lang="en-CA"/>
        </a:p>
      </dgm:t>
    </dgm:pt>
    <dgm:pt modelId="{E9074C29-1E78-44C4-A635-F625F12C61CA}" type="sibTrans" cxnId="{DF35269C-926C-495E-99C7-51DB8787A046}">
      <dgm:prSet/>
      <dgm:spPr/>
      <dgm:t>
        <a:bodyPr/>
        <a:lstStyle/>
        <a:p>
          <a:endParaRPr lang="en-CA"/>
        </a:p>
      </dgm:t>
    </dgm:pt>
    <dgm:pt modelId="{DBDA235C-48E8-48F1-823D-F144BA08763C}">
      <dgm:prSet/>
      <dgm:spPr/>
      <dgm:t>
        <a:bodyPr/>
        <a:lstStyle/>
        <a:p>
          <a:r>
            <a:rPr lang="en-US" b="1" i="0"/>
            <a:t>Pipe and Filter</a:t>
          </a:r>
          <a:endParaRPr lang="en-CA"/>
        </a:p>
      </dgm:t>
    </dgm:pt>
    <dgm:pt modelId="{D384AD75-AF9C-4EFA-B552-28B22C243D8B}" type="parTrans" cxnId="{DB00B3FB-DF7E-4292-A198-E3DD8EE3CBCE}">
      <dgm:prSet/>
      <dgm:spPr/>
      <dgm:t>
        <a:bodyPr/>
        <a:lstStyle/>
        <a:p>
          <a:endParaRPr lang="en-CA"/>
        </a:p>
      </dgm:t>
    </dgm:pt>
    <dgm:pt modelId="{0970C4F4-1130-4A80-834B-786FF1B3B9CE}" type="sibTrans" cxnId="{DB00B3FB-DF7E-4292-A198-E3DD8EE3CBCE}">
      <dgm:prSet/>
      <dgm:spPr/>
      <dgm:t>
        <a:bodyPr/>
        <a:lstStyle/>
        <a:p>
          <a:endParaRPr lang="en-CA"/>
        </a:p>
      </dgm:t>
    </dgm:pt>
    <dgm:pt modelId="{0F86C5C1-8B80-48D0-A2FB-04906678DA59}">
      <dgm:prSet/>
      <dgm:spPr/>
      <dgm:t>
        <a:bodyPr/>
        <a:lstStyle/>
        <a:p>
          <a:r>
            <a:rPr lang="en-US" b="0" i="0"/>
            <a:t>Promotes concurrency and parallel processing</a:t>
          </a:r>
          <a:endParaRPr lang="en-CA"/>
        </a:p>
      </dgm:t>
    </dgm:pt>
    <dgm:pt modelId="{86E45E6D-FF6F-44B7-9B17-073822476501}" type="parTrans" cxnId="{9E59FF42-D5CA-4EA6-A554-F901B74400DB}">
      <dgm:prSet/>
      <dgm:spPr/>
      <dgm:t>
        <a:bodyPr/>
        <a:lstStyle/>
        <a:p>
          <a:endParaRPr lang="en-CA"/>
        </a:p>
      </dgm:t>
    </dgm:pt>
    <dgm:pt modelId="{05D1AB20-CEF3-4F51-81BA-56AFB6AB1E80}" type="sibTrans" cxnId="{9E59FF42-D5CA-4EA6-A554-F901B74400DB}">
      <dgm:prSet/>
      <dgm:spPr/>
      <dgm:t>
        <a:bodyPr/>
        <a:lstStyle/>
        <a:p>
          <a:endParaRPr lang="en-CA"/>
        </a:p>
      </dgm:t>
    </dgm:pt>
    <dgm:pt modelId="{4F545084-591F-4597-9258-2C790F659738}">
      <dgm:prSet/>
      <dgm:spPr/>
      <dgm:t>
        <a:bodyPr/>
        <a:lstStyle/>
        <a:p>
          <a:r>
            <a:rPr lang="en-US" b="0" i="0"/>
            <a:t>Modularity</a:t>
          </a:r>
          <a:endParaRPr lang="en-CA"/>
        </a:p>
      </dgm:t>
    </dgm:pt>
    <dgm:pt modelId="{0CCE0769-3DAC-4C2E-AF2F-E41C8F3BCFB2}" type="parTrans" cxnId="{B7A64D79-41C0-4D65-A0FA-6DEED07F4D47}">
      <dgm:prSet/>
      <dgm:spPr/>
      <dgm:t>
        <a:bodyPr/>
        <a:lstStyle/>
        <a:p>
          <a:endParaRPr lang="en-CA"/>
        </a:p>
      </dgm:t>
    </dgm:pt>
    <dgm:pt modelId="{4DEDFCD9-9EBD-4CEE-9BA7-5A48B1B4EDFF}" type="sibTrans" cxnId="{B7A64D79-41C0-4D65-A0FA-6DEED07F4D47}">
      <dgm:prSet/>
      <dgm:spPr/>
      <dgm:t>
        <a:bodyPr/>
        <a:lstStyle/>
        <a:p>
          <a:endParaRPr lang="en-CA"/>
        </a:p>
      </dgm:t>
    </dgm:pt>
    <dgm:pt modelId="{5E9DF32E-9D23-4417-8581-E3581B24C95C}">
      <dgm:prSet/>
      <dgm:spPr/>
      <dgm:t>
        <a:bodyPr/>
        <a:lstStyle/>
        <a:p>
          <a:r>
            <a:rPr lang="en-US" b="0" i="0"/>
            <a:t>Reusability</a:t>
          </a:r>
          <a:br>
            <a:rPr lang="en-US" b="1" i="0"/>
          </a:br>
          <a:endParaRPr lang="en-CA"/>
        </a:p>
      </dgm:t>
    </dgm:pt>
    <dgm:pt modelId="{F3641883-97D1-4622-AC36-0645370DC152}" type="parTrans" cxnId="{F6566360-5D72-4DF1-970D-530BC8FF29F8}">
      <dgm:prSet/>
      <dgm:spPr/>
      <dgm:t>
        <a:bodyPr/>
        <a:lstStyle/>
        <a:p>
          <a:endParaRPr lang="en-CA"/>
        </a:p>
      </dgm:t>
    </dgm:pt>
    <dgm:pt modelId="{DACF3064-8225-455F-BD15-7C953D0AE729}" type="sibTrans" cxnId="{F6566360-5D72-4DF1-970D-530BC8FF29F8}">
      <dgm:prSet/>
      <dgm:spPr/>
      <dgm:t>
        <a:bodyPr/>
        <a:lstStyle/>
        <a:p>
          <a:endParaRPr lang="en-CA"/>
        </a:p>
      </dgm:t>
    </dgm:pt>
    <dgm:pt modelId="{909E56D2-5D2A-4F6C-8A97-EDF9F47D12E9}" type="pres">
      <dgm:prSet presAssocID="{F5301F6F-8ECF-42A5-8C14-4C85895AD428}" presName="Name0" presStyleCnt="0">
        <dgm:presLayoutVars>
          <dgm:dir/>
          <dgm:animLvl val="lvl"/>
          <dgm:resizeHandles val="exact"/>
        </dgm:presLayoutVars>
      </dgm:prSet>
      <dgm:spPr/>
    </dgm:pt>
    <dgm:pt modelId="{A63B8E01-28B4-4965-B90B-A62F34CF942D}" type="pres">
      <dgm:prSet presAssocID="{3F50B23C-0CF9-4BDD-9774-7FAE180768F5}" presName="linNode" presStyleCnt="0"/>
      <dgm:spPr/>
    </dgm:pt>
    <dgm:pt modelId="{1D4AE093-3BDA-4B7C-B5AF-A939E82D8839}" type="pres">
      <dgm:prSet presAssocID="{3F50B23C-0CF9-4BDD-9774-7FAE180768F5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BFEC5DA1-0522-4CF9-9F1D-0908FEB6B737}" type="pres">
      <dgm:prSet presAssocID="{3F50B23C-0CF9-4BDD-9774-7FAE180768F5}" presName="descendantText" presStyleLbl="alignAccFollowNode1" presStyleIdx="0" presStyleCnt="2">
        <dgm:presLayoutVars>
          <dgm:bulletEnabled val="1"/>
        </dgm:presLayoutVars>
      </dgm:prSet>
      <dgm:spPr/>
    </dgm:pt>
    <dgm:pt modelId="{5443DF80-8550-4139-AEF6-B5615DED4DE7}" type="pres">
      <dgm:prSet presAssocID="{A7DC79C8-3129-4428-832E-00810AB4435A}" presName="sp" presStyleCnt="0"/>
      <dgm:spPr/>
    </dgm:pt>
    <dgm:pt modelId="{9591FC4D-85A6-446B-9191-F4C8B115A705}" type="pres">
      <dgm:prSet presAssocID="{DBDA235C-48E8-48F1-823D-F144BA08763C}" presName="linNode" presStyleCnt="0"/>
      <dgm:spPr/>
    </dgm:pt>
    <dgm:pt modelId="{01DB2F6F-243B-47E5-A5D5-B47CEDBA19F9}" type="pres">
      <dgm:prSet presAssocID="{DBDA235C-48E8-48F1-823D-F144BA08763C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165A931E-3B31-4B02-A131-0C0276DEC107}" type="pres">
      <dgm:prSet presAssocID="{DBDA235C-48E8-48F1-823D-F144BA08763C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E5D63506-BEC0-4BD2-80B7-37FEAC9BBFEE}" type="presOf" srcId="{5EFFE1E3-5C8C-4060-87B2-FF4140956E00}" destId="{BFEC5DA1-0522-4CF9-9F1D-0908FEB6B737}" srcOrd="0" destOrd="3" presId="urn:microsoft.com/office/officeart/2005/8/layout/vList5"/>
    <dgm:cxn modelId="{5C88360E-BFDD-4963-80F9-266095EEA65C}" srcId="{BB9E612F-AECC-493D-859C-F9D6ACC970B8}" destId="{5EFFE1E3-5C8C-4060-87B2-FF4140956E00}" srcOrd="0" destOrd="0" parTransId="{E135FD43-34D1-4AE6-B449-B1517FBE01C8}" sibTransId="{12EB4026-2141-4833-A9B2-4A2A60579BB4}"/>
    <dgm:cxn modelId="{84BD4A14-61E2-45E6-ACE9-C306239CE938}" srcId="{3F50B23C-0CF9-4BDD-9774-7FAE180768F5}" destId="{C1C01D8B-4E2E-4984-9A93-2C56E35664B5}" srcOrd="0" destOrd="0" parTransId="{209C25D3-EB21-45C2-A4B9-37D5FA71A4F6}" sibTransId="{AB79E5E0-1DDC-420D-B906-56C01C101F01}"/>
    <dgm:cxn modelId="{1DD0E529-E381-4705-B48C-803D3DC3669E}" srcId="{F5301F6F-8ECF-42A5-8C14-4C85895AD428}" destId="{3F50B23C-0CF9-4BDD-9774-7FAE180768F5}" srcOrd="0" destOrd="0" parTransId="{6B035A1F-90FA-481E-BD5C-F4F8EA09715E}" sibTransId="{A7DC79C8-3129-4428-832E-00810AB4435A}"/>
    <dgm:cxn modelId="{F089282E-24C1-4188-B11C-8FE036498C01}" type="presOf" srcId="{DEDDCF3C-4ADA-4789-9F4F-F4B445E54B45}" destId="{BFEC5DA1-0522-4CF9-9F1D-0908FEB6B737}" srcOrd="0" destOrd="1" presId="urn:microsoft.com/office/officeart/2005/8/layout/vList5"/>
    <dgm:cxn modelId="{C9BBB532-4ED6-45A7-87E7-DDBC204BF770}" type="presOf" srcId="{3F50B23C-0CF9-4BDD-9774-7FAE180768F5}" destId="{1D4AE093-3BDA-4B7C-B5AF-A939E82D8839}" srcOrd="0" destOrd="0" presId="urn:microsoft.com/office/officeart/2005/8/layout/vList5"/>
    <dgm:cxn modelId="{F6566360-5D72-4DF1-970D-530BC8FF29F8}" srcId="{DBDA235C-48E8-48F1-823D-F144BA08763C}" destId="{5E9DF32E-9D23-4417-8581-E3581B24C95C}" srcOrd="2" destOrd="0" parTransId="{F3641883-97D1-4622-AC36-0645370DC152}" sibTransId="{DACF3064-8225-455F-BD15-7C953D0AE729}"/>
    <dgm:cxn modelId="{D773AB62-93B8-4351-B3FF-A9A82E1548AF}" type="presOf" srcId="{BB9E612F-AECC-493D-859C-F9D6ACC970B8}" destId="{BFEC5DA1-0522-4CF9-9F1D-0908FEB6B737}" srcOrd="0" destOrd="2" presId="urn:microsoft.com/office/officeart/2005/8/layout/vList5"/>
    <dgm:cxn modelId="{9E59FF42-D5CA-4EA6-A554-F901B74400DB}" srcId="{DBDA235C-48E8-48F1-823D-F144BA08763C}" destId="{0F86C5C1-8B80-48D0-A2FB-04906678DA59}" srcOrd="0" destOrd="0" parTransId="{86E45E6D-FF6F-44B7-9B17-073822476501}" sibTransId="{05D1AB20-CEF3-4F51-81BA-56AFB6AB1E80}"/>
    <dgm:cxn modelId="{E01EE453-B375-4180-AC47-DD6FDB5242B4}" type="presOf" srcId="{4F545084-591F-4597-9258-2C790F659738}" destId="{165A931E-3B31-4B02-A131-0C0276DEC107}" srcOrd="0" destOrd="1" presId="urn:microsoft.com/office/officeart/2005/8/layout/vList5"/>
    <dgm:cxn modelId="{8D948D56-861F-473D-A76D-C7FD749B2952}" type="presOf" srcId="{DBDA235C-48E8-48F1-823D-F144BA08763C}" destId="{01DB2F6F-243B-47E5-A5D5-B47CEDBA19F9}" srcOrd="0" destOrd="0" presId="urn:microsoft.com/office/officeart/2005/8/layout/vList5"/>
    <dgm:cxn modelId="{B7A64D79-41C0-4D65-A0FA-6DEED07F4D47}" srcId="{DBDA235C-48E8-48F1-823D-F144BA08763C}" destId="{4F545084-591F-4597-9258-2C790F659738}" srcOrd="1" destOrd="0" parTransId="{0CCE0769-3DAC-4C2E-AF2F-E41C8F3BCFB2}" sibTransId="{4DEDFCD9-9EBD-4CEE-9BA7-5A48B1B4EDFF}"/>
    <dgm:cxn modelId="{4BA0688D-B687-490F-99E3-1FA459CEE018}" type="presOf" srcId="{F5301F6F-8ECF-42A5-8C14-4C85895AD428}" destId="{909E56D2-5D2A-4F6C-8A97-EDF9F47D12E9}" srcOrd="0" destOrd="0" presId="urn:microsoft.com/office/officeart/2005/8/layout/vList5"/>
    <dgm:cxn modelId="{76A70298-4CC0-4A8D-874B-46527A279198}" type="presOf" srcId="{20F3FAE8-551A-43CC-A6EE-02A6209F2420}" destId="{BFEC5DA1-0522-4CF9-9F1D-0908FEB6B737}" srcOrd="0" destOrd="4" presId="urn:microsoft.com/office/officeart/2005/8/layout/vList5"/>
    <dgm:cxn modelId="{1733019B-615C-4C79-B015-603124FB1BA1}" srcId="{DEDDCF3C-4ADA-4789-9F4F-F4B445E54B45}" destId="{BB9E612F-AECC-493D-859C-F9D6ACC970B8}" srcOrd="0" destOrd="0" parTransId="{A059D789-8EA4-4F7C-933C-A97BBEE08A2E}" sibTransId="{DC706E5E-31F0-4FF0-8550-3B9DA9D0649A}"/>
    <dgm:cxn modelId="{9BE1249C-C8B3-4935-9536-F84760896BD4}" type="presOf" srcId="{5E9DF32E-9D23-4417-8581-E3581B24C95C}" destId="{165A931E-3B31-4B02-A131-0C0276DEC107}" srcOrd="0" destOrd="2" presId="urn:microsoft.com/office/officeart/2005/8/layout/vList5"/>
    <dgm:cxn modelId="{DF35269C-926C-495E-99C7-51DB8787A046}" srcId="{5EFFE1E3-5C8C-4060-87B2-FF4140956E00}" destId="{20F3FAE8-551A-43CC-A6EE-02A6209F2420}" srcOrd="0" destOrd="0" parTransId="{60BF0632-E519-4DF7-8DD8-0D23FE82402F}" sibTransId="{E9074C29-1E78-44C4-A635-F625F12C61CA}"/>
    <dgm:cxn modelId="{98C245A3-E20B-4E43-9C03-322CD30929AC}" type="presOf" srcId="{C1C01D8B-4E2E-4984-9A93-2C56E35664B5}" destId="{BFEC5DA1-0522-4CF9-9F1D-0908FEB6B737}" srcOrd="0" destOrd="0" presId="urn:microsoft.com/office/officeart/2005/8/layout/vList5"/>
    <dgm:cxn modelId="{2FD381B2-943C-461D-BB73-02C6025B92A7}" srcId="{3F50B23C-0CF9-4BDD-9774-7FAE180768F5}" destId="{DEDDCF3C-4ADA-4789-9F4F-F4B445E54B45}" srcOrd="1" destOrd="0" parTransId="{48815C46-A77F-4C7B-8A14-050415244FF5}" sibTransId="{A5B429E7-E9C2-4845-8BB4-1827BEF0D6A7}"/>
    <dgm:cxn modelId="{457697FB-8417-41DB-B376-F08019CD0DC2}" type="presOf" srcId="{0F86C5C1-8B80-48D0-A2FB-04906678DA59}" destId="{165A931E-3B31-4B02-A131-0C0276DEC107}" srcOrd="0" destOrd="0" presId="urn:microsoft.com/office/officeart/2005/8/layout/vList5"/>
    <dgm:cxn modelId="{DB00B3FB-DF7E-4292-A198-E3DD8EE3CBCE}" srcId="{F5301F6F-8ECF-42A5-8C14-4C85895AD428}" destId="{DBDA235C-48E8-48F1-823D-F144BA08763C}" srcOrd="1" destOrd="0" parTransId="{D384AD75-AF9C-4EFA-B552-28B22C243D8B}" sibTransId="{0970C4F4-1130-4A80-834B-786FF1B3B9CE}"/>
    <dgm:cxn modelId="{3EB87626-F802-4EDF-8E69-BA5AA7A47760}" type="presParOf" srcId="{909E56D2-5D2A-4F6C-8A97-EDF9F47D12E9}" destId="{A63B8E01-28B4-4965-B90B-A62F34CF942D}" srcOrd="0" destOrd="0" presId="urn:microsoft.com/office/officeart/2005/8/layout/vList5"/>
    <dgm:cxn modelId="{B722B3D2-0935-41C5-B54D-D7C8799DCB7B}" type="presParOf" srcId="{A63B8E01-28B4-4965-B90B-A62F34CF942D}" destId="{1D4AE093-3BDA-4B7C-B5AF-A939E82D8839}" srcOrd="0" destOrd="0" presId="urn:microsoft.com/office/officeart/2005/8/layout/vList5"/>
    <dgm:cxn modelId="{3EBE4912-39B8-4FC1-9FDB-D915F4458768}" type="presParOf" srcId="{A63B8E01-28B4-4965-B90B-A62F34CF942D}" destId="{BFEC5DA1-0522-4CF9-9F1D-0908FEB6B737}" srcOrd="1" destOrd="0" presId="urn:microsoft.com/office/officeart/2005/8/layout/vList5"/>
    <dgm:cxn modelId="{41602273-5CD0-4829-ABC9-827F4A1B1985}" type="presParOf" srcId="{909E56D2-5D2A-4F6C-8A97-EDF9F47D12E9}" destId="{5443DF80-8550-4139-AEF6-B5615DED4DE7}" srcOrd="1" destOrd="0" presId="urn:microsoft.com/office/officeart/2005/8/layout/vList5"/>
    <dgm:cxn modelId="{A5D9B5B0-F076-465E-A19F-6FA70F3D0B6D}" type="presParOf" srcId="{909E56D2-5D2A-4F6C-8A97-EDF9F47D12E9}" destId="{9591FC4D-85A6-446B-9191-F4C8B115A705}" srcOrd="2" destOrd="0" presId="urn:microsoft.com/office/officeart/2005/8/layout/vList5"/>
    <dgm:cxn modelId="{E4226928-A4CD-4433-BEAE-7F86D7876A63}" type="presParOf" srcId="{9591FC4D-85A6-446B-9191-F4C8B115A705}" destId="{01DB2F6F-243B-47E5-A5D5-B47CEDBA19F9}" srcOrd="0" destOrd="0" presId="urn:microsoft.com/office/officeart/2005/8/layout/vList5"/>
    <dgm:cxn modelId="{A894A42C-4BA5-47F1-9AD1-620EF16E2303}" type="presParOf" srcId="{9591FC4D-85A6-446B-9191-F4C8B115A705}" destId="{165A931E-3B31-4B02-A131-0C0276DEC10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EC5DA1-0522-4CF9-9F1D-0908FEB6B737}">
      <dsp:nvSpPr>
        <dsp:cNvPr id="0" name=""/>
        <dsp:cNvSpPr/>
      </dsp:nvSpPr>
      <dsp:spPr>
        <a:xfrm rot="5400000">
          <a:off x="1635327" y="-296791"/>
          <a:ext cx="1213060" cy="2109984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dirty="0"/>
            <a:t>Separation of Concerns</a:t>
          </a:r>
          <a:endParaRPr lang="en-CA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dirty="0"/>
            <a:t>Improved: </a:t>
          </a:r>
          <a:endParaRPr lang="en-CA" sz="1300" kern="1200" dirty="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/>
            <a:t>- Modularity</a:t>
          </a:r>
          <a:endParaRPr lang="en-CA" sz="1300" kern="1200"/>
        </a:p>
        <a:p>
          <a:pPr marL="342900" lvl="3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/>
            <a:t>- Maintainability</a:t>
          </a:r>
          <a:endParaRPr lang="en-CA" sz="1300" kern="1200"/>
        </a:p>
        <a:p>
          <a:pPr marL="457200" lvl="4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/>
            <a:t>- Scalability</a:t>
          </a:r>
          <a:endParaRPr lang="en-CA" sz="1300" kern="1200"/>
        </a:p>
      </dsp:txBody>
      <dsp:txXfrm rot="-5400000">
        <a:off x="1186866" y="210887"/>
        <a:ext cx="2050767" cy="1094626"/>
      </dsp:txXfrm>
    </dsp:sp>
    <dsp:sp modelId="{1D4AE093-3BDA-4B7C-B5AF-A939E82D8839}">
      <dsp:nvSpPr>
        <dsp:cNvPr id="0" name=""/>
        <dsp:cNvSpPr/>
      </dsp:nvSpPr>
      <dsp:spPr>
        <a:xfrm>
          <a:off x="0" y="37"/>
          <a:ext cx="1186866" cy="151632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/>
            <a:t>Layered Architecture</a:t>
          </a:r>
          <a:endParaRPr lang="en-CA" sz="1200" kern="1200"/>
        </a:p>
      </dsp:txBody>
      <dsp:txXfrm>
        <a:off x="57938" y="57975"/>
        <a:ext cx="1070990" cy="1400449"/>
      </dsp:txXfrm>
    </dsp:sp>
    <dsp:sp modelId="{165A931E-3B31-4B02-A131-0C0276DEC107}">
      <dsp:nvSpPr>
        <dsp:cNvPr id="0" name=""/>
        <dsp:cNvSpPr/>
      </dsp:nvSpPr>
      <dsp:spPr>
        <a:xfrm rot="5400000">
          <a:off x="1635327" y="1295350"/>
          <a:ext cx="1213060" cy="2109984"/>
        </a:xfrm>
        <a:prstGeom prst="round2SameRect">
          <a:avLst/>
        </a:prstGeom>
        <a:solidFill>
          <a:schemeClr val="accent4">
            <a:tint val="40000"/>
            <a:alpha val="90000"/>
            <a:hueOff val="750210"/>
            <a:satOff val="73489"/>
            <a:lumOff val="7773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750210"/>
              <a:satOff val="73489"/>
              <a:lumOff val="77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/>
            <a:t>Promotes concurrency and parallel processing</a:t>
          </a:r>
          <a:endParaRPr lang="en-CA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/>
            <a:t>Modularity</a:t>
          </a:r>
          <a:endParaRPr lang="en-CA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/>
            <a:t>Reusability</a:t>
          </a:r>
          <a:br>
            <a:rPr lang="en-US" sz="1300" b="1" i="0" kern="1200"/>
          </a:br>
          <a:endParaRPr lang="en-CA" sz="1300" kern="1200"/>
        </a:p>
      </dsp:txBody>
      <dsp:txXfrm rot="-5400000">
        <a:off x="1186866" y="1803029"/>
        <a:ext cx="2050767" cy="1094626"/>
      </dsp:txXfrm>
    </dsp:sp>
    <dsp:sp modelId="{01DB2F6F-243B-47E5-A5D5-B47CEDBA19F9}">
      <dsp:nvSpPr>
        <dsp:cNvPr id="0" name=""/>
        <dsp:cNvSpPr/>
      </dsp:nvSpPr>
      <dsp:spPr>
        <a:xfrm>
          <a:off x="0" y="1592179"/>
          <a:ext cx="1186866" cy="1516325"/>
        </a:xfrm>
        <a:prstGeom prst="roundRect">
          <a:avLst/>
        </a:prstGeom>
        <a:solidFill>
          <a:schemeClr val="accent4">
            <a:hueOff val="611488"/>
            <a:satOff val="58723"/>
            <a:lumOff val="2960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/>
            <a:t>Pipe and Filter</a:t>
          </a:r>
          <a:endParaRPr lang="en-CA" sz="1200" kern="1200"/>
        </a:p>
      </dsp:txBody>
      <dsp:txXfrm>
        <a:off x="57938" y="1650117"/>
        <a:ext cx="1070990" cy="14004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9b4504dd35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9b4504dd35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9a8ede9f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9a8ede9fd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9a8ede9fde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9a8ede9fde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g9a8ede9fde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8" name="Google Shape;1608;g9a8ede9fde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9a8ede9fde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9a8ede9fde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499232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9a8ede9fde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9a8ede9fde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9a8ede9fd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9a8ede9fde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9a8ede9fd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9a8ede9fd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9a8ede9fd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9a8ede9fd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9b4504dd3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9b4504dd3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9b4504dd3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9b4504dd3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9b4504dd3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9b4504dd3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9a8ede9fde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9a8ede9fde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9a8ede9fd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9a8ede9fd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9a8ede9fde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9a8ede9fde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9a8ede9fde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9a8ede9fde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9a8ede9fde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9a8ede9fde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a481c8fd25_0_8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a481c8fd25_0_8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9a8ede9fde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9a8ede9fde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9a8ede9fde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9a8ede9fde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9a8ede9fde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6" name="Google Shape;1356;g9a8ede9fde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9a8ede9fde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0" name="Google Shape;1510;g9a8ede9fde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g9a8ede9fde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9" name="Google Shape;1679;g9a8ede9fde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9a8ede9fde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9" name="Google Shape;1719;g9a8ede9fde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g9a8ede9fde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4" name="Google Shape;1764;g9a8ede9fde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g9a8ede9fde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9" name="Google Shape;1809;g9a8ede9fde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g9a8ede9fde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3" name="Google Shape;1943;g9a8ede9fde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a481c8fd25_0_14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a481c8fd25_0_14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g9a8ede9fde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5" name="Google Shape;2015;g9a8ede9fde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Google Shape;2101;SLIDES_API16658867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2" name="Google Shape;2102;SLIDES_API16658867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Google Shape;2108;SLIDES_API1665886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9" name="Google Shape;2109;SLIDES_API1665886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" name="Google Shape;2115;g9e0f9a0739_0_1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6" name="Google Shape;2116;g9e0f9a0739_0_1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7200" y="744575"/>
            <a:ext cx="8229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Font typeface="Fira Sans Extra Condensed SemiBold"/>
              <a:buNone/>
              <a:defRPr sz="5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Font typeface="Fira Sans Extra Condensed SemiBold"/>
              <a:buNone/>
              <a:defRPr sz="5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Font typeface="Fira Sans Extra Condensed SemiBold"/>
              <a:buNone/>
              <a:defRPr sz="5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Font typeface="Fira Sans Extra Condensed SemiBold"/>
              <a:buNone/>
              <a:defRPr sz="5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Font typeface="Fira Sans Extra Condensed SemiBold"/>
              <a:buNone/>
              <a:defRPr sz="5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Font typeface="Fira Sans Extra Condensed SemiBold"/>
              <a:buNone/>
              <a:defRPr sz="5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Font typeface="Fira Sans Extra Condensed SemiBold"/>
              <a:buNone/>
              <a:defRPr sz="5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Font typeface="Fira Sans Extra Condensed SemiBold"/>
              <a:buNone/>
              <a:defRPr sz="5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Font typeface="Fira Sans Extra Condensed SemiBold"/>
              <a:buNone/>
              <a:defRPr sz="5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7200" y="2834125"/>
            <a:ext cx="8229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edium"/>
              <a:buNone/>
              <a:defRPr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edium"/>
              <a:buNone/>
              <a:defRPr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edium"/>
              <a:buNone/>
              <a:defRPr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edium"/>
              <a:buNone/>
              <a:defRPr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edium"/>
              <a:buNone/>
              <a:defRPr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edium"/>
              <a:buNone/>
              <a:defRPr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edium"/>
              <a:buNone/>
              <a:defRPr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edium"/>
              <a:buNone/>
              <a:defRPr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edium"/>
              <a:buNone/>
              <a:defRPr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Fira Sans Extra Condensed SemiBold"/>
              <a:buNone/>
              <a:defRPr sz="3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Font typeface="Fira Sans Extra Condensed SemiBold"/>
              <a:buNone/>
              <a:defRPr sz="3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Font typeface="Fira Sans Extra Condensed SemiBold"/>
              <a:buNone/>
              <a:defRPr sz="3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Font typeface="Fira Sans Extra Condensed SemiBold"/>
              <a:buNone/>
              <a:defRPr sz="3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Font typeface="Fira Sans Extra Condensed SemiBold"/>
              <a:buNone/>
              <a:defRPr sz="3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Font typeface="Fira Sans Extra Condensed SemiBold"/>
              <a:buNone/>
              <a:defRPr sz="3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Font typeface="Fira Sans Extra Condensed SemiBold"/>
              <a:buNone/>
              <a:defRPr sz="3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Font typeface="Fira Sans Extra Condensed SemiBold"/>
              <a:buNone/>
              <a:defRPr sz="3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Font typeface="Fira Sans Extra Condensed SemiBold"/>
              <a:buNone/>
              <a:defRPr sz="3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" name="Google Shape;3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://bit.ly/30B07Gq" TargetMode="External"/><Relationship Id="rId4" Type="http://schemas.openxmlformats.org/officeDocument/2006/relationships/hyperlink" Target="http://bit.ly/33VAFh3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://bit.ly/30B07Gq" TargetMode="External"/><Relationship Id="rId4" Type="http://schemas.openxmlformats.org/officeDocument/2006/relationships/hyperlink" Target="http://bit.ly/33VAFh3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2ZjL1pd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ctrTitle"/>
          </p:nvPr>
        </p:nvSpPr>
        <p:spPr>
          <a:xfrm>
            <a:off x="4094018" y="1014850"/>
            <a:ext cx="430377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Selfie Dental </a:t>
            </a:r>
            <a:r>
              <a:rPr lang="en" sz="44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Assistant</a:t>
            </a:r>
            <a:endParaRPr sz="4400" b="1" dirty="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0" name="Google Shape;50;p15"/>
          <p:cNvSpPr txBox="1">
            <a:spLocks noGrp="1"/>
          </p:cNvSpPr>
          <p:nvPr>
            <p:ph type="subTitle" idx="1"/>
          </p:nvPr>
        </p:nvSpPr>
        <p:spPr>
          <a:xfrm>
            <a:off x="3976255" y="3293155"/>
            <a:ext cx="4421533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latin typeface="Roboto Light" panose="020F0502020204030204" pitchFamily="2" charset="0"/>
                <a:ea typeface="Roboto Light" panose="020F0502020204030204" pitchFamily="2" charset="0"/>
                <a:cs typeface="Roboto Light" panose="020F0502020204030204" pitchFamily="2" charset="0"/>
              </a:rPr>
              <a:t>Team 9</a:t>
            </a:r>
            <a:r>
              <a:rPr lang="en-US" dirty="0">
                <a:latin typeface="Roboto Light" panose="020F0502020204030204" pitchFamily="2" charset="0"/>
                <a:ea typeface="Roboto Light" panose="020F0502020204030204" pitchFamily="2" charset="0"/>
                <a:cs typeface="Roboto Light" panose="020F0502020204030204" pitchFamily="2" charset="0"/>
              </a:rPr>
              <a:t>: Ruidi Liu &amp; Jasmine Wang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latin typeface="Roboto Light" panose="020F0502020204030204" pitchFamily="2" charset="0"/>
              <a:ea typeface="Roboto Light" panose="020F0502020204030204" pitchFamily="2" charset="0"/>
              <a:cs typeface="Roboto Light" panose="020F0502020204030204" pitchFamily="2" charset="0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200" b="1" dirty="0">
                <a:latin typeface="Roboto Light" panose="020F0502020204030204" pitchFamily="2" charset="0"/>
                <a:ea typeface="Roboto Light" panose="020F0502020204030204" pitchFamily="2" charset="0"/>
                <a:cs typeface="Roboto Light" panose="020F0502020204030204" pitchFamily="2" charset="0"/>
              </a:rPr>
              <a:t>Instructor: </a:t>
            </a:r>
            <a:r>
              <a:rPr lang="en-CA" sz="1200" dirty="0">
                <a:latin typeface="Roboto Light" panose="020F0502020204030204" pitchFamily="2" charset="0"/>
                <a:ea typeface="Roboto Light" panose="020F0502020204030204" pitchFamily="2" charset="0"/>
                <a:cs typeface="Roboto Light" panose="020F0502020204030204" pitchFamily="2" charset="0"/>
              </a:rPr>
              <a:t>Dr. Ian Bruce,  Dr. Vince Leung, Dr. Cheryl Quenneville  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200" b="1" dirty="0">
                <a:latin typeface="Roboto Light" panose="020F0502020204030204" pitchFamily="2" charset="0"/>
                <a:ea typeface="Roboto Light" panose="020F0502020204030204" pitchFamily="2" charset="0"/>
                <a:cs typeface="Roboto Light" panose="020F0502020204030204" pitchFamily="2" charset="0"/>
              </a:rPr>
              <a:t>Co-Instructor:  </a:t>
            </a:r>
            <a:r>
              <a:rPr lang="en-CA" sz="1200" dirty="0">
                <a:latin typeface="Roboto Light" panose="020F0502020204030204" pitchFamily="2" charset="0"/>
                <a:ea typeface="Roboto Light" panose="020F0502020204030204" pitchFamily="2" charset="0"/>
                <a:cs typeface="Roboto Light" panose="020F0502020204030204" pitchFamily="2" charset="0"/>
              </a:rPr>
              <a:t>Dr. Spencer Smith 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200" b="1" dirty="0">
                <a:latin typeface="Roboto Light" panose="020F0502020204030204" pitchFamily="2" charset="0"/>
                <a:ea typeface="Roboto Light" panose="020F0502020204030204" pitchFamily="2" charset="0"/>
                <a:cs typeface="Roboto Light" panose="020F0502020204030204" pitchFamily="2" charset="0"/>
              </a:rPr>
              <a:t>Stakeholder:  </a:t>
            </a:r>
            <a:r>
              <a:rPr lang="en-CA" sz="1200" dirty="0">
                <a:latin typeface="Roboto Light" panose="020F0502020204030204" pitchFamily="2" charset="0"/>
                <a:ea typeface="Roboto Light" panose="020F0502020204030204" pitchFamily="2" charset="0"/>
                <a:cs typeface="Roboto Light" panose="020F0502020204030204" pitchFamily="2" charset="0"/>
              </a:rPr>
              <a:t>Zhuo Wang (Dental Assistant)</a:t>
            </a:r>
            <a:endParaRPr sz="1200" dirty="0">
              <a:latin typeface="Roboto Light" panose="020F0502020204030204" pitchFamily="2" charset="0"/>
              <a:ea typeface="Roboto Light" panose="020F0502020204030204" pitchFamily="2" charset="0"/>
              <a:cs typeface="Roboto Light" panose="020F0502020204030204" pitchFamily="2" charset="0"/>
            </a:endParaRPr>
          </a:p>
        </p:txBody>
      </p:sp>
      <p:grpSp>
        <p:nvGrpSpPr>
          <p:cNvPr id="51" name="Google Shape;51;p15"/>
          <p:cNvGrpSpPr/>
          <p:nvPr/>
        </p:nvGrpSpPr>
        <p:grpSpPr>
          <a:xfrm>
            <a:off x="669000" y="569640"/>
            <a:ext cx="3757089" cy="3994203"/>
            <a:chOff x="669000" y="569640"/>
            <a:chExt cx="3757089" cy="3994203"/>
          </a:xfrm>
        </p:grpSpPr>
        <p:sp>
          <p:nvSpPr>
            <p:cNvPr id="52" name="Google Shape;52;p15"/>
            <p:cNvSpPr/>
            <p:nvPr/>
          </p:nvSpPr>
          <p:spPr>
            <a:xfrm>
              <a:off x="3843339" y="1394319"/>
              <a:ext cx="487157" cy="314604"/>
            </a:xfrm>
            <a:custGeom>
              <a:avLst/>
              <a:gdLst/>
              <a:ahLst/>
              <a:cxnLst/>
              <a:rect l="l" t="t" r="r" b="b"/>
              <a:pathLst>
                <a:path w="11787" h="7612" extrusionOk="0">
                  <a:moveTo>
                    <a:pt x="0" y="7612"/>
                  </a:moveTo>
                  <a:cubicBezTo>
                    <a:pt x="0" y="7612"/>
                    <a:pt x="609" y="3212"/>
                    <a:pt x="2330" y="3383"/>
                  </a:cubicBezTo>
                  <a:cubicBezTo>
                    <a:pt x="2809" y="3431"/>
                    <a:pt x="3135" y="3975"/>
                    <a:pt x="3347" y="4554"/>
                  </a:cubicBezTo>
                  <a:cubicBezTo>
                    <a:pt x="3478" y="4909"/>
                    <a:pt x="3939" y="4886"/>
                    <a:pt x="4028" y="4513"/>
                  </a:cubicBezTo>
                  <a:cubicBezTo>
                    <a:pt x="4483" y="2727"/>
                    <a:pt x="5417" y="0"/>
                    <a:pt x="6860" y="0"/>
                  </a:cubicBezTo>
                  <a:cubicBezTo>
                    <a:pt x="8357" y="0"/>
                    <a:pt x="8404" y="3123"/>
                    <a:pt x="8298" y="5022"/>
                  </a:cubicBezTo>
                  <a:cubicBezTo>
                    <a:pt x="8280" y="5305"/>
                    <a:pt x="8611" y="5436"/>
                    <a:pt x="8753" y="5199"/>
                  </a:cubicBezTo>
                  <a:cubicBezTo>
                    <a:pt x="9149" y="4548"/>
                    <a:pt x="9723" y="3922"/>
                    <a:pt x="10421" y="4105"/>
                  </a:cubicBezTo>
                  <a:cubicBezTo>
                    <a:pt x="11787" y="4454"/>
                    <a:pt x="11420" y="7612"/>
                    <a:pt x="11420" y="76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15"/>
            <p:cNvSpPr/>
            <p:nvPr/>
          </p:nvSpPr>
          <p:spPr>
            <a:xfrm>
              <a:off x="669000" y="3084757"/>
              <a:ext cx="487198" cy="314645"/>
            </a:xfrm>
            <a:custGeom>
              <a:avLst/>
              <a:gdLst/>
              <a:ahLst/>
              <a:cxnLst/>
              <a:rect l="l" t="t" r="r" b="b"/>
              <a:pathLst>
                <a:path w="11788" h="7613" extrusionOk="0">
                  <a:moveTo>
                    <a:pt x="0" y="7606"/>
                  </a:moveTo>
                  <a:cubicBezTo>
                    <a:pt x="0" y="7606"/>
                    <a:pt x="609" y="3212"/>
                    <a:pt x="2330" y="3384"/>
                  </a:cubicBezTo>
                  <a:cubicBezTo>
                    <a:pt x="2810" y="3431"/>
                    <a:pt x="3135" y="3975"/>
                    <a:pt x="3348" y="4549"/>
                  </a:cubicBezTo>
                  <a:cubicBezTo>
                    <a:pt x="3478" y="4909"/>
                    <a:pt x="3939" y="4886"/>
                    <a:pt x="4028" y="4513"/>
                  </a:cubicBezTo>
                  <a:cubicBezTo>
                    <a:pt x="4483" y="2721"/>
                    <a:pt x="5418" y="1"/>
                    <a:pt x="6861" y="1"/>
                  </a:cubicBezTo>
                  <a:cubicBezTo>
                    <a:pt x="8357" y="1"/>
                    <a:pt x="8404" y="3123"/>
                    <a:pt x="8298" y="5022"/>
                  </a:cubicBezTo>
                  <a:cubicBezTo>
                    <a:pt x="8280" y="5306"/>
                    <a:pt x="8611" y="5436"/>
                    <a:pt x="8753" y="5199"/>
                  </a:cubicBezTo>
                  <a:cubicBezTo>
                    <a:pt x="9149" y="4549"/>
                    <a:pt x="9723" y="3928"/>
                    <a:pt x="10421" y="4105"/>
                  </a:cubicBezTo>
                  <a:cubicBezTo>
                    <a:pt x="11787" y="4460"/>
                    <a:pt x="11420" y="7612"/>
                    <a:pt x="11420" y="76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15"/>
            <p:cNvSpPr/>
            <p:nvPr/>
          </p:nvSpPr>
          <p:spPr>
            <a:xfrm>
              <a:off x="3938891" y="3067399"/>
              <a:ext cx="487198" cy="314645"/>
            </a:xfrm>
            <a:custGeom>
              <a:avLst/>
              <a:gdLst/>
              <a:ahLst/>
              <a:cxnLst/>
              <a:rect l="l" t="t" r="r" b="b"/>
              <a:pathLst>
                <a:path w="11788" h="7613" extrusionOk="0">
                  <a:moveTo>
                    <a:pt x="0" y="7612"/>
                  </a:moveTo>
                  <a:cubicBezTo>
                    <a:pt x="0" y="7612"/>
                    <a:pt x="610" y="3218"/>
                    <a:pt x="2331" y="3390"/>
                  </a:cubicBezTo>
                  <a:cubicBezTo>
                    <a:pt x="2810" y="3437"/>
                    <a:pt x="3135" y="3981"/>
                    <a:pt x="3348" y="4555"/>
                  </a:cubicBezTo>
                  <a:cubicBezTo>
                    <a:pt x="3478" y="4915"/>
                    <a:pt x="3939" y="4892"/>
                    <a:pt x="4028" y="4519"/>
                  </a:cubicBezTo>
                  <a:cubicBezTo>
                    <a:pt x="4483" y="2733"/>
                    <a:pt x="5418" y="1"/>
                    <a:pt x="6861" y="1"/>
                  </a:cubicBezTo>
                  <a:cubicBezTo>
                    <a:pt x="8357" y="1"/>
                    <a:pt x="8404" y="3123"/>
                    <a:pt x="8298" y="5022"/>
                  </a:cubicBezTo>
                  <a:cubicBezTo>
                    <a:pt x="8280" y="5312"/>
                    <a:pt x="8611" y="5436"/>
                    <a:pt x="8753" y="5199"/>
                  </a:cubicBezTo>
                  <a:cubicBezTo>
                    <a:pt x="9150" y="4549"/>
                    <a:pt x="9723" y="3928"/>
                    <a:pt x="10421" y="4105"/>
                  </a:cubicBezTo>
                  <a:cubicBezTo>
                    <a:pt x="11787" y="4460"/>
                    <a:pt x="11421" y="7612"/>
                    <a:pt x="11421" y="761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15"/>
            <p:cNvSpPr/>
            <p:nvPr/>
          </p:nvSpPr>
          <p:spPr>
            <a:xfrm>
              <a:off x="837663" y="1077284"/>
              <a:ext cx="487157" cy="314645"/>
            </a:xfrm>
            <a:custGeom>
              <a:avLst/>
              <a:gdLst/>
              <a:ahLst/>
              <a:cxnLst/>
              <a:rect l="l" t="t" r="r" b="b"/>
              <a:pathLst>
                <a:path w="11787" h="7613" extrusionOk="0">
                  <a:moveTo>
                    <a:pt x="0" y="7612"/>
                  </a:moveTo>
                  <a:cubicBezTo>
                    <a:pt x="0" y="7612"/>
                    <a:pt x="609" y="3218"/>
                    <a:pt x="2330" y="3384"/>
                  </a:cubicBezTo>
                  <a:cubicBezTo>
                    <a:pt x="2809" y="3437"/>
                    <a:pt x="3135" y="3975"/>
                    <a:pt x="3347" y="4555"/>
                  </a:cubicBezTo>
                  <a:cubicBezTo>
                    <a:pt x="3478" y="4910"/>
                    <a:pt x="3939" y="4886"/>
                    <a:pt x="4028" y="4513"/>
                  </a:cubicBezTo>
                  <a:cubicBezTo>
                    <a:pt x="4483" y="2727"/>
                    <a:pt x="5417" y="1"/>
                    <a:pt x="6860" y="1"/>
                  </a:cubicBezTo>
                  <a:cubicBezTo>
                    <a:pt x="8357" y="1"/>
                    <a:pt x="8404" y="3124"/>
                    <a:pt x="8298" y="5022"/>
                  </a:cubicBezTo>
                  <a:cubicBezTo>
                    <a:pt x="8280" y="5312"/>
                    <a:pt x="8611" y="5436"/>
                    <a:pt x="8753" y="5199"/>
                  </a:cubicBezTo>
                  <a:cubicBezTo>
                    <a:pt x="9149" y="4549"/>
                    <a:pt x="9723" y="3928"/>
                    <a:pt x="10421" y="4105"/>
                  </a:cubicBezTo>
                  <a:cubicBezTo>
                    <a:pt x="11787" y="4460"/>
                    <a:pt x="11420" y="7612"/>
                    <a:pt x="11420" y="761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5"/>
            <p:cNvSpPr/>
            <p:nvPr/>
          </p:nvSpPr>
          <p:spPr>
            <a:xfrm>
              <a:off x="1085470" y="1954905"/>
              <a:ext cx="167510" cy="183877"/>
            </a:xfrm>
            <a:custGeom>
              <a:avLst/>
              <a:gdLst/>
              <a:ahLst/>
              <a:cxnLst/>
              <a:rect l="l" t="t" r="r" b="b"/>
              <a:pathLst>
                <a:path w="4053" h="4449" extrusionOk="0">
                  <a:moveTo>
                    <a:pt x="2027" y="1"/>
                  </a:moveTo>
                  <a:cubicBezTo>
                    <a:pt x="1916" y="1"/>
                    <a:pt x="1805" y="75"/>
                    <a:pt x="1805" y="222"/>
                  </a:cubicBezTo>
                  <a:cubicBezTo>
                    <a:pt x="1592" y="1305"/>
                    <a:pt x="1207" y="1742"/>
                    <a:pt x="238" y="1973"/>
                  </a:cubicBezTo>
                  <a:cubicBezTo>
                    <a:pt x="1" y="2032"/>
                    <a:pt x="1" y="2417"/>
                    <a:pt x="238" y="2476"/>
                  </a:cubicBezTo>
                  <a:cubicBezTo>
                    <a:pt x="1207" y="2706"/>
                    <a:pt x="1598" y="3144"/>
                    <a:pt x="1805" y="4226"/>
                  </a:cubicBezTo>
                  <a:cubicBezTo>
                    <a:pt x="1805" y="4374"/>
                    <a:pt x="1916" y="4448"/>
                    <a:pt x="2027" y="4448"/>
                  </a:cubicBezTo>
                  <a:cubicBezTo>
                    <a:pt x="2137" y="4448"/>
                    <a:pt x="2248" y="4374"/>
                    <a:pt x="2248" y="4226"/>
                  </a:cubicBezTo>
                  <a:cubicBezTo>
                    <a:pt x="2461" y="3144"/>
                    <a:pt x="2846" y="2706"/>
                    <a:pt x="3816" y="2476"/>
                  </a:cubicBezTo>
                  <a:cubicBezTo>
                    <a:pt x="4052" y="2411"/>
                    <a:pt x="4052" y="2032"/>
                    <a:pt x="3816" y="1973"/>
                  </a:cubicBezTo>
                  <a:cubicBezTo>
                    <a:pt x="2846" y="1742"/>
                    <a:pt x="2461" y="1305"/>
                    <a:pt x="2248" y="222"/>
                  </a:cubicBezTo>
                  <a:cubicBezTo>
                    <a:pt x="2248" y="75"/>
                    <a:pt x="2137" y="1"/>
                    <a:pt x="20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5"/>
            <p:cNvSpPr/>
            <p:nvPr/>
          </p:nvSpPr>
          <p:spPr>
            <a:xfrm>
              <a:off x="3420711" y="1044675"/>
              <a:ext cx="167469" cy="183836"/>
            </a:xfrm>
            <a:custGeom>
              <a:avLst/>
              <a:gdLst/>
              <a:ahLst/>
              <a:cxnLst/>
              <a:rect l="l" t="t" r="r" b="b"/>
              <a:pathLst>
                <a:path w="4052" h="4448" extrusionOk="0">
                  <a:moveTo>
                    <a:pt x="2026" y="0"/>
                  </a:moveTo>
                  <a:cubicBezTo>
                    <a:pt x="1915" y="0"/>
                    <a:pt x="1804" y="74"/>
                    <a:pt x="1804" y="222"/>
                  </a:cubicBezTo>
                  <a:cubicBezTo>
                    <a:pt x="1597" y="1304"/>
                    <a:pt x="1207" y="1742"/>
                    <a:pt x="237" y="1973"/>
                  </a:cubicBezTo>
                  <a:cubicBezTo>
                    <a:pt x="0" y="2032"/>
                    <a:pt x="0" y="2416"/>
                    <a:pt x="237" y="2469"/>
                  </a:cubicBezTo>
                  <a:cubicBezTo>
                    <a:pt x="1207" y="2706"/>
                    <a:pt x="1597" y="3144"/>
                    <a:pt x="1804" y="4226"/>
                  </a:cubicBezTo>
                  <a:cubicBezTo>
                    <a:pt x="1804" y="4374"/>
                    <a:pt x="1915" y="4448"/>
                    <a:pt x="2026" y="4448"/>
                  </a:cubicBezTo>
                  <a:cubicBezTo>
                    <a:pt x="2137" y="4448"/>
                    <a:pt x="2248" y="4374"/>
                    <a:pt x="2248" y="4226"/>
                  </a:cubicBezTo>
                  <a:cubicBezTo>
                    <a:pt x="2461" y="3144"/>
                    <a:pt x="2845" y="2706"/>
                    <a:pt x="3815" y="2469"/>
                  </a:cubicBezTo>
                  <a:cubicBezTo>
                    <a:pt x="4052" y="2416"/>
                    <a:pt x="4052" y="2032"/>
                    <a:pt x="3815" y="1973"/>
                  </a:cubicBezTo>
                  <a:cubicBezTo>
                    <a:pt x="2845" y="1742"/>
                    <a:pt x="2461" y="1304"/>
                    <a:pt x="2248" y="222"/>
                  </a:cubicBezTo>
                  <a:cubicBezTo>
                    <a:pt x="2248" y="74"/>
                    <a:pt x="2137" y="0"/>
                    <a:pt x="20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5"/>
            <p:cNvSpPr/>
            <p:nvPr/>
          </p:nvSpPr>
          <p:spPr>
            <a:xfrm>
              <a:off x="3649755" y="1322158"/>
              <a:ext cx="87289" cy="94935"/>
            </a:xfrm>
            <a:custGeom>
              <a:avLst/>
              <a:gdLst/>
              <a:ahLst/>
              <a:cxnLst/>
              <a:rect l="l" t="t" r="r" b="b"/>
              <a:pathLst>
                <a:path w="2112" h="2297" extrusionOk="0">
                  <a:moveTo>
                    <a:pt x="1053" y="0"/>
                  </a:moveTo>
                  <a:cubicBezTo>
                    <a:pt x="1000" y="0"/>
                    <a:pt x="946" y="34"/>
                    <a:pt x="940" y="102"/>
                  </a:cubicBezTo>
                  <a:cubicBezTo>
                    <a:pt x="828" y="670"/>
                    <a:pt x="627" y="895"/>
                    <a:pt x="124" y="1019"/>
                  </a:cubicBezTo>
                  <a:cubicBezTo>
                    <a:pt x="0" y="1060"/>
                    <a:pt x="0" y="1232"/>
                    <a:pt x="124" y="1279"/>
                  </a:cubicBezTo>
                  <a:cubicBezTo>
                    <a:pt x="627" y="1398"/>
                    <a:pt x="828" y="1628"/>
                    <a:pt x="940" y="2190"/>
                  </a:cubicBezTo>
                  <a:cubicBezTo>
                    <a:pt x="946" y="2261"/>
                    <a:pt x="1000" y="2297"/>
                    <a:pt x="1053" y="2297"/>
                  </a:cubicBezTo>
                  <a:cubicBezTo>
                    <a:pt x="1107" y="2297"/>
                    <a:pt x="1162" y="2261"/>
                    <a:pt x="1171" y="2190"/>
                  </a:cubicBezTo>
                  <a:cubicBezTo>
                    <a:pt x="1283" y="1628"/>
                    <a:pt x="1484" y="1398"/>
                    <a:pt x="1987" y="1279"/>
                  </a:cubicBezTo>
                  <a:cubicBezTo>
                    <a:pt x="2111" y="1232"/>
                    <a:pt x="2111" y="1060"/>
                    <a:pt x="1987" y="1019"/>
                  </a:cubicBezTo>
                  <a:cubicBezTo>
                    <a:pt x="1484" y="895"/>
                    <a:pt x="1283" y="670"/>
                    <a:pt x="1171" y="102"/>
                  </a:cubicBezTo>
                  <a:cubicBezTo>
                    <a:pt x="1162" y="34"/>
                    <a:pt x="1107" y="0"/>
                    <a:pt x="10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5"/>
            <p:cNvSpPr/>
            <p:nvPr/>
          </p:nvSpPr>
          <p:spPr>
            <a:xfrm>
              <a:off x="1031949" y="2254871"/>
              <a:ext cx="87082" cy="94935"/>
            </a:xfrm>
            <a:custGeom>
              <a:avLst/>
              <a:gdLst/>
              <a:ahLst/>
              <a:cxnLst/>
              <a:rect l="l" t="t" r="r" b="b"/>
              <a:pathLst>
                <a:path w="2107" h="2297" extrusionOk="0">
                  <a:moveTo>
                    <a:pt x="1054" y="1"/>
                  </a:moveTo>
                  <a:cubicBezTo>
                    <a:pt x="1000" y="1"/>
                    <a:pt x="947" y="35"/>
                    <a:pt x="941" y="103"/>
                  </a:cubicBezTo>
                  <a:cubicBezTo>
                    <a:pt x="835" y="670"/>
                    <a:pt x="628" y="895"/>
                    <a:pt x="125" y="1019"/>
                  </a:cubicBezTo>
                  <a:cubicBezTo>
                    <a:pt x="1" y="1061"/>
                    <a:pt x="1" y="1232"/>
                    <a:pt x="125" y="1280"/>
                  </a:cubicBezTo>
                  <a:cubicBezTo>
                    <a:pt x="628" y="1398"/>
                    <a:pt x="829" y="1629"/>
                    <a:pt x="941" y="2190"/>
                  </a:cubicBezTo>
                  <a:cubicBezTo>
                    <a:pt x="947" y="2261"/>
                    <a:pt x="1000" y="2297"/>
                    <a:pt x="1054" y="2297"/>
                  </a:cubicBezTo>
                  <a:cubicBezTo>
                    <a:pt x="1108" y="2297"/>
                    <a:pt x="1163" y="2261"/>
                    <a:pt x="1172" y="2190"/>
                  </a:cubicBezTo>
                  <a:cubicBezTo>
                    <a:pt x="1278" y="1629"/>
                    <a:pt x="1479" y="1398"/>
                    <a:pt x="1982" y="1280"/>
                  </a:cubicBezTo>
                  <a:cubicBezTo>
                    <a:pt x="2106" y="1232"/>
                    <a:pt x="2106" y="1061"/>
                    <a:pt x="1982" y="1019"/>
                  </a:cubicBezTo>
                  <a:cubicBezTo>
                    <a:pt x="1485" y="895"/>
                    <a:pt x="1278" y="670"/>
                    <a:pt x="1172" y="103"/>
                  </a:cubicBezTo>
                  <a:cubicBezTo>
                    <a:pt x="1163" y="35"/>
                    <a:pt x="1108" y="1"/>
                    <a:pt x="10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5"/>
            <p:cNvSpPr/>
            <p:nvPr/>
          </p:nvSpPr>
          <p:spPr>
            <a:xfrm>
              <a:off x="1416183" y="4182001"/>
              <a:ext cx="2277655" cy="201194"/>
            </a:xfrm>
            <a:custGeom>
              <a:avLst/>
              <a:gdLst/>
              <a:ahLst/>
              <a:cxnLst/>
              <a:rect l="l" t="t" r="r" b="b"/>
              <a:pathLst>
                <a:path w="55109" h="4868" extrusionOk="0">
                  <a:moveTo>
                    <a:pt x="27555" y="0"/>
                  </a:moveTo>
                  <a:cubicBezTo>
                    <a:pt x="12338" y="0"/>
                    <a:pt x="1" y="1089"/>
                    <a:pt x="1" y="2431"/>
                  </a:cubicBezTo>
                  <a:cubicBezTo>
                    <a:pt x="1" y="3779"/>
                    <a:pt x="12338" y="4868"/>
                    <a:pt x="27555" y="4868"/>
                  </a:cubicBezTo>
                  <a:cubicBezTo>
                    <a:pt x="34865" y="4868"/>
                    <a:pt x="41873" y="4613"/>
                    <a:pt x="47036" y="4152"/>
                  </a:cubicBezTo>
                  <a:cubicBezTo>
                    <a:pt x="52205" y="3697"/>
                    <a:pt x="55109" y="3082"/>
                    <a:pt x="55109" y="2431"/>
                  </a:cubicBezTo>
                  <a:cubicBezTo>
                    <a:pt x="55109" y="1786"/>
                    <a:pt x="52205" y="1171"/>
                    <a:pt x="47036" y="710"/>
                  </a:cubicBezTo>
                  <a:cubicBezTo>
                    <a:pt x="41873" y="255"/>
                    <a:pt x="34865" y="0"/>
                    <a:pt x="2755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5"/>
            <p:cNvSpPr/>
            <p:nvPr/>
          </p:nvSpPr>
          <p:spPr>
            <a:xfrm>
              <a:off x="1299346" y="1537110"/>
              <a:ext cx="2545804" cy="2762704"/>
            </a:xfrm>
            <a:custGeom>
              <a:avLst/>
              <a:gdLst/>
              <a:ahLst/>
              <a:cxnLst/>
              <a:rect l="l" t="t" r="r" b="b"/>
              <a:pathLst>
                <a:path w="61597" h="66845" extrusionOk="0">
                  <a:moveTo>
                    <a:pt x="16911" y="1"/>
                  </a:moveTo>
                  <a:cubicBezTo>
                    <a:pt x="13560" y="1"/>
                    <a:pt x="10229" y="1012"/>
                    <a:pt x="7719" y="4009"/>
                  </a:cubicBezTo>
                  <a:cubicBezTo>
                    <a:pt x="1" y="13229"/>
                    <a:pt x="11711" y="34497"/>
                    <a:pt x="11711" y="34497"/>
                  </a:cubicBezTo>
                  <a:cubicBezTo>
                    <a:pt x="10759" y="41653"/>
                    <a:pt x="10670" y="48554"/>
                    <a:pt x="11202" y="54096"/>
                  </a:cubicBezTo>
                  <a:cubicBezTo>
                    <a:pt x="11894" y="61252"/>
                    <a:pt x="13621" y="66149"/>
                    <a:pt x="15868" y="66409"/>
                  </a:cubicBezTo>
                  <a:cubicBezTo>
                    <a:pt x="15961" y="66420"/>
                    <a:pt x="16053" y="66426"/>
                    <a:pt x="16145" y="66426"/>
                  </a:cubicBezTo>
                  <a:cubicBezTo>
                    <a:pt x="19987" y="66426"/>
                    <a:pt x="22861" y="56992"/>
                    <a:pt x="22948" y="49465"/>
                  </a:cubicBezTo>
                  <a:cubicBezTo>
                    <a:pt x="22954" y="49223"/>
                    <a:pt x="22965" y="48986"/>
                    <a:pt x="22977" y="48750"/>
                  </a:cubicBezTo>
                  <a:cubicBezTo>
                    <a:pt x="23291" y="44391"/>
                    <a:pt x="25964" y="41937"/>
                    <a:pt x="28962" y="41357"/>
                  </a:cubicBezTo>
                  <a:cubicBezTo>
                    <a:pt x="29413" y="41269"/>
                    <a:pt x="29874" y="41223"/>
                    <a:pt x="30338" y="41223"/>
                  </a:cubicBezTo>
                  <a:cubicBezTo>
                    <a:pt x="30494" y="41223"/>
                    <a:pt x="30651" y="41228"/>
                    <a:pt x="30807" y="41239"/>
                  </a:cubicBezTo>
                  <a:cubicBezTo>
                    <a:pt x="34244" y="41440"/>
                    <a:pt x="37556" y="44036"/>
                    <a:pt x="37792" y="48968"/>
                  </a:cubicBezTo>
                  <a:cubicBezTo>
                    <a:pt x="37798" y="49205"/>
                    <a:pt x="37804" y="49442"/>
                    <a:pt x="37804" y="49684"/>
                  </a:cubicBezTo>
                  <a:cubicBezTo>
                    <a:pt x="37717" y="57262"/>
                    <a:pt x="40399" y="66844"/>
                    <a:pt x="44280" y="66844"/>
                  </a:cubicBezTo>
                  <a:cubicBezTo>
                    <a:pt x="44348" y="66844"/>
                    <a:pt x="44417" y="66841"/>
                    <a:pt x="44487" y="66835"/>
                  </a:cubicBezTo>
                  <a:cubicBezTo>
                    <a:pt x="48479" y="66486"/>
                    <a:pt x="51193" y="51506"/>
                    <a:pt x="49390" y="35052"/>
                  </a:cubicBezTo>
                  <a:cubicBezTo>
                    <a:pt x="49390" y="35052"/>
                    <a:pt x="61596" y="14134"/>
                    <a:pt x="54097" y="4695"/>
                  </a:cubicBezTo>
                  <a:cubicBezTo>
                    <a:pt x="51534" y="1470"/>
                    <a:pt x="48016" y="408"/>
                    <a:pt x="44494" y="408"/>
                  </a:cubicBezTo>
                  <a:cubicBezTo>
                    <a:pt x="37760" y="408"/>
                    <a:pt x="31013" y="4290"/>
                    <a:pt x="30908" y="4352"/>
                  </a:cubicBezTo>
                  <a:cubicBezTo>
                    <a:pt x="30908" y="4352"/>
                    <a:pt x="23864" y="1"/>
                    <a:pt x="16911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5"/>
            <p:cNvSpPr/>
            <p:nvPr/>
          </p:nvSpPr>
          <p:spPr>
            <a:xfrm>
              <a:off x="1502725" y="1617909"/>
              <a:ext cx="536546" cy="791098"/>
            </a:xfrm>
            <a:custGeom>
              <a:avLst/>
              <a:gdLst/>
              <a:ahLst/>
              <a:cxnLst/>
              <a:rect l="l" t="t" r="r" b="b"/>
              <a:pathLst>
                <a:path w="12982" h="19141" extrusionOk="0">
                  <a:moveTo>
                    <a:pt x="12491" y="1"/>
                  </a:moveTo>
                  <a:cubicBezTo>
                    <a:pt x="10942" y="1"/>
                    <a:pt x="6090" y="320"/>
                    <a:pt x="3324" y="4130"/>
                  </a:cubicBezTo>
                  <a:cubicBezTo>
                    <a:pt x="0" y="8708"/>
                    <a:pt x="2857" y="19140"/>
                    <a:pt x="2857" y="19140"/>
                  </a:cubicBezTo>
                  <a:cubicBezTo>
                    <a:pt x="2857" y="19140"/>
                    <a:pt x="1828" y="2805"/>
                    <a:pt x="12982" y="14"/>
                  </a:cubicBezTo>
                  <a:cubicBezTo>
                    <a:pt x="12982" y="14"/>
                    <a:pt x="12804" y="1"/>
                    <a:pt x="12491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2572562" y="1553973"/>
              <a:ext cx="1272551" cy="2745841"/>
            </a:xfrm>
            <a:custGeom>
              <a:avLst/>
              <a:gdLst/>
              <a:ahLst/>
              <a:cxnLst/>
              <a:rect l="l" t="t" r="r" b="b"/>
              <a:pathLst>
                <a:path w="30790" h="66437" extrusionOk="0">
                  <a:moveTo>
                    <a:pt x="13685" y="0"/>
                  </a:moveTo>
                  <a:cubicBezTo>
                    <a:pt x="6952" y="0"/>
                    <a:pt x="204" y="3882"/>
                    <a:pt x="95" y="3944"/>
                  </a:cubicBezTo>
                  <a:cubicBezTo>
                    <a:pt x="189" y="3913"/>
                    <a:pt x="5996" y="1756"/>
                    <a:pt x="11157" y="1756"/>
                  </a:cubicBezTo>
                  <a:cubicBezTo>
                    <a:pt x="13779" y="1756"/>
                    <a:pt x="16234" y="2312"/>
                    <a:pt x="17690" y="3986"/>
                  </a:cubicBezTo>
                  <a:cubicBezTo>
                    <a:pt x="22799" y="9846"/>
                    <a:pt x="20552" y="27613"/>
                    <a:pt x="14437" y="33994"/>
                  </a:cubicBezTo>
                  <a:cubicBezTo>
                    <a:pt x="14437" y="33994"/>
                    <a:pt x="17211" y="46763"/>
                    <a:pt x="15336" y="55421"/>
                  </a:cubicBezTo>
                  <a:cubicBezTo>
                    <a:pt x="14583" y="58900"/>
                    <a:pt x="13660" y="60306"/>
                    <a:pt x="12776" y="60306"/>
                  </a:cubicBezTo>
                  <a:cubicBezTo>
                    <a:pt x="11460" y="60306"/>
                    <a:pt x="10233" y="57182"/>
                    <a:pt x="9794" y="53144"/>
                  </a:cubicBezTo>
                  <a:cubicBezTo>
                    <a:pt x="9124" y="46979"/>
                    <a:pt x="8356" y="40656"/>
                    <a:pt x="1968" y="40656"/>
                  </a:cubicBezTo>
                  <a:cubicBezTo>
                    <a:pt x="1364" y="40656"/>
                    <a:pt x="710" y="40712"/>
                    <a:pt x="0" y="40831"/>
                  </a:cubicBezTo>
                  <a:cubicBezTo>
                    <a:pt x="3437" y="41032"/>
                    <a:pt x="6749" y="43628"/>
                    <a:pt x="6985" y="48560"/>
                  </a:cubicBezTo>
                  <a:cubicBezTo>
                    <a:pt x="6991" y="48797"/>
                    <a:pt x="6997" y="49034"/>
                    <a:pt x="6997" y="49276"/>
                  </a:cubicBezTo>
                  <a:cubicBezTo>
                    <a:pt x="6910" y="56854"/>
                    <a:pt x="9592" y="66436"/>
                    <a:pt x="13473" y="66436"/>
                  </a:cubicBezTo>
                  <a:cubicBezTo>
                    <a:pt x="13541" y="66436"/>
                    <a:pt x="13610" y="66433"/>
                    <a:pt x="13680" y="66427"/>
                  </a:cubicBezTo>
                  <a:cubicBezTo>
                    <a:pt x="17672" y="66078"/>
                    <a:pt x="20386" y="51098"/>
                    <a:pt x="18583" y="34644"/>
                  </a:cubicBezTo>
                  <a:cubicBezTo>
                    <a:pt x="18583" y="34644"/>
                    <a:pt x="30789" y="13726"/>
                    <a:pt x="23284" y="4287"/>
                  </a:cubicBezTo>
                  <a:cubicBezTo>
                    <a:pt x="20723" y="1062"/>
                    <a:pt x="17206" y="0"/>
                    <a:pt x="13685" y="0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1762311" y="3246561"/>
              <a:ext cx="733814" cy="1036143"/>
            </a:xfrm>
            <a:custGeom>
              <a:avLst/>
              <a:gdLst/>
              <a:ahLst/>
              <a:cxnLst/>
              <a:rect l="l" t="t" r="r" b="b"/>
              <a:pathLst>
                <a:path w="17755" h="25070" extrusionOk="0">
                  <a:moveTo>
                    <a:pt x="17692" y="0"/>
                  </a:moveTo>
                  <a:cubicBezTo>
                    <a:pt x="17181" y="0"/>
                    <a:pt x="13656" y="107"/>
                    <a:pt x="11882" y="2993"/>
                  </a:cubicBezTo>
                  <a:cubicBezTo>
                    <a:pt x="9960" y="6116"/>
                    <a:pt x="9492" y="18908"/>
                    <a:pt x="5418" y="20913"/>
                  </a:cubicBezTo>
                  <a:cubicBezTo>
                    <a:pt x="5046" y="21097"/>
                    <a:pt x="4697" y="21180"/>
                    <a:pt x="4370" y="21180"/>
                  </a:cubicBezTo>
                  <a:cubicBezTo>
                    <a:pt x="1082" y="21180"/>
                    <a:pt x="1" y="12743"/>
                    <a:pt x="0" y="12740"/>
                  </a:cubicBezTo>
                  <a:lnTo>
                    <a:pt x="0" y="12740"/>
                  </a:lnTo>
                  <a:cubicBezTo>
                    <a:pt x="692" y="19896"/>
                    <a:pt x="2419" y="24787"/>
                    <a:pt x="4660" y="25053"/>
                  </a:cubicBezTo>
                  <a:cubicBezTo>
                    <a:pt x="4752" y="25064"/>
                    <a:pt x="4843" y="25069"/>
                    <a:pt x="4934" y="25069"/>
                  </a:cubicBezTo>
                  <a:cubicBezTo>
                    <a:pt x="8784" y="25069"/>
                    <a:pt x="11659" y="15632"/>
                    <a:pt x="11746" y="8103"/>
                  </a:cubicBezTo>
                  <a:cubicBezTo>
                    <a:pt x="11752" y="7867"/>
                    <a:pt x="11757" y="7624"/>
                    <a:pt x="11775" y="7394"/>
                  </a:cubicBezTo>
                  <a:cubicBezTo>
                    <a:pt x="12089" y="3029"/>
                    <a:pt x="14762" y="580"/>
                    <a:pt x="17754" y="1"/>
                  </a:cubicBezTo>
                  <a:cubicBezTo>
                    <a:pt x="17754" y="1"/>
                    <a:pt x="17733" y="0"/>
                    <a:pt x="17692" y="0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2296610" y="944081"/>
              <a:ext cx="166477" cy="354157"/>
            </a:xfrm>
            <a:custGeom>
              <a:avLst/>
              <a:gdLst/>
              <a:ahLst/>
              <a:cxnLst/>
              <a:rect l="l" t="t" r="r" b="b"/>
              <a:pathLst>
                <a:path w="4028" h="8569" extrusionOk="0">
                  <a:moveTo>
                    <a:pt x="320" y="1"/>
                  </a:moveTo>
                  <a:cubicBezTo>
                    <a:pt x="0" y="2248"/>
                    <a:pt x="24" y="5974"/>
                    <a:pt x="24" y="5974"/>
                  </a:cubicBezTo>
                  <a:cubicBezTo>
                    <a:pt x="24" y="5974"/>
                    <a:pt x="515" y="7855"/>
                    <a:pt x="1124" y="8304"/>
                  </a:cubicBezTo>
                  <a:cubicBezTo>
                    <a:pt x="1347" y="8470"/>
                    <a:pt x="1585" y="8569"/>
                    <a:pt x="1833" y="8569"/>
                  </a:cubicBezTo>
                  <a:cubicBezTo>
                    <a:pt x="2256" y="8569"/>
                    <a:pt x="2708" y="8284"/>
                    <a:pt x="3170" y="7565"/>
                  </a:cubicBezTo>
                  <a:cubicBezTo>
                    <a:pt x="4028" y="6228"/>
                    <a:pt x="3655" y="3957"/>
                    <a:pt x="3655" y="3957"/>
                  </a:cubicBezTo>
                  <a:lnTo>
                    <a:pt x="3655" y="3957"/>
                  </a:lnTo>
                  <a:lnTo>
                    <a:pt x="2508" y="4620"/>
                  </a:lnTo>
                  <a:cubicBezTo>
                    <a:pt x="2526" y="5709"/>
                    <a:pt x="2155" y="6542"/>
                    <a:pt x="1850" y="6542"/>
                  </a:cubicBezTo>
                  <a:cubicBezTo>
                    <a:pt x="1747" y="6542"/>
                    <a:pt x="1650" y="6445"/>
                    <a:pt x="1580" y="6228"/>
                  </a:cubicBezTo>
                  <a:cubicBezTo>
                    <a:pt x="1296" y="5383"/>
                    <a:pt x="320" y="1"/>
                    <a:pt x="3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2028221" y="905975"/>
              <a:ext cx="281623" cy="591350"/>
            </a:xfrm>
            <a:custGeom>
              <a:avLst/>
              <a:gdLst/>
              <a:ahLst/>
              <a:cxnLst/>
              <a:rect l="l" t="t" r="r" b="b"/>
              <a:pathLst>
                <a:path w="6814" h="14308" extrusionOk="0">
                  <a:moveTo>
                    <a:pt x="3289" y="0"/>
                  </a:moveTo>
                  <a:cubicBezTo>
                    <a:pt x="2201" y="24"/>
                    <a:pt x="1107" y="337"/>
                    <a:pt x="1" y="923"/>
                  </a:cubicBezTo>
                  <a:lnTo>
                    <a:pt x="267" y="9540"/>
                  </a:lnTo>
                  <a:lnTo>
                    <a:pt x="202" y="13354"/>
                  </a:lnTo>
                  <a:cubicBezTo>
                    <a:pt x="1338" y="13922"/>
                    <a:pt x="2337" y="14307"/>
                    <a:pt x="3405" y="14307"/>
                  </a:cubicBezTo>
                  <a:cubicBezTo>
                    <a:pt x="4305" y="14307"/>
                    <a:pt x="5254" y="14034"/>
                    <a:pt x="6376" y="13366"/>
                  </a:cubicBezTo>
                  <a:lnTo>
                    <a:pt x="6376" y="9658"/>
                  </a:lnTo>
                  <a:lnTo>
                    <a:pt x="6814" y="923"/>
                  </a:lnTo>
                  <a:cubicBezTo>
                    <a:pt x="5702" y="302"/>
                    <a:pt x="4578" y="0"/>
                    <a:pt x="34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2163903" y="905727"/>
              <a:ext cx="6861" cy="588415"/>
            </a:xfrm>
            <a:custGeom>
              <a:avLst/>
              <a:gdLst/>
              <a:ahLst/>
              <a:cxnLst/>
              <a:rect l="l" t="t" r="r" b="b"/>
              <a:pathLst>
                <a:path w="166" h="14237" extrusionOk="0">
                  <a:moveTo>
                    <a:pt x="160" y="0"/>
                  </a:moveTo>
                  <a:cubicBezTo>
                    <a:pt x="112" y="0"/>
                    <a:pt x="59" y="0"/>
                    <a:pt x="6" y="6"/>
                  </a:cubicBezTo>
                  <a:lnTo>
                    <a:pt x="6" y="14153"/>
                  </a:lnTo>
                  <a:cubicBezTo>
                    <a:pt x="0" y="14209"/>
                    <a:pt x="41" y="14237"/>
                    <a:pt x="83" y="14237"/>
                  </a:cubicBezTo>
                  <a:cubicBezTo>
                    <a:pt x="124" y="14237"/>
                    <a:pt x="166" y="14209"/>
                    <a:pt x="160" y="14153"/>
                  </a:cubicBezTo>
                  <a:lnTo>
                    <a:pt x="1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2133072" y="850966"/>
              <a:ext cx="68980" cy="78320"/>
            </a:xfrm>
            <a:custGeom>
              <a:avLst/>
              <a:gdLst/>
              <a:ahLst/>
              <a:cxnLst/>
              <a:rect l="l" t="t" r="r" b="b"/>
              <a:pathLst>
                <a:path w="1669" h="1895" extrusionOk="0">
                  <a:moveTo>
                    <a:pt x="1" y="0"/>
                  </a:moveTo>
                  <a:lnTo>
                    <a:pt x="1" y="1686"/>
                  </a:lnTo>
                  <a:cubicBezTo>
                    <a:pt x="261" y="1825"/>
                    <a:pt x="548" y="1894"/>
                    <a:pt x="835" y="1894"/>
                  </a:cubicBezTo>
                  <a:cubicBezTo>
                    <a:pt x="1122" y="1894"/>
                    <a:pt x="1408" y="1825"/>
                    <a:pt x="1669" y="1686"/>
                  </a:cubicBezTo>
                  <a:lnTo>
                    <a:pt x="1669" y="0"/>
                  </a:lnTo>
                  <a:close/>
                </a:path>
              </a:pathLst>
            </a:custGeom>
            <a:solidFill>
              <a:srgbClr val="FDB4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2133072" y="850966"/>
              <a:ext cx="68980" cy="54804"/>
            </a:xfrm>
            <a:custGeom>
              <a:avLst/>
              <a:gdLst/>
              <a:ahLst/>
              <a:cxnLst/>
              <a:rect l="l" t="t" r="r" b="b"/>
              <a:pathLst>
                <a:path w="1669" h="1326" extrusionOk="0">
                  <a:moveTo>
                    <a:pt x="1" y="0"/>
                  </a:moveTo>
                  <a:lnTo>
                    <a:pt x="1" y="609"/>
                  </a:lnTo>
                  <a:cubicBezTo>
                    <a:pt x="397" y="905"/>
                    <a:pt x="1018" y="1272"/>
                    <a:pt x="1669" y="1325"/>
                  </a:cubicBezTo>
                  <a:lnTo>
                    <a:pt x="1669" y="0"/>
                  </a:lnTo>
                  <a:close/>
                </a:path>
              </a:pathLst>
            </a:custGeom>
            <a:solidFill>
              <a:srgbClr val="EF88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2052481" y="713299"/>
              <a:ext cx="42777" cy="90843"/>
            </a:xfrm>
            <a:custGeom>
              <a:avLst/>
              <a:gdLst/>
              <a:ahLst/>
              <a:cxnLst/>
              <a:rect l="l" t="t" r="r" b="b"/>
              <a:pathLst>
                <a:path w="1035" h="2198" extrusionOk="0">
                  <a:moveTo>
                    <a:pt x="318" y="1"/>
                  </a:moveTo>
                  <a:cubicBezTo>
                    <a:pt x="1" y="1"/>
                    <a:pt x="21" y="970"/>
                    <a:pt x="236" y="1681"/>
                  </a:cubicBezTo>
                  <a:cubicBezTo>
                    <a:pt x="363" y="2105"/>
                    <a:pt x="601" y="2198"/>
                    <a:pt x="784" y="2198"/>
                  </a:cubicBezTo>
                  <a:cubicBezTo>
                    <a:pt x="925" y="2198"/>
                    <a:pt x="1034" y="2143"/>
                    <a:pt x="1034" y="2143"/>
                  </a:cubicBezTo>
                  <a:lnTo>
                    <a:pt x="916" y="581"/>
                  </a:lnTo>
                  <a:cubicBezTo>
                    <a:pt x="916" y="581"/>
                    <a:pt x="733" y="102"/>
                    <a:pt x="366" y="8"/>
                  </a:cubicBezTo>
                  <a:cubicBezTo>
                    <a:pt x="349" y="3"/>
                    <a:pt x="333" y="1"/>
                    <a:pt x="318" y="1"/>
                  </a:cubicBezTo>
                  <a:close/>
                </a:path>
              </a:pathLst>
            </a:custGeom>
            <a:solidFill>
              <a:srgbClr val="EF88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2239659" y="713299"/>
              <a:ext cx="42735" cy="90843"/>
            </a:xfrm>
            <a:custGeom>
              <a:avLst/>
              <a:gdLst/>
              <a:ahLst/>
              <a:cxnLst/>
              <a:rect l="l" t="t" r="r" b="b"/>
              <a:pathLst>
                <a:path w="1034" h="2198" extrusionOk="0">
                  <a:moveTo>
                    <a:pt x="717" y="1"/>
                  </a:moveTo>
                  <a:cubicBezTo>
                    <a:pt x="702" y="1"/>
                    <a:pt x="686" y="3"/>
                    <a:pt x="669" y="8"/>
                  </a:cubicBezTo>
                  <a:cubicBezTo>
                    <a:pt x="302" y="102"/>
                    <a:pt x="119" y="581"/>
                    <a:pt x="119" y="581"/>
                  </a:cubicBezTo>
                  <a:lnTo>
                    <a:pt x="0" y="2143"/>
                  </a:lnTo>
                  <a:cubicBezTo>
                    <a:pt x="0" y="2143"/>
                    <a:pt x="109" y="2198"/>
                    <a:pt x="251" y="2198"/>
                  </a:cubicBezTo>
                  <a:cubicBezTo>
                    <a:pt x="434" y="2198"/>
                    <a:pt x="672" y="2105"/>
                    <a:pt x="799" y="1681"/>
                  </a:cubicBezTo>
                  <a:cubicBezTo>
                    <a:pt x="1013" y="970"/>
                    <a:pt x="1034" y="1"/>
                    <a:pt x="717" y="1"/>
                  </a:cubicBezTo>
                  <a:close/>
                </a:path>
              </a:pathLst>
            </a:custGeom>
            <a:solidFill>
              <a:srgbClr val="EF88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2084221" y="668375"/>
              <a:ext cx="166229" cy="213924"/>
            </a:xfrm>
            <a:custGeom>
              <a:avLst/>
              <a:gdLst/>
              <a:ahLst/>
              <a:cxnLst/>
              <a:rect l="l" t="t" r="r" b="b"/>
              <a:pathLst>
                <a:path w="4022" h="5176" extrusionOk="0">
                  <a:moveTo>
                    <a:pt x="0" y="0"/>
                  </a:moveTo>
                  <a:lnTo>
                    <a:pt x="0" y="2662"/>
                  </a:lnTo>
                  <a:cubicBezTo>
                    <a:pt x="0" y="3839"/>
                    <a:pt x="905" y="5175"/>
                    <a:pt x="2011" y="5175"/>
                  </a:cubicBezTo>
                  <a:cubicBezTo>
                    <a:pt x="3123" y="5175"/>
                    <a:pt x="4022" y="3839"/>
                    <a:pt x="4022" y="2662"/>
                  </a:cubicBezTo>
                  <a:lnTo>
                    <a:pt x="4022" y="0"/>
                  </a:lnTo>
                  <a:close/>
                </a:path>
              </a:pathLst>
            </a:custGeom>
            <a:solidFill>
              <a:srgbClr val="FDB4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2055622" y="569640"/>
              <a:ext cx="226364" cy="178711"/>
            </a:xfrm>
            <a:custGeom>
              <a:avLst/>
              <a:gdLst/>
              <a:ahLst/>
              <a:cxnLst/>
              <a:rect l="l" t="t" r="r" b="b"/>
              <a:pathLst>
                <a:path w="5477" h="4324" extrusionOk="0">
                  <a:moveTo>
                    <a:pt x="2806" y="0"/>
                  </a:moveTo>
                  <a:cubicBezTo>
                    <a:pt x="1575" y="0"/>
                    <a:pt x="718" y="577"/>
                    <a:pt x="479" y="1088"/>
                  </a:cubicBezTo>
                  <a:cubicBezTo>
                    <a:pt x="183" y="1721"/>
                    <a:pt x="479" y="2384"/>
                    <a:pt x="479" y="2384"/>
                  </a:cubicBezTo>
                  <a:cubicBezTo>
                    <a:pt x="0" y="3164"/>
                    <a:pt x="692" y="4323"/>
                    <a:pt x="692" y="4323"/>
                  </a:cubicBezTo>
                  <a:cubicBezTo>
                    <a:pt x="1176" y="3816"/>
                    <a:pt x="965" y="2390"/>
                    <a:pt x="958" y="2384"/>
                  </a:cubicBezTo>
                  <a:lnTo>
                    <a:pt x="958" y="2384"/>
                  </a:lnTo>
                  <a:cubicBezTo>
                    <a:pt x="1549" y="2665"/>
                    <a:pt x="2191" y="2752"/>
                    <a:pt x="2761" y="2752"/>
                  </a:cubicBezTo>
                  <a:cubicBezTo>
                    <a:pt x="3702" y="2752"/>
                    <a:pt x="4447" y="2514"/>
                    <a:pt x="4448" y="2514"/>
                  </a:cubicBezTo>
                  <a:lnTo>
                    <a:pt x="4448" y="2514"/>
                  </a:lnTo>
                  <a:cubicBezTo>
                    <a:pt x="4335" y="3744"/>
                    <a:pt x="4714" y="4323"/>
                    <a:pt x="4714" y="4323"/>
                  </a:cubicBezTo>
                  <a:cubicBezTo>
                    <a:pt x="5358" y="3200"/>
                    <a:pt x="4927" y="2313"/>
                    <a:pt x="4927" y="2313"/>
                  </a:cubicBezTo>
                  <a:cubicBezTo>
                    <a:pt x="5151" y="1916"/>
                    <a:pt x="5477" y="485"/>
                    <a:pt x="3744" y="107"/>
                  </a:cubicBezTo>
                  <a:cubicBezTo>
                    <a:pt x="3412" y="33"/>
                    <a:pt x="3098" y="0"/>
                    <a:pt x="2806" y="0"/>
                  </a:cubicBezTo>
                  <a:close/>
                </a:path>
              </a:pathLst>
            </a:custGeom>
            <a:solidFill>
              <a:srgbClr val="1D3B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2099348" y="775913"/>
              <a:ext cx="133992" cy="106383"/>
            </a:xfrm>
            <a:custGeom>
              <a:avLst/>
              <a:gdLst/>
              <a:ahLst/>
              <a:cxnLst/>
              <a:rect l="l" t="t" r="r" b="b"/>
              <a:pathLst>
                <a:path w="3242" h="2574" extrusionOk="0">
                  <a:moveTo>
                    <a:pt x="3112" y="1"/>
                  </a:moveTo>
                  <a:lnTo>
                    <a:pt x="3112" y="1"/>
                  </a:lnTo>
                  <a:cubicBezTo>
                    <a:pt x="3111" y="1"/>
                    <a:pt x="2431" y="308"/>
                    <a:pt x="1553" y="308"/>
                  </a:cubicBezTo>
                  <a:cubicBezTo>
                    <a:pt x="1114" y="308"/>
                    <a:pt x="626" y="231"/>
                    <a:pt x="149" y="1"/>
                  </a:cubicBezTo>
                  <a:lnTo>
                    <a:pt x="149" y="1"/>
                  </a:lnTo>
                  <a:cubicBezTo>
                    <a:pt x="149" y="1"/>
                    <a:pt x="1" y="1343"/>
                    <a:pt x="373" y="1970"/>
                  </a:cubicBezTo>
                  <a:cubicBezTo>
                    <a:pt x="373" y="1970"/>
                    <a:pt x="716" y="2573"/>
                    <a:pt x="1651" y="2573"/>
                  </a:cubicBezTo>
                  <a:cubicBezTo>
                    <a:pt x="2579" y="2573"/>
                    <a:pt x="2964" y="1911"/>
                    <a:pt x="2964" y="1911"/>
                  </a:cubicBezTo>
                  <a:cubicBezTo>
                    <a:pt x="3194" y="1302"/>
                    <a:pt x="3242" y="639"/>
                    <a:pt x="31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2066615" y="705984"/>
              <a:ext cx="44760" cy="80965"/>
            </a:xfrm>
            <a:custGeom>
              <a:avLst/>
              <a:gdLst/>
              <a:ahLst/>
              <a:cxnLst/>
              <a:rect l="l" t="t" r="r" b="b"/>
              <a:pathLst>
                <a:path w="1083" h="1959" extrusionOk="0">
                  <a:moveTo>
                    <a:pt x="63" y="0"/>
                  </a:moveTo>
                  <a:cubicBezTo>
                    <a:pt x="60" y="0"/>
                    <a:pt x="57" y="1"/>
                    <a:pt x="53" y="1"/>
                  </a:cubicBezTo>
                  <a:cubicBezTo>
                    <a:pt x="18" y="13"/>
                    <a:pt x="0" y="43"/>
                    <a:pt x="12" y="78"/>
                  </a:cubicBezTo>
                  <a:cubicBezTo>
                    <a:pt x="290" y="1480"/>
                    <a:pt x="964" y="1929"/>
                    <a:pt x="994" y="1947"/>
                  </a:cubicBezTo>
                  <a:cubicBezTo>
                    <a:pt x="1006" y="1953"/>
                    <a:pt x="1012" y="1959"/>
                    <a:pt x="1023" y="1959"/>
                  </a:cubicBezTo>
                  <a:cubicBezTo>
                    <a:pt x="1041" y="1959"/>
                    <a:pt x="1059" y="1947"/>
                    <a:pt x="1071" y="1923"/>
                  </a:cubicBezTo>
                  <a:cubicBezTo>
                    <a:pt x="1083" y="1894"/>
                    <a:pt x="1077" y="1858"/>
                    <a:pt x="1053" y="1841"/>
                  </a:cubicBezTo>
                  <a:cubicBezTo>
                    <a:pt x="1041" y="1841"/>
                    <a:pt x="385" y="1397"/>
                    <a:pt x="119" y="49"/>
                  </a:cubicBezTo>
                  <a:cubicBezTo>
                    <a:pt x="113" y="22"/>
                    <a:pt x="89" y="0"/>
                    <a:pt x="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2089594" y="820548"/>
              <a:ext cx="25459" cy="26038"/>
            </a:xfrm>
            <a:custGeom>
              <a:avLst/>
              <a:gdLst/>
              <a:ahLst/>
              <a:cxnLst/>
              <a:rect l="l" t="t" r="r" b="b"/>
              <a:pathLst>
                <a:path w="616" h="630" extrusionOk="0">
                  <a:moveTo>
                    <a:pt x="62" y="0"/>
                  </a:moveTo>
                  <a:cubicBezTo>
                    <a:pt x="53" y="0"/>
                    <a:pt x="44" y="3"/>
                    <a:pt x="36" y="9"/>
                  </a:cubicBezTo>
                  <a:cubicBezTo>
                    <a:pt x="6" y="33"/>
                    <a:pt x="0" y="68"/>
                    <a:pt x="18" y="92"/>
                  </a:cubicBezTo>
                  <a:cubicBezTo>
                    <a:pt x="302" y="565"/>
                    <a:pt x="532" y="630"/>
                    <a:pt x="544" y="630"/>
                  </a:cubicBezTo>
                  <a:lnTo>
                    <a:pt x="556" y="630"/>
                  </a:lnTo>
                  <a:cubicBezTo>
                    <a:pt x="580" y="630"/>
                    <a:pt x="603" y="612"/>
                    <a:pt x="603" y="588"/>
                  </a:cubicBezTo>
                  <a:cubicBezTo>
                    <a:pt x="615" y="553"/>
                    <a:pt x="598" y="523"/>
                    <a:pt x="568" y="512"/>
                  </a:cubicBezTo>
                  <a:cubicBezTo>
                    <a:pt x="562" y="512"/>
                    <a:pt x="361" y="452"/>
                    <a:pt x="107" y="27"/>
                  </a:cubicBezTo>
                  <a:cubicBezTo>
                    <a:pt x="99" y="11"/>
                    <a:pt x="80" y="0"/>
                    <a:pt x="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2223789" y="705984"/>
              <a:ext cx="44760" cy="80965"/>
            </a:xfrm>
            <a:custGeom>
              <a:avLst/>
              <a:gdLst/>
              <a:ahLst/>
              <a:cxnLst/>
              <a:rect l="l" t="t" r="r" b="b"/>
              <a:pathLst>
                <a:path w="1083" h="1959" extrusionOk="0">
                  <a:moveTo>
                    <a:pt x="1026" y="0"/>
                  </a:moveTo>
                  <a:cubicBezTo>
                    <a:pt x="998" y="0"/>
                    <a:pt x="970" y="22"/>
                    <a:pt x="970" y="49"/>
                  </a:cubicBezTo>
                  <a:cubicBezTo>
                    <a:pt x="698" y="1397"/>
                    <a:pt x="41" y="1841"/>
                    <a:pt x="36" y="1841"/>
                  </a:cubicBezTo>
                  <a:cubicBezTo>
                    <a:pt x="6" y="1864"/>
                    <a:pt x="0" y="1900"/>
                    <a:pt x="18" y="1929"/>
                  </a:cubicBezTo>
                  <a:cubicBezTo>
                    <a:pt x="24" y="1947"/>
                    <a:pt x="41" y="1959"/>
                    <a:pt x="65" y="1959"/>
                  </a:cubicBezTo>
                  <a:cubicBezTo>
                    <a:pt x="71" y="1959"/>
                    <a:pt x="83" y="1953"/>
                    <a:pt x="89" y="1953"/>
                  </a:cubicBezTo>
                  <a:cubicBezTo>
                    <a:pt x="118" y="1929"/>
                    <a:pt x="793" y="1480"/>
                    <a:pt x="1076" y="78"/>
                  </a:cubicBezTo>
                  <a:cubicBezTo>
                    <a:pt x="1082" y="49"/>
                    <a:pt x="1065" y="13"/>
                    <a:pt x="1035" y="1"/>
                  </a:cubicBezTo>
                  <a:cubicBezTo>
                    <a:pt x="1032" y="1"/>
                    <a:pt x="1029" y="0"/>
                    <a:pt x="10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2220110" y="820465"/>
              <a:ext cx="25459" cy="26121"/>
            </a:xfrm>
            <a:custGeom>
              <a:avLst/>
              <a:gdLst/>
              <a:ahLst/>
              <a:cxnLst/>
              <a:rect l="l" t="t" r="r" b="b"/>
              <a:pathLst>
                <a:path w="616" h="632" extrusionOk="0">
                  <a:moveTo>
                    <a:pt x="550" y="1"/>
                  </a:moveTo>
                  <a:cubicBezTo>
                    <a:pt x="533" y="1"/>
                    <a:pt x="516" y="10"/>
                    <a:pt x="509" y="29"/>
                  </a:cubicBezTo>
                  <a:cubicBezTo>
                    <a:pt x="255" y="449"/>
                    <a:pt x="54" y="514"/>
                    <a:pt x="48" y="514"/>
                  </a:cubicBezTo>
                  <a:cubicBezTo>
                    <a:pt x="18" y="520"/>
                    <a:pt x="0" y="555"/>
                    <a:pt x="12" y="585"/>
                  </a:cubicBezTo>
                  <a:cubicBezTo>
                    <a:pt x="12" y="614"/>
                    <a:pt x="36" y="632"/>
                    <a:pt x="59" y="632"/>
                  </a:cubicBezTo>
                  <a:lnTo>
                    <a:pt x="71" y="632"/>
                  </a:lnTo>
                  <a:cubicBezTo>
                    <a:pt x="83" y="632"/>
                    <a:pt x="320" y="567"/>
                    <a:pt x="598" y="94"/>
                  </a:cubicBezTo>
                  <a:cubicBezTo>
                    <a:pt x="615" y="64"/>
                    <a:pt x="609" y="29"/>
                    <a:pt x="580" y="11"/>
                  </a:cubicBezTo>
                  <a:cubicBezTo>
                    <a:pt x="571" y="4"/>
                    <a:pt x="561" y="1"/>
                    <a:pt x="5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2028717" y="1374770"/>
              <a:ext cx="263313" cy="172057"/>
            </a:xfrm>
            <a:custGeom>
              <a:avLst/>
              <a:gdLst/>
              <a:ahLst/>
              <a:cxnLst/>
              <a:rect l="l" t="t" r="r" b="b"/>
              <a:pathLst>
                <a:path w="6371" h="4163" extrusionOk="0">
                  <a:moveTo>
                    <a:pt x="237" y="0"/>
                  </a:moveTo>
                  <a:cubicBezTo>
                    <a:pt x="237" y="1"/>
                    <a:pt x="1" y="3224"/>
                    <a:pt x="1089" y="3768"/>
                  </a:cubicBezTo>
                  <a:cubicBezTo>
                    <a:pt x="1592" y="4019"/>
                    <a:pt x="2519" y="4162"/>
                    <a:pt x="3422" y="4162"/>
                  </a:cubicBezTo>
                  <a:cubicBezTo>
                    <a:pt x="4470" y="4162"/>
                    <a:pt x="5487" y="3970"/>
                    <a:pt x="5773" y="3531"/>
                  </a:cubicBezTo>
                  <a:cubicBezTo>
                    <a:pt x="6305" y="2715"/>
                    <a:pt x="6370" y="1"/>
                    <a:pt x="6370" y="0"/>
                  </a:cubicBezTo>
                  <a:lnTo>
                    <a:pt x="6370" y="0"/>
                  </a:lnTo>
                  <a:cubicBezTo>
                    <a:pt x="5343" y="516"/>
                    <a:pt x="4318" y="774"/>
                    <a:pt x="3295" y="774"/>
                  </a:cubicBezTo>
                  <a:cubicBezTo>
                    <a:pt x="2275" y="774"/>
                    <a:pt x="1256" y="517"/>
                    <a:pt x="2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1949283" y="1364768"/>
              <a:ext cx="162096" cy="665826"/>
            </a:xfrm>
            <a:custGeom>
              <a:avLst/>
              <a:gdLst/>
              <a:ahLst/>
              <a:cxnLst/>
              <a:rect l="l" t="t" r="r" b="b"/>
              <a:pathLst>
                <a:path w="3922" h="16110" extrusionOk="0">
                  <a:moveTo>
                    <a:pt x="2341" y="1"/>
                  </a:moveTo>
                  <a:cubicBezTo>
                    <a:pt x="2141" y="1"/>
                    <a:pt x="1921" y="53"/>
                    <a:pt x="1680" y="165"/>
                  </a:cubicBezTo>
                  <a:cubicBezTo>
                    <a:pt x="0" y="952"/>
                    <a:pt x="639" y="4767"/>
                    <a:pt x="639" y="4767"/>
                  </a:cubicBezTo>
                  <a:lnTo>
                    <a:pt x="1449" y="16110"/>
                  </a:lnTo>
                  <a:lnTo>
                    <a:pt x="3029" y="16110"/>
                  </a:lnTo>
                  <a:cubicBezTo>
                    <a:pt x="3029" y="16110"/>
                    <a:pt x="3182" y="13916"/>
                    <a:pt x="3720" y="8049"/>
                  </a:cubicBezTo>
                  <a:cubicBezTo>
                    <a:pt x="3744" y="7741"/>
                    <a:pt x="3922" y="4767"/>
                    <a:pt x="3922" y="3247"/>
                  </a:cubicBezTo>
                  <a:cubicBezTo>
                    <a:pt x="3922" y="1525"/>
                    <a:pt x="3424" y="1"/>
                    <a:pt x="234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1959243" y="2030579"/>
              <a:ext cx="119402" cy="173545"/>
            </a:xfrm>
            <a:custGeom>
              <a:avLst/>
              <a:gdLst/>
              <a:ahLst/>
              <a:cxnLst/>
              <a:rect l="l" t="t" r="r" b="b"/>
              <a:pathLst>
                <a:path w="2889" h="4199" extrusionOk="0">
                  <a:moveTo>
                    <a:pt x="1208" y="0"/>
                  </a:moveTo>
                  <a:cubicBezTo>
                    <a:pt x="1208" y="0"/>
                    <a:pt x="836" y="1242"/>
                    <a:pt x="398" y="2318"/>
                  </a:cubicBezTo>
                  <a:cubicBezTo>
                    <a:pt x="1" y="3290"/>
                    <a:pt x="227" y="4198"/>
                    <a:pt x="826" y="4198"/>
                  </a:cubicBezTo>
                  <a:cubicBezTo>
                    <a:pt x="886" y="4198"/>
                    <a:pt x="951" y="4189"/>
                    <a:pt x="1019" y="4169"/>
                  </a:cubicBezTo>
                  <a:cubicBezTo>
                    <a:pt x="2042" y="3880"/>
                    <a:pt x="2888" y="816"/>
                    <a:pt x="2888" y="816"/>
                  </a:cubicBezTo>
                  <a:lnTo>
                    <a:pt x="2788" y="0"/>
                  </a:lnTo>
                  <a:cubicBezTo>
                    <a:pt x="2788" y="0"/>
                    <a:pt x="2530" y="11"/>
                    <a:pt x="2062" y="11"/>
                  </a:cubicBezTo>
                  <a:cubicBezTo>
                    <a:pt x="1828" y="11"/>
                    <a:pt x="1542" y="8"/>
                    <a:pt x="1208" y="0"/>
                  </a:cubicBezTo>
                  <a:close/>
                </a:path>
              </a:pathLst>
            </a:custGeom>
            <a:solidFill>
              <a:srgbClr val="1D3B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2201512" y="1365554"/>
              <a:ext cx="170197" cy="665041"/>
            </a:xfrm>
            <a:custGeom>
              <a:avLst/>
              <a:gdLst/>
              <a:ahLst/>
              <a:cxnLst/>
              <a:rect l="l" t="t" r="r" b="b"/>
              <a:pathLst>
                <a:path w="4118" h="16091" extrusionOk="0">
                  <a:moveTo>
                    <a:pt x="1842" y="1"/>
                  </a:moveTo>
                  <a:cubicBezTo>
                    <a:pt x="719" y="1"/>
                    <a:pt x="207" y="1716"/>
                    <a:pt x="54" y="2642"/>
                  </a:cubicBezTo>
                  <a:cubicBezTo>
                    <a:pt x="1" y="2944"/>
                    <a:pt x="48" y="4245"/>
                    <a:pt x="72" y="4553"/>
                  </a:cubicBezTo>
                  <a:cubicBezTo>
                    <a:pt x="610" y="10419"/>
                    <a:pt x="1089" y="16091"/>
                    <a:pt x="1089" y="16091"/>
                  </a:cubicBezTo>
                  <a:lnTo>
                    <a:pt x="2668" y="16091"/>
                  </a:lnTo>
                  <a:lnTo>
                    <a:pt x="3478" y="4742"/>
                  </a:lnTo>
                  <a:cubicBezTo>
                    <a:pt x="3478" y="4742"/>
                    <a:pt x="4117" y="933"/>
                    <a:pt x="2437" y="146"/>
                  </a:cubicBezTo>
                  <a:cubicBezTo>
                    <a:pt x="2222" y="46"/>
                    <a:pt x="2024" y="1"/>
                    <a:pt x="184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2241849" y="2030579"/>
              <a:ext cx="119609" cy="173545"/>
            </a:xfrm>
            <a:custGeom>
              <a:avLst/>
              <a:gdLst/>
              <a:ahLst/>
              <a:cxnLst/>
              <a:rect l="l" t="t" r="r" b="b"/>
              <a:pathLst>
                <a:path w="2894" h="4199" extrusionOk="0">
                  <a:moveTo>
                    <a:pt x="101" y="0"/>
                  </a:moveTo>
                  <a:lnTo>
                    <a:pt x="1" y="816"/>
                  </a:lnTo>
                  <a:cubicBezTo>
                    <a:pt x="1" y="816"/>
                    <a:pt x="852" y="3880"/>
                    <a:pt x="1870" y="4169"/>
                  </a:cubicBezTo>
                  <a:cubicBezTo>
                    <a:pt x="1938" y="4189"/>
                    <a:pt x="2002" y="4198"/>
                    <a:pt x="2063" y="4198"/>
                  </a:cubicBezTo>
                  <a:cubicBezTo>
                    <a:pt x="2662" y="4198"/>
                    <a:pt x="2893" y="3290"/>
                    <a:pt x="2491" y="2318"/>
                  </a:cubicBezTo>
                  <a:cubicBezTo>
                    <a:pt x="2053" y="1242"/>
                    <a:pt x="1680" y="0"/>
                    <a:pt x="1680" y="0"/>
                  </a:cubicBezTo>
                  <a:cubicBezTo>
                    <a:pt x="1347" y="8"/>
                    <a:pt x="1061" y="11"/>
                    <a:pt x="827" y="11"/>
                  </a:cubicBezTo>
                  <a:cubicBezTo>
                    <a:pt x="359" y="11"/>
                    <a:pt x="101" y="0"/>
                    <a:pt x="101" y="0"/>
                  </a:cubicBezTo>
                  <a:close/>
                </a:path>
              </a:pathLst>
            </a:custGeom>
            <a:solidFill>
              <a:srgbClr val="1D3B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1676513" y="907504"/>
              <a:ext cx="828667" cy="585522"/>
            </a:xfrm>
            <a:custGeom>
              <a:avLst/>
              <a:gdLst/>
              <a:ahLst/>
              <a:cxnLst/>
              <a:rect l="l" t="t" r="r" b="b"/>
              <a:pathLst>
                <a:path w="20050" h="14167" extrusionOk="0">
                  <a:moveTo>
                    <a:pt x="18009" y="1"/>
                  </a:moveTo>
                  <a:cubicBezTo>
                    <a:pt x="17919" y="1"/>
                    <a:pt x="17828" y="25"/>
                    <a:pt x="17743" y="75"/>
                  </a:cubicBezTo>
                  <a:lnTo>
                    <a:pt x="1047" y="9875"/>
                  </a:lnTo>
                  <a:cubicBezTo>
                    <a:pt x="290" y="10319"/>
                    <a:pt x="0" y="11365"/>
                    <a:pt x="397" y="12211"/>
                  </a:cubicBezTo>
                  <a:lnTo>
                    <a:pt x="882" y="13240"/>
                  </a:lnTo>
                  <a:cubicBezTo>
                    <a:pt x="1158" y="13829"/>
                    <a:pt x="1695" y="14166"/>
                    <a:pt x="2249" y="14166"/>
                  </a:cubicBezTo>
                  <a:cubicBezTo>
                    <a:pt x="2491" y="14166"/>
                    <a:pt x="2735" y="14102"/>
                    <a:pt x="2963" y="13968"/>
                  </a:cubicBezTo>
                  <a:lnTo>
                    <a:pt x="19665" y="4168"/>
                  </a:lnTo>
                  <a:cubicBezTo>
                    <a:pt x="19937" y="4002"/>
                    <a:pt x="20049" y="3624"/>
                    <a:pt x="19901" y="3310"/>
                  </a:cubicBezTo>
                  <a:lnTo>
                    <a:pt x="18506" y="342"/>
                  </a:lnTo>
                  <a:cubicBezTo>
                    <a:pt x="18407" y="124"/>
                    <a:pt x="18212" y="1"/>
                    <a:pt x="180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2462338" y="677302"/>
              <a:ext cx="513815" cy="322787"/>
            </a:xfrm>
            <a:custGeom>
              <a:avLst/>
              <a:gdLst/>
              <a:ahLst/>
              <a:cxnLst/>
              <a:rect l="l" t="t" r="r" b="b"/>
              <a:pathLst>
                <a:path w="12432" h="7810" extrusionOk="0">
                  <a:moveTo>
                    <a:pt x="11982" y="0"/>
                  </a:moveTo>
                  <a:cubicBezTo>
                    <a:pt x="11934" y="0"/>
                    <a:pt x="11886" y="13"/>
                    <a:pt x="11840" y="39"/>
                  </a:cubicBezTo>
                  <a:lnTo>
                    <a:pt x="0" y="6988"/>
                  </a:lnTo>
                  <a:lnTo>
                    <a:pt x="385" y="7810"/>
                  </a:lnTo>
                  <a:lnTo>
                    <a:pt x="12219" y="861"/>
                  </a:lnTo>
                  <a:cubicBezTo>
                    <a:pt x="12373" y="754"/>
                    <a:pt x="12432" y="559"/>
                    <a:pt x="12349" y="394"/>
                  </a:cubicBezTo>
                  <a:lnTo>
                    <a:pt x="12254" y="187"/>
                  </a:lnTo>
                  <a:cubicBezTo>
                    <a:pt x="12204" y="70"/>
                    <a:pt x="12096" y="0"/>
                    <a:pt x="11982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2891538" y="596008"/>
              <a:ext cx="116137" cy="211031"/>
            </a:xfrm>
            <a:custGeom>
              <a:avLst/>
              <a:gdLst/>
              <a:ahLst/>
              <a:cxnLst/>
              <a:rect l="l" t="t" r="r" b="b"/>
              <a:pathLst>
                <a:path w="2810" h="5106" extrusionOk="0">
                  <a:moveTo>
                    <a:pt x="404" y="0"/>
                  </a:moveTo>
                  <a:cubicBezTo>
                    <a:pt x="358" y="0"/>
                    <a:pt x="310" y="12"/>
                    <a:pt x="267" y="36"/>
                  </a:cubicBezTo>
                  <a:lnTo>
                    <a:pt x="202" y="78"/>
                  </a:lnTo>
                  <a:cubicBezTo>
                    <a:pt x="54" y="172"/>
                    <a:pt x="0" y="362"/>
                    <a:pt x="77" y="521"/>
                  </a:cubicBezTo>
                  <a:lnTo>
                    <a:pt x="2147" y="4933"/>
                  </a:lnTo>
                  <a:cubicBezTo>
                    <a:pt x="2193" y="5041"/>
                    <a:pt x="2297" y="5106"/>
                    <a:pt x="2406" y="5106"/>
                  </a:cubicBezTo>
                  <a:cubicBezTo>
                    <a:pt x="2452" y="5106"/>
                    <a:pt x="2499" y="5094"/>
                    <a:pt x="2543" y="5069"/>
                  </a:cubicBezTo>
                  <a:lnTo>
                    <a:pt x="2609" y="5028"/>
                  </a:lnTo>
                  <a:cubicBezTo>
                    <a:pt x="2756" y="4933"/>
                    <a:pt x="2810" y="4744"/>
                    <a:pt x="2733" y="4584"/>
                  </a:cubicBezTo>
                  <a:lnTo>
                    <a:pt x="663" y="178"/>
                  </a:lnTo>
                  <a:cubicBezTo>
                    <a:pt x="621" y="66"/>
                    <a:pt x="515" y="0"/>
                    <a:pt x="4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2843885" y="624111"/>
              <a:ext cx="116137" cy="211196"/>
            </a:xfrm>
            <a:custGeom>
              <a:avLst/>
              <a:gdLst/>
              <a:ahLst/>
              <a:cxnLst/>
              <a:rect l="l" t="t" r="r" b="b"/>
              <a:pathLst>
                <a:path w="2810" h="5110" extrusionOk="0">
                  <a:moveTo>
                    <a:pt x="403" y="0"/>
                  </a:moveTo>
                  <a:cubicBezTo>
                    <a:pt x="357" y="0"/>
                    <a:pt x="310" y="12"/>
                    <a:pt x="266" y="36"/>
                  </a:cubicBezTo>
                  <a:lnTo>
                    <a:pt x="195" y="78"/>
                  </a:lnTo>
                  <a:cubicBezTo>
                    <a:pt x="53" y="173"/>
                    <a:pt x="0" y="362"/>
                    <a:pt x="77" y="521"/>
                  </a:cubicBezTo>
                  <a:lnTo>
                    <a:pt x="2135" y="4933"/>
                  </a:lnTo>
                  <a:cubicBezTo>
                    <a:pt x="2180" y="5044"/>
                    <a:pt x="2288" y="5109"/>
                    <a:pt x="2399" y="5109"/>
                  </a:cubicBezTo>
                  <a:cubicBezTo>
                    <a:pt x="2448" y="5109"/>
                    <a:pt x="2498" y="5097"/>
                    <a:pt x="2543" y="5069"/>
                  </a:cubicBezTo>
                  <a:lnTo>
                    <a:pt x="2608" y="5034"/>
                  </a:lnTo>
                  <a:cubicBezTo>
                    <a:pt x="2756" y="4933"/>
                    <a:pt x="2809" y="4744"/>
                    <a:pt x="2732" y="4590"/>
                  </a:cubicBezTo>
                  <a:lnTo>
                    <a:pt x="663" y="178"/>
                  </a:lnTo>
                  <a:cubicBezTo>
                    <a:pt x="617" y="66"/>
                    <a:pt x="512" y="0"/>
                    <a:pt x="4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2795489" y="652298"/>
              <a:ext cx="116137" cy="211196"/>
            </a:xfrm>
            <a:custGeom>
              <a:avLst/>
              <a:gdLst/>
              <a:ahLst/>
              <a:cxnLst/>
              <a:rect l="l" t="t" r="r" b="b"/>
              <a:pathLst>
                <a:path w="2810" h="5110" extrusionOk="0">
                  <a:moveTo>
                    <a:pt x="409" y="1"/>
                  </a:moveTo>
                  <a:cubicBezTo>
                    <a:pt x="361" y="1"/>
                    <a:pt x="312" y="13"/>
                    <a:pt x="266" y="41"/>
                  </a:cubicBezTo>
                  <a:lnTo>
                    <a:pt x="201" y="76"/>
                  </a:lnTo>
                  <a:cubicBezTo>
                    <a:pt x="53" y="171"/>
                    <a:pt x="0" y="360"/>
                    <a:pt x="77" y="520"/>
                  </a:cubicBezTo>
                  <a:lnTo>
                    <a:pt x="2147" y="4932"/>
                  </a:lnTo>
                  <a:cubicBezTo>
                    <a:pt x="2193" y="5044"/>
                    <a:pt x="2297" y="5110"/>
                    <a:pt x="2407" y="5110"/>
                  </a:cubicBezTo>
                  <a:cubicBezTo>
                    <a:pt x="2453" y="5110"/>
                    <a:pt x="2500" y="5098"/>
                    <a:pt x="2543" y="5073"/>
                  </a:cubicBezTo>
                  <a:lnTo>
                    <a:pt x="2608" y="5032"/>
                  </a:lnTo>
                  <a:cubicBezTo>
                    <a:pt x="2756" y="4937"/>
                    <a:pt x="2809" y="4748"/>
                    <a:pt x="2732" y="4589"/>
                  </a:cubicBezTo>
                  <a:lnTo>
                    <a:pt x="663" y="177"/>
                  </a:lnTo>
                  <a:cubicBezTo>
                    <a:pt x="622" y="66"/>
                    <a:pt x="518" y="1"/>
                    <a:pt x="4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2747589" y="680567"/>
              <a:ext cx="116137" cy="211031"/>
            </a:xfrm>
            <a:custGeom>
              <a:avLst/>
              <a:gdLst/>
              <a:ahLst/>
              <a:cxnLst/>
              <a:rect l="l" t="t" r="r" b="b"/>
              <a:pathLst>
                <a:path w="2810" h="5106" extrusionOk="0">
                  <a:moveTo>
                    <a:pt x="404" y="0"/>
                  </a:moveTo>
                  <a:cubicBezTo>
                    <a:pt x="357" y="0"/>
                    <a:pt x="310" y="12"/>
                    <a:pt x="266" y="37"/>
                  </a:cubicBezTo>
                  <a:lnTo>
                    <a:pt x="201" y="72"/>
                  </a:lnTo>
                  <a:cubicBezTo>
                    <a:pt x="53" y="173"/>
                    <a:pt x="0" y="362"/>
                    <a:pt x="77" y="516"/>
                  </a:cubicBezTo>
                  <a:lnTo>
                    <a:pt x="2147" y="4928"/>
                  </a:lnTo>
                  <a:cubicBezTo>
                    <a:pt x="2188" y="5040"/>
                    <a:pt x="2295" y="5106"/>
                    <a:pt x="2405" y="5106"/>
                  </a:cubicBezTo>
                  <a:cubicBezTo>
                    <a:pt x="2452" y="5106"/>
                    <a:pt x="2499" y="5094"/>
                    <a:pt x="2543" y="5070"/>
                  </a:cubicBezTo>
                  <a:lnTo>
                    <a:pt x="2608" y="5028"/>
                  </a:lnTo>
                  <a:cubicBezTo>
                    <a:pt x="2756" y="4934"/>
                    <a:pt x="2809" y="4744"/>
                    <a:pt x="2732" y="4585"/>
                  </a:cubicBezTo>
                  <a:lnTo>
                    <a:pt x="662" y="173"/>
                  </a:lnTo>
                  <a:cubicBezTo>
                    <a:pt x="617" y="65"/>
                    <a:pt x="513" y="0"/>
                    <a:pt x="4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2699648" y="708671"/>
              <a:ext cx="116179" cy="211031"/>
            </a:xfrm>
            <a:custGeom>
              <a:avLst/>
              <a:gdLst/>
              <a:ahLst/>
              <a:cxnLst/>
              <a:rect l="l" t="t" r="r" b="b"/>
              <a:pathLst>
                <a:path w="2811" h="5106" extrusionOk="0">
                  <a:moveTo>
                    <a:pt x="399" y="1"/>
                  </a:moveTo>
                  <a:cubicBezTo>
                    <a:pt x="352" y="1"/>
                    <a:pt x="305" y="12"/>
                    <a:pt x="261" y="37"/>
                  </a:cubicBezTo>
                  <a:lnTo>
                    <a:pt x="196" y="78"/>
                  </a:lnTo>
                  <a:cubicBezTo>
                    <a:pt x="48" y="173"/>
                    <a:pt x="1" y="362"/>
                    <a:pt x="72" y="522"/>
                  </a:cubicBezTo>
                  <a:lnTo>
                    <a:pt x="2142" y="4934"/>
                  </a:lnTo>
                  <a:cubicBezTo>
                    <a:pt x="2187" y="5042"/>
                    <a:pt x="2294" y="5106"/>
                    <a:pt x="2405" y="5106"/>
                  </a:cubicBezTo>
                  <a:cubicBezTo>
                    <a:pt x="2452" y="5106"/>
                    <a:pt x="2500" y="5094"/>
                    <a:pt x="2544" y="5070"/>
                  </a:cubicBezTo>
                  <a:lnTo>
                    <a:pt x="2609" y="5034"/>
                  </a:lnTo>
                  <a:cubicBezTo>
                    <a:pt x="2757" y="4934"/>
                    <a:pt x="2810" y="4744"/>
                    <a:pt x="2733" y="4591"/>
                  </a:cubicBezTo>
                  <a:lnTo>
                    <a:pt x="663" y="179"/>
                  </a:lnTo>
                  <a:cubicBezTo>
                    <a:pt x="617" y="66"/>
                    <a:pt x="510" y="1"/>
                    <a:pt x="3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2651500" y="736774"/>
              <a:ext cx="116137" cy="211072"/>
            </a:xfrm>
            <a:custGeom>
              <a:avLst/>
              <a:gdLst/>
              <a:ahLst/>
              <a:cxnLst/>
              <a:rect l="l" t="t" r="r" b="b"/>
              <a:pathLst>
                <a:path w="2810" h="5107" extrusionOk="0">
                  <a:moveTo>
                    <a:pt x="404" y="1"/>
                  </a:moveTo>
                  <a:cubicBezTo>
                    <a:pt x="358" y="1"/>
                    <a:pt x="311" y="12"/>
                    <a:pt x="267" y="37"/>
                  </a:cubicBezTo>
                  <a:lnTo>
                    <a:pt x="202" y="78"/>
                  </a:lnTo>
                  <a:cubicBezTo>
                    <a:pt x="54" y="173"/>
                    <a:pt x="1" y="362"/>
                    <a:pt x="78" y="522"/>
                  </a:cubicBezTo>
                  <a:lnTo>
                    <a:pt x="2148" y="4934"/>
                  </a:lnTo>
                  <a:cubicBezTo>
                    <a:pt x="2193" y="5042"/>
                    <a:pt x="2297" y="5106"/>
                    <a:pt x="2406" y="5106"/>
                  </a:cubicBezTo>
                  <a:cubicBezTo>
                    <a:pt x="2453" y="5106"/>
                    <a:pt x="2500" y="5095"/>
                    <a:pt x="2544" y="5070"/>
                  </a:cubicBezTo>
                  <a:lnTo>
                    <a:pt x="2609" y="5034"/>
                  </a:lnTo>
                  <a:cubicBezTo>
                    <a:pt x="2757" y="4934"/>
                    <a:pt x="2810" y="4745"/>
                    <a:pt x="2733" y="4591"/>
                  </a:cubicBezTo>
                  <a:lnTo>
                    <a:pt x="663" y="179"/>
                  </a:lnTo>
                  <a:cubicBezTo>
                    <a:pt x="621" y="66"/>
                    <a:pt x="515" y="1"/>
                    <a:pt x="4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2366497" y="995576"/>
              <a:ext cx="61664" cy="60342"/>
            </a:xfrm>
            <a:custGeom>
              <a:avLst/>
              <a:gdLst/>
              <a:ahLst/>
              <a:cxnLst/>
              <a:rect l="l" t="t" r="r" b="b"/>
              <a:pathLst>
                <a:path w="1492" h="1460" extrusionOk="0">
                  <a:moveTo>
                    <a:pt x="749" y="0"/>
                  </a:moveTo>
                  <a:cubicBezTo>
                    <a:pt x="646" y="0"/>
                    <a:pt x="542" y="28"/>
                    <a:pt x="444" y="85"/>
                  </a:cubicBezTo>
                  <a:cubicBezTo>
                    <a:pt x="125" y="269"/>
                    <a:pt x="1" y="712"/>
                    <a:pt x="166" y="1067"/>
                  </a:cubicBezTo>
                  <a:cubicBezTo>
                    <a:pt x="282" y="1318"/>
                    <a:pt x="508" y="1460"/>
                    <a:pt x="742" y="1460"/>
                  </a:cubicBezTo>
                  <a:cubicBezTo>
                    <a:pt x="846" y="1460"/>
                    <a:pt x="950" y="1432"/>
                    <a:pt x="1048" y="1375"/>
                  </a:cubicBezTo>
                  <a:cubicBezTo>
                    <a:pt x="1367" y="1191"/>
                    <a:pt x="1491" y="748"/>
                    <a:pt x="1326" y="393"/>
                  </a:cubicBezTo>
                  <a:cubicBezTo>
                    <a:pt x="1207" y="142"/>
                    <a:pt x="982" y="0"/>
                    <a:pt x="7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2184898" y="1102040"/>
              <a:ext cx="61871" cy="60466"/>
            </a:xfrm>
            <a:custGeom>
              <a:avLst/>
              <a:gdLst/>
              <a:ahLst/>
              <a:cxnLst/>
              <a:rect l="l" t="t" r="r" b="b"/>
              <a:pathLst>
                <a:path w="1497" h="1463" extrusionOk="0">
                  <a:moveTo>
                    <a:pt x="745" y="0"/>
                  </a:moveTo>
                  <a:cubicBezTo>
                    <a:pt x="644" y="0"/>
                    <a:pt x="540" y="27"/>
                    <a:pt x="444" y="82"/>
                  </a:cubicBezTo>
                  <a:cubicBezTo>
                    <a:pt x="125" y="271"/>
                    <a:pt x="1" y="715"/>
                    <a:pt x="172" y="1070"/>
                  </a:cubicBezTo>
                  <a:cubicBezTo>
                    <a:pt x="287" y="1320"/>
                    <a:pt x="514" y="1462"/>
                    <a:pt x="748" y="1462"/>
                  </a:cubicBezTo>
                  <a:cubicBezTo>
                    <a:pt x="851" y="1462"/>
                    <a:pt x="956" y="1435"/>
                    <a:pt x="1053" y="1377"/>
                  </a:cubicBezTo>
                  <a:cubicBezTo>
                    <a:pt x="1373" y="1194"/>
                    <a:pt x="1497" y="750"/>
                    <a:pt x="1325" y="390"/>
                  </a:cubicBezTo>
                  <a:cubicBezTo>
                    <a:pt x="1210" y="142"/>
                    <a:pt x="981" y="0"/>
                    <a:pt x="7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2275821" y="1048767"/>
              <a:ext cx="61664" cy="60466"/>
            </a:xfrm>
            <a:custGeom>
              <a:avLst/>
              <a:gdLst/>
              <a:ahLst/>
              <a:cxnLst/>
              <a:rect l="l" t="t" r="r" b="b"/>
              <a:pathLst>
                <a:path w="1492" h="1463" extrusionOk="0">
                  <a:moveTo>
                    <a:pt x="739" y="0"/>
                  </a:moveTo>
                  <a:cubicBezTo>
                    <a:pt x="637" y="0"/>
                    <a:pt x="534" y="27"/>
                    <a:pt x="438" y="82"/>
                  </a:cubicBezTo>
                  <a:cubicBezTo>
                    <a:pt x="119" y="271"/>
                    <a:pt x="1" y="714"/>
                    <a:pt x="166" y="1069"/>
                  </a:cubicBezTo>
                  <a:cubicBezTo>
                    <a:pt x="281" y="1320"/>
                    <a:pt x="508" y="1462"/>
                    <a:pt x="742" y="1462"/>
                  </a:cubicBezTo>
                  <a:cubicBezTo>
                    <a:pt x="845" y="1462"/>
                    <a:pt x="950" y="1435"/>
                    <a:pt x="1048" y="1377"/>
                  </a:cubicBezTo>
                  <a:cubicBezTo>
                    <a:pt x="1367" y="1194"/>
                    <a:pt x="1491" y="750"/>
                    <a:pt x="1320" y="395"/>
                  </a:cubicBezTo>
                  <a:cubicBezTo>
                    <a:pt x="1204" y="143"/>
                    <a:pt x="975" y="0"/>
                    <a:pt x="7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1920931" y="944081"/>
              <a:ext cx="125685" cy="443430"/>
            </a:xfrm>
            <a:custGeom>
              <a:avLst/>
              <a:gdLst/>
              <a:ahLst/>
              <a:cxnLst/>
              <a:rect l="l" t="t" r="r" b="b"/>
              <a:pathLst>
                <a:path w="3041" h="10729" extrusionOk="0">
                  <a:moveTo>
                    <a:pt x="2597" y="1"/>
                  </a:moveTo>
                  <a:cubicBezTo>
                    <a:pt x="2597" y="1"/>
                    <a:pt x="450" y="2124"/>
                    <a:pt x="225" y="5495"/>
                  </a:cubicBezTo>
                  <a:cubicBezTo>
                    <a:pt x="0" y="8866"/>
                    <a:pt x="1035" y="10729"/>
                    <a:pt x="1035" y="10729"/>
                  </a:cubicBezTo>
                  <a:lnTo>
                    <a:pt x="2331" y="9984"/>
                  </a:lnTo>
                  <a:cubicBezTo>
                    <a:pt x="2331" y="9984"/>
                    <a:pt x="1509" y="7825"/>
                    <a:pt x="1710" y="5660"/>
                  </a:cubicBezTo>
                  <a:cubicBezTo>
                    <a:pt x="1911" y="3496"/>
                    <a:pt x="2881" y="3082"/>
                    <a:pt x="2881" y="3082"/>
                  </a:cubicBezTo>
                  <a:cubicBezTo>
                    <a:pt x="3040" y="2047"/>
                    <a:pt x="2946" y="988"/>
                    <a:pt x="25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1963459" y="1341748"/>
              <a:ext cx="87785" cy="71212"/>
            </a:xfrm>
            <a:custGeom>
              <a:avLst/>
              <a:gdLst/>
              <a:ahLst/>
              <a:cxnLst/>
              <a:rect l="l" t="t" r="r" b="b"/>
              <a:pathLst>
                <a:path w="2124" h="1723" extrusionOk="0">
                  <a:moveTo>
                    <a:pt x="1923" y="1"/>
                  </a:moveTo>
                  <a:lnTo>
                    <a:pt x="994" y="539"/>
                  </a:lnTo>
                  <a:lnTo>
                    <a:pt x="0" y="1107"/>
                  </a:lnTo>
                  <a:cubicBezTo>
                    <a:pt x="0" y="1107"/>
                    <a:pt x="148" y="1722"/>
                    <a:pt x="740" y="1722"/>
                  </a:cubicBezTo>
                  <a:cubicBezTo>
                    <a:pt x="745" y="1722"/>
                    <a:pt x="750" y="1722"/>
                    <a:pt x="756" y="1722"/>
                  </a:cubicBezTo>
                  <a:cubicBezTo>
                    <a:pt x="1246" y="1722"/>
                    <a:pt x="1694" y="1451"/>
                    <a:pt x="1923" y="1024"/>
                  </a:cubicBezTo>
                  <a:cubicBezTo>
                    <a:pt x="2124" y="598"/>
                    <a:pt x="1923" y="1"/>
                    <a:pt x="1923" y="1"/>
                  </a:cubicBezTo>
                  <a:close/>
                </a:path>
              </a:pathLst>
            </a:custGeom>
            <a:solidFill>
              <a:srgbClr val="FDB4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2376044" y="1030913"/>
              <a:ext cx="89149" cy="104110"/>
            </a:xfrm>
            <a:custGeom>
              <a:avLst/>
              <a:gdLst/>
              <a:ahLst/>
              <a:cxnLst/>
              <a:rect l="l" t="t" r="r" b="b"/>
              <a:pathLst>
                <a:path w="2157" h="2519" extrusionOk="0">
                  <a:moveTo>
                    <a:pt x="966" y="1"/>
                  </a:moveTo>
                  <a:cubicBezTo>
                    <a:pt x="697" y="1"/>
                    <a:pt x="417" y="168"/>
                    <a:pt x="278" y="543"/>
                  </a:cubicBezTo>
                  <a:cubicBezTo>
                    <a:pt x="1" y="1300"/>
                    <a:pt x="586" y="2519"/>
                    <a:pt x="586" y="2519"/>
                  </a:cubicBezTo>
                  <a:lnTo>
                    <a:pt x="1727" y="1856"/>
                  </a:lnTo>
                  <a:cubicBezTo>
                    <a:pt x="1727" y="1856"/>
                    <a:pt x="2136" y="1525"/>
                    <a:pt x="2153" y="1141"/>
                  </a:cubicBezTo>
                  <a:cubicBezTo>
                    <a:pt x="2157" y="1043"/>
                    <a:pt x="2130" y="1007"/>
                    <a:pt x="2087" y="1007"/>
                  </a:cubicBezTo>
                  <a:cubicBezTo>
                    <a:pt x="1992" y="1007"/>
                    <a:pt x="1821" y="1185"/>
                    <a:pt x="1739" y="1271"/>
                  </a:cubicBezTo>
                  <a:cubicBezTo>
                    <a:pt x="1722" y="999"/>
                    <a:pt x="1674" y="721"/>
                    <a:pt x="1591" y="460"/>
                  </a:cubicBezTo>
                  <a:cubicBezTo>
                    <a:pt x="1494" y="168"/>
                    <a:pt x="1235" y="1"/>
                    <a:pt x="966" y="1"/>
                  </a:cubicBezTo>
                  <a:close/>
                </a:path>
              </a:pathLst>
            </a:custGeom>
            <a:solidFill>
              <a:srgbClr val="FDB4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3366447" y="4380463"/>
              <a:ext cx="800562" cy="109566"/>
            </a:xfrm>
            <a:custGeom>
              <a:avLst/>
              <a:gdLst/>
              <a:ahLst/>
              <a:cxnLst/>
              <a:rect l="l" t="t" r="r" b="b"/>
              <a:pathLst>
                <a:path w="19370" h="2651" extrusionOk="0">
                  <a:moveTo>
                    <a:pt x="9682" y="1"/>
                  </a:moveTo>
                  <a:cubicBezTo>
                    <a:pt x="4336" y="1"/>
                    <a:pt x="1" y="592"/>
                    <a:pt x="1" y="1325"/>
                  </a:cubicBezTo>
                  <a:cubicBezTo>
                    <a:pt x="1" y="2059"/>
                    <a:pt x="4336" y="2650"/>
                    <a:pt x="9682" y="2650"/>
                  </a:cubicBezTo>
                  <a:cubicBezTo>
                    <a:pt x="15028" y="2650"/>
                    <a:pt x="19369" y="2059"/>
                    <a:pt x="19369" y="1325"/>
                  </a:cubicBezTo>
                  <a:cubicBezTo>
                    <a:pt x="19369" y="598"/>
                    <a:pt x="15028" y="1"/>
                    <a:pt x="968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3346898" y="2902166"/>
              <a:ext cx="341510" cy="209543"/>
            </a:xfrm>
            <a:custGeom>
              <a:avLst/>
              <a:gdLst/>
              <a:ahLst/>
              <a:cxnLst/>
              <a:rect l="l" t="t" r="r" b="b"/>
              <a:pathLst>
                <a:path w="8263" h="5070" extrusionOk="0">
                  <a:moveTo>
                    <a:pt x="7789" y="1"/>
                  </a:moveTo>
                  <a:cubicBezTo>
                    <a:pt x="7789" y="1"/>
                    <a:pt x="5779" y="2201"/>
                    <a:pt x="4850" y="2934"/>
                  </a:cubicBezTo>
                  <a:cubicBezTo>
                    <a:pt x="4850" y="2934"/>
                    <a:pt x="4022" y="2721"/>
                    <a:pt x="2266" y="2148"/>
                  </a:cubicBezTo>
                  <a:cubicBezTo>
                    <a:pt x="651" y="1615"/>
                    <a:pt x="1" y="1302"/>
                    <a:pt x="0" y="1302"/>
                  </a:cubicBezTo>
                  <a:lnTo>
                    <a:pt x="0" y="1302"/>
                  </a:lnTo>
                  <a:cubicBezTo>
                    <a:pt x="243" y="1887"/>
                    <a:pt x="420" y="2497"/>
                    <a:pt x="527" y="3118"/>
                  </a:cubicBezTo>
                  <a:cubicBezTo>
                    <a:pt x="527" y="3118"/>
                    <a:pt x="3797" y="5022"/>
                    <a:pt x="5116" y="5069"/>
                  </a:cubicBezTo>
                  <a:cubicBezTo>
                    <a:pt x="5116" y="5069"/>
                    <a:pt x="6914" y="3857"/>
                    <a:pt x="8262" y="2266"/>
                  </a:cubicBezTo>
                  <a:lnTo>
                    <a:pt x="778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3589374" y="3424771"/>
              <a:ext cx="194582" cy="955508"/>
            </a:xfrm>
            <a:custGeom>
              <a:avLst/>
              <a:gdLst/>
              <a:ahLst/>
              <a:cxnLst/>
              <a:rect l="l" t="t" r="r" b="b"/>
              <a:pathLst>
                <a:path w="4708" h="23119" extrusionOk="0">
                  <a:moveTo>
                    <a:pt x="4708" y="0"/>
                  </a:moveTo>
                  <a:lnTo>
                    <a:pt x="988" y="391"/>
                  </a:lnTo>
                  <a:lnTo>
                    <a:pt x="0" y="11267"/>
                  </a:lnTo>
                  <a:lnTo>
                    <a:pt x="876" y="23119"/>
                  </a:lnTo>
                  <a:lnTo>
                    <a:pt x="2254" y="23119"/>
                  </a:lnTo>
                  <a:cubicBezTo>
                    <a:pt x="2579" y="18926"/>
                    <a:pt x="3105" y="15259"/>
                    <a:pt x="2478" y="12396"/>
                  </a:cubicBezTo>
                  <a:lnTo>
                    <a:pt x="47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3519198" y="4372900"/>
              <a:ext cx="168709" cy="69186"/>
            </a:xfrm>
            <a:custGeom>
              <a:avLst/>
              <a:gdLst/>
              <a:ahLst/>
              <a:cxnLst/>
              <a:rect l="l" t="t" r="r" b="b"/>
              <a:pathLst>
                <a:path w="4082" h="1674" extrusionOk="0">
                  <a:moveTo>
                    <a:pt x="2562" y="0"/>
                  </a:moveTo>
                  <a:cubicBezTo>
                    <a:pt x="1811" y="586"/>
                    <a:pt x="1024" y="219"/>
                    <a:pt x="515" y="598"/>
                  </a:cubicBezTo>
                  <a:cubicBezTo>
                    <a:pt x="1" y="970"/>
                    <a:pt x="19" y="1674"/>
                    <a:pt x="19" y="1674"/>
                  </a:cubicBezTo>
                  <a:lnTo>
                    <a:pt x="4052" y="1674"/>
                  </a:lnTo>
                  <a:cubicBezTo>
                    <a:pt x="4052" y="1674"/>
                    <a:pt x="4076" y="751"/>
                    <a:pt x="4076" y="479"/>
                  </a:cubicBezTo>
                  <a:cubicBezTo>
                    <a:pt x="4082" y="343"/>
                    <a:pt x="4052" y="207"/>
                    <a:pt x="3993" y="83"/>
                  </a:cubicBezTo>
                  <a:cubicBezTo>
                    <a:pt x="3713" y="110"/>
                    <a:pt x="3487" y="120"/>
                    <a:pt x="3304" y="120"/>
                  </a:cubicBezTo>
                  <a:cubicBezTo>
                    <a:pt x="2682" y="120"/>
                    <a:pt x="2562" y="0"/>
                    <a:pt x="25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3747746" y="3417663"/>
              <a:ext cx="246451" cy="962989"/>
            </a:xfrm>
            <a:custGeom>
              <a:avLst/>
              <a:gdLst/>
              <a:ahLst/>
              <a:cxnLst/>
              <a:rect l="l" t="t" r="r" b="b"/>
              <a:pathLst>
                <a:path w="5963" h="23300" extrusionOk="0">
                  <a:moveTo>
                    <a:pt x="3638" y="1"/>
                  </a:moveTo>
                  <a:lnTo>
                    <a:pt x="1" y="971"/>
                  </a:lnTo>
                  <a:lnTo>
                    <a:pt x="1089" y="12154"/>
                  </a:lnTo>
                  <a:lnTo>
                    <a:pt x="4572" y="23107"/>
                  </a:lnTo>
                  <a:cubicBezTo>
                    <a:pt x="4791" y="23248"/>
                    <a:pt x="5027" y="23299"/>
                    <a:pt x="5275" y="23299"/>
                  </a:cubicBezTo>
                  <a:cubicBezTo>
                    <a:pt x="5496" y="23299"/>
                    <a:pt x="5727" y="23258"/>
                    <a:pt x="5962" y="23202"/>
                  </a:cubicBezTo>
                  <a:cubicBezTo>
                    <a:pt x="5696" y="19985"/>
                    <a:pt x="4448" y="13521"/>
                    <a:pt x="3650" y="12125"/>
                  </a:cubicBezTo>
                  <a:lnTo>
                    <a:pt x="36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3830858" y="4372900"/>
              <a:ext cx="167469" cy="69186"/>
            </a:xfrm>
            <a:custGeom>
              <a:avLst/>
              <a:gdLst/>
              <a:ahLst/>
              <a:cxnLst/>
              <a:rect l="l" t="t" r="r" b="b"/>
              <a:pathLst>
                <a:path w="4052" h="1674" extrusionOk="0">
                  <a:moveTo>
                    <a:pt x="2561" y="0"/>
                  </a:moveTo>
                  <a:cubicBezTo>
                    <a:pt x="1810" y="592"/>
                    <a:pt x="1024" y="225"/>
                    <a:pt x="515" y="598"/>
                  </a:cubicBezTo>
                  <a:cubicBezTo>
                    <a:pt x="0" y="970"/>
                    <a:pt x="18" y="1674"/>
                    <a:pt x="18" y="1674"/>
                  </a:cubicBezTo>
                  <a:lnTo>
                    <a:pt x="4046" y="1674"/>
                  </a:lnTo>
                  <a:lnTo>
                    <a:pt x="4046" y="491"/>
                  </a:lnTo>
                  <a:cubicBezTo>
                    <a:pt x="4052" y="349"/>
                    <a:pt x="4022" y="213"/>
                    <a:pt x="3951" y="89"/>
                  </a:cubicBezTo>
                  <a:cubicBezTo>
                    <a:pt x="3678" y="115"/>
                    <a:pt x="3457" y="125"/>
                    <a:pt x="3280" y="125"/>
                  </a:cubicBezTo>
                  <a:cubicBezTo>
                    <a:pt x="2658" y="125"/>
                    <a:pt x="2561" y="0"/>
                    <a:pt x="25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3581315" y="2878484"/>
              <a:ext cx="363249" cy="909053"/>
            </a:xfrm>
            <a:custGeom>
              <a:avLst/>
              <a:gdLst/>
              <a:ahLst/>
              <a:cxnLst/>
              <a:rect l="l" t="t" r="r" b="b"/>
              <a:pathLst>
                <a:path w="8789" h="21995" extrusionOk="0">
                  <a:moveTo>
                    <a:pt x="5950" y="0"/>
                  </a:moveTo>
                  <a:lnTo>
                    <a:pt x="4755" y="178"/>
                  </a:lnTo>
                  <a:lnTo>
                    <a:pt x="4589" y="201"/>
                  </a:lnTo>
                  <a:lnTo>
                    <a:pt x="3968" y="296"/>
                  </a:lnTo>
                  <a:lnTo>
                    <a:pt x="3649" y="343"/>
                  </a:lnTo>
                  <a:lnTo>
                    <a:pt x="3531" y="361"/>
                  </a:lnTo>
                  <a:lnTo>
                    <a:pt x="2117" y="574"/>
                  </a:lnTo>
                  <a:lnTo>
                    <a:pt x="0" y="21338"/>
                  </a:lnTo>
                  <a:cubicBezTo>
                    <a:pt x="812" y="21770"/>
                    <a:pt x="2257" y="21995"/>
                    <a:pt x="3785" y="21995"/>
                  </a:cubicBezTo>
                  <a:cubicBezTo>
                    <a:pt x="3805" y="21995"/>
                    <a:pt x="3824" y="21995"/>
                    <a:pt x="3844" y="21995"/>
                  </a:cubicBezTo>
                  <a:lnTo>
                    <a:pt x="3998" y="21995"/>
                  </a:lnTo>
                  <a:cubicBezTo>
                    <a:pt x="5820" y="21971"/>
                    <a:pt x="7724" y="21628"/>
                    <a:pt x="8788" y="20936"/>
                  </a:cubicBezTo>
                  <a:lnTo>
                    <a:pt x="7280" y="10167"/>
                  </a:lnTo>
                  <a:lnTo>
                    <a:pt x="8676" y="1041"/>
                  </a:lnTo>
                  <a:lnTo>
                    <a:pt x="6801" y="325"/>
                  </a:lnTo>
                  <a:lnTo>
                    <a:pt x="6701" y="284"/>
                  </a:lnTo>
                  <a:lnTo>
                    <a:pt x="6281" y="124"/>
                  </a:lnTo>
                  <a:lnTo>
                    <a:pt x="59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3713030" y="2885800"/>
              <a:ext cx="64847" cy="901738"/>
            </a:xfrm>
            <a:custGeom>
              <a:avLst/>
              <a:gdLst/>
              <a:ahLst/>
              <a:cxnLst/>
              <a:rect l="l" t="t" r="r" b="b"/>
              <a:pathLst>
                <a:path w="1569" h="21818" extrusionOk="0">
                  <a:moveTo>
                    <a:pt x="1568" y="1"/>
                  </a:moveTo>
                  <a:lnTo>
                    <a:pt x="1402" y="24"/>
                  </a:lnTo>
                  <a:cubicBezTo>
                    <a:pt x="1190" y="1355"/>
                    <a:pt x="870" y="3579"/>
                    <a:pt x="622" y="6317"/>
                  </a:cubicBezTo>
                  <a:cubicBezTo>
                    <a:pt x="267" y="10262"/>
                    <a:pt x="1" y="16075"/>
                    <a:pt x="657" y="21818"/>
                  </a:cubicBezTo>
                  <a:lnTo>
                    <a:pt x="811" y="21818"/>
                  </a:lnTo>
                  <a:cubicBezTo>
                    <a:pt x="155" y="16087"/>
                    <a:pt x="427" y="10279"/>
                    <a:pt x="781" y="6335"/>
                  </a:cubicBezTo>
                  <a:cubicBezTo>
                    <a:pt x="1030" y="3561"/>
                    <a:pt x="1355" y="1319"/>
                    <a:pt x="15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3205140" y="2731271"/>
              <a:ext cx="631398" cy="866607"/>
            </a:xfrm>
            <a:custGeom>
              <a:avLst/>
              <a:gdLst/>
              <a:ahLst/>
              <a:cxnLst/>
              <a:rect l="l" t="t" r="r" b="b"/>
              <a:pathLst>
                <a:path w="15277" h="20968" extrusionOk="0">
                  <a:moveTo>
                    <a:pt x="2747" y="0"/>
                  </a:moveTo>
                  <a:cubicBezTo>
                    <a:pt x="2684" y="0"/>
                    <a:pt x="2620" y="11"/>
                    <a:pt x="2561" y="31"/>
                  </a:cubicBezTo>
                  <a:cubicBezTo>
                    <a:pt x="2496" y="55"/>
                    <a:pt x="2431" y="91"/>
                    <a:pt x="2384" y="132"/>
                  </a:cubicBezTo>
                  <a:lnTo>
                    <a:pt x="331" y="1829"/>
                  </a:lnTo>
                  <a:cubicBezTo>
                    <a:pt x="53" y="2078"/>
                    <a:pt x="0" y="2492"/>
                    <a:pt x="207" y="2799"/>
                  </a:cubicBezTo>
                  <a:lnTo>
                    <a:pt x="12024" y="20684"/>
                  </a:lnTo>
                  <a:cubicBezTo>
                    <a:pt x="12083" y="20772"/>
                    <a:pt x="12154" y="20843"/>
                    <a:pt x="12248" y="20891"/>
                  </a:cubicBezTo>
                  <a:cubicBezTo>
                    <a:pt x="12337" y="20942"/>
                    <a:pt x="12436" y="20967"/>
                    <a:pt x="12535" y="20967"/>
                  </a:cubicBezTo>
                  <a:cubicBezTo>
                    <a:pt x="12562" y="20967"/>
                    <a:pt x="12588" y="20965"/>
                    <a:pt x="12615" y="20962"/>
                  </a:cubicBezTo>
                  <a:cubicBezTo>
                    <a:pt x="12716" y="20944"/>
                    <a:pt x="12816" y="20897"/>
                    <a:pt x="12893" y="20831"/>
                  </a:cubicBezTo>
                  <a:lnTo>
                    <a:pt x="14939" y="19134"/>
                  </a:lnTo>
                  <a:cubicBezTo>
                    <a:pt x="15217" y="18886"/>
                    <a:pt x="15276" y="18478"/>
                    <a:pt x="15069" y="18164"/>
                  </a:cubicBezTo>
                  <a:lnTo>
                    <a:pt x="3253" y="280"/>
                  </a:lnTo>
                  <a:cubicBezTo>
                    <a:pt x="3176" y="167"/>
                    <a:pt x="3064" y="79"/>
                    <a:pt x="2934" y="31"/>
                  </a:cubicBezTo>
                  <a:cubicBezTo>
                    <a:pt x="2875" y="11"/>
                    <a:pt x="2811" y="0"/>
                    <a:pt x="27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3235930" y="2766111"/>
              <a:ext cx="567833" cy="793577"/>
            </a:xfrm>
            <a:custGeom>
              <a:avLst/>
              <a:gdLst/>
              <a:ahLst/>
              <a:cxnLst/>
              <a:rect l="l" t="t" r="r" b="b"/>
              <a:pathLst>
                <a:path w="13739" h="19201" extrusionOk="0">
                  <a:moveTo>
                    <a:pt x="2024" y="0"/>
                  </a:moveTo>
                  <a:cubicBezTo>
                    <a:pt x="1917" y="0"/>
                    <a:pt x="1817" y="37"/>
                    <a:pt x="1733" y="111"/>
                  </a:cubicBezTo>
                  <a:lnTo>
                    <a:pt x="267" y="1323"/>
                  </a:lnTo>
                  <a:cubicBezTo>
                    <a:pt x="48" y="1519"/>
                    <a:pt x="0" y="1850"/>
                    <a:pt x="166" y="2098"/>
                  </a:cubicBezTo>
                  <a:lnTo>
                    <a:pt x="11320" y="18977"/>
                  </a:lnTo>
                  <a:cubicBezTo>
                    <a:pt x="11385" y="19084"/>
                    <a:pt x="11497" y="19161"/>
                    <a:pt x="11622" y="19190"/>
                  </a:cubicBezTo>
                  <a:cubicBezTo>
                    <a:pt x="11653" y="19197"/>
                    <a:pt x="11685" y="19200"/>
                    <a:pt x="11718" y="19200"/>
                  </a:cubicBezTo>
                  <a:cubicBezTo>
                    <a:pt x="11824" y="19200"/>
                    <a:pt x="11930" y="19164"/>
                    <a:pt x="12012" y="19095"/>
                  </a:cubicBezTo>
                  <a:lnTo>
                    <a:pt x="13473" y="17883"/>
                  </a:lnTo>
                  <a:cubicBezTo>
                    <a:pt x="13698" y="17682"/>
                    <a:pt x="13739" y="17351"/>
                    <a:pt x="13579" y="17102"/>
                  </a:cubicBezTo>
                  <a:lnTo>
                    <a:pt x="2425" y="229"/>
                  </a:lnTo>
                  <a:cubicBezTo>
                    <a:pt x="2348" y="105"/>
                    <a:pt x="2224" y="28"/>
                    <a:pt x="2088" y="5"/>
                  </a:cubicBezTo>
                  <a:cubicBezTo>
                    <a:pt x="2066" y="2"/>
                    <a:pt x="2045" y="0"/>
                    <a:pt x="20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3253040" y="2794380"/>
              <a:ext cx="25707" cy="94150"/>
            </a:xfrm>
            <a:custGeom>
              <a:avLst/>
              <a:gdLst/>
              <a:ahLst/>
              <a:cxnLst/>
              <a:rect l="l" t="t" r="r" b="b"/>
              <a:pathLst>
                <a:path w="622" h="2278" extrusionOk="0">
                  <a:moveTo>
                    <a:pt x="621" y="1"/>
                  </a:moveTo>
                  <a:lnTo>
                    <a:pt x="196" y="350"/>
                  </a:lnTo>
                  <a:lnTo>
                    <a:pt x="0" y="1805"/>
                  </a:lnTo>
                  <a:lnTo>
                    <a:pt x="314" y="2278"/>
                  </a:lnTo>
                  <a:lnTo>
                    <a:pt x="6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3286021" y="2766111"/>
              <a:ext cx="35998" cy="172305"/>
            </a:xfrm>
            <a:custGeom>
              <a:avLst/>
              <a:gdLst/>
              <a:ahLst/>
              <a:cxnLst/>
              <a:rect l="l" t="t" r="r" b="b"/>
              <a:pathLst>
                <a:path w="871" h="4169" extrusionOk="0">
                  <a:moveTo>
                    <a:pt x="813" y="1"/>
                  </a:moveTo>
                  <a:cubicBezTo>
                    <a:pt x="707" y="1"/>
                    <a:pt x="600" y="41"/>
                    <a:pt x="515" y="111"/>
                  </a:cubicBezTo>
                  <a:lnTo>
                    <a:pt x="480" y="141"/>
                  </a:lnTo>
                  <a:lnTo>
                    <a:pt x="1" y="3695"/>
                  </a:lnTo>
                  <a:lnTo>
                    <a:pt x="314" y="4168"/>
                  </a:lnTo>
                  <a:lnTo>
                    <a:pt x="870" y="5"/>
                  </a:lnTo>
                  <a:cubicBezTo>
                    <a:pt x="851" y="2"/>
                    <a:pt x="832" y="1"/>
                    <a:pt x="8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3319042" y="2786569"/>
              <a:ext cx="37445" cy="201938"/>
            </a:xfrm>
            <a:custGeom>
              <a:avLst/>
              <a:gdLst/>
              <a:ahLst/>
              <a:cxnLst/>
              <a:rect l="l" t="t" r="r" b="b"/>
              <a:pathLst>
                <a:path w="906" h="4886" extrusionOk="0">
                  <a:moveTo>
                    <a:pt x="592" y="0"/>
                  </a:moveTo>
                  <a:lnTo>
                    <a:pt x="0" y="4406"/>
                  </a:lnTo>
                  <a:lnTo>
                    <a:pt x="314" y="4886"/>
                  </a:lnTo>
                  <a:lnTo>
                    <a:pt x="905" y="474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3352023" y="2836412"/>
              <a:ext cx="37445" cy="201980"/>
            </a:xfrm>
            <a:custGeom>
              <a:avLst/>
              <a:gdLst/>
              <a:ahLst/>
              <a:cxnLst/>
              <a:rect l="l" t="t" r="r" b="b"/>
              <a:pathLst>
                <a:path w="906" h="4887" extrusionOk="0">
                  <a:moveTo>
                    <a:pt x="592" y="1"/>
                  </a:moveTo>
                  <a:lnTo>
                    <a:pt x="1" y="4407"/>
                  </a:lnTo>
                  <a:lnTo>
                    <a:pt x="314" y="4886"/>
                  </a:lnTo>
                  <a:lnTo>
                    <a:pt x="905" y="474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3385044" y="2886296"/>
              <a:ext cx="37404" cy="201938"/>
            </a:xfrm>
            <a:custGeom>
              <a:avLst/>
              <a:gdLst/>
              <a:ahLst/>
              <a:cxnLst/>
              <a:rect l="l" t="t" r="r" b="b"/>
              <a:pathLst>
                <a:path w="905" h="4886" extrusionOk="0">
                  <a:moveTo>
                    <a:pt x="591" y="0"/>
                  </a:moveTo>
                  <a:lnTo>
                    <a:pt x="0" y="4412"/>
                  </a:lnTo>
                  <a:lnTo>
                    <a:pt x="313" y="4886"/>
                  </a:lnTo>
                  <a:lnTo>
                    <a:pt x="905" y="479"/>
                  </a:lnTo>
                  <a:lnTo>
                    <a:pt x="5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3418025" y="2936386"/>
              <a:ext cx="37445" cy="201690"/>
            </a:xfrm>
            <a:custGeom>
              <a:avLst/>
              <a:gdLst/>
              <a:ahLst/>
              <a:cxnLst/>
              <a:rect l="l" t="t" r="r" b="b"/>
              <a:pathLst>
                <a:path w="906" h="4880" extrusionOk="0">
                  <a:moveTo>
                    <a:pt x="592" y="1"/>
                  </a:moveTo>
                  <a:lnTo>
                    <a:pt x="0" y="4407"/>
                  </a:lnTo>
                  <a:lnTo>
                    <a:pt x="314" y="4880"/>
                  </a:lnTo>
                  <a:lnTo>
                    <a:pt x="905" y="474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3451005" y="2986270"/>
              <a:ext cx="37445" cy="201690"/>
            </a:xfrm>
            <a:custGeom>
              <a:avLst/>
              <a:gdLst/>
              <a:ahLst/>
              <a:cxnLst/>
              <a:rect l="l" t="t" r="r" b="b"/>
              <a:pathLst>
                <a:path w="906" h="4880" extrusionOk="0">
                  <a:moveTo>
                    <a:pt x="592" y="0"/>
                  </a:moveTo>
                  <a:lnTo>
                    <a:pt x="1" y="4406"/>
                  </a:lnTo>
                  <a:lnTo>
                    <a:pt x="314" y="4879"/>
                  </a:lnTo>
                  <a:lnTo>
                    <a:pt x="906" y="473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3484027" y="3036113"/>
              <a:ext cx="37445" cy="201938"/>
            </a:xfrm>
            <a:custGeom>
              <a:avLst/>
              <a:gdLst/>
              <a:ahLst/>
              <a:cxnLst/>
              <a:rect l="l" t="t" r="r" b="b"/>
              <a:pathLst>
                <a:path w="906" h="4886" extrusionOk="0">
                  <a:moveTo>
                    <a:pt x="592" y="1"/>
                  </a:moveTo>
                  <a:lnTo>
                    <a:pt x="0" y="4407"/>
                  </a:lnTo>
                  <a:lnTo>
                    <a:pt x="314" y="4886"/>
                  </a:lnTo>
                  <a:lnTo>
                    <a:pt x="905" y="474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3517007" y="3085997"/>
              <a:ext cx="37445" cy="201938"/>
            </a:xfrm>
            <a:custGeom>
              <a:avLst/>
              <a:gdLst/>
              <a:ahLst/>
              <a:cxnLst/>
              <a:rect l="l" t="t" r="r" b="b"/>
              <a:pathLst>
                <a:path w="906" h="4886" extrusionOk="0">
                  <a:moveTo>
                    <a:pt x="592" y="0"/>
                  </a:moveTo>
                  <a:lnTo>
                    <a:pt x="1" y="4412"/>
                  </a:lnTo>
                  <a:lnTo>
                    <a:pt x="314" y="4885"/>
                  </a:lnTo>
                  <a:lnTo>
                    <a:pt x="906" y="473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3550029" y="3135840"/>
              <a:ext cx="37404" cy="201938"/>
            </a:xfrm>
            <a:custGeom>
              <a:avLst/>
              <a:gdLst/>
              <a:ahLst/>
              <a:cxnLst/>
              <a:rect l="l" t="t" r="r" b="b"/>
              <a:pathLst>
                <a:path w="905" h="4886" extrusionOk="0">
                  <a:moveTo>
                    <a:pt x="591" y="1"/>
                  </a:moveTo>
                  <a:lnTo>
                    <a:pt x="0" y="4413"/>
                  </a:lnTo>
                  <a:lnTo>
                    <a:pt x="314" y="4886"/>
                  </a:lnTo>
                  <a:lnTo>
                    <a:pt x="905" y="480"/>
                  </a:lnTo>
                  <a:lnTo>
                    <a:pt x="5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3583009" y="3185972"/>
              <a:ext cx="37445" cy="201690"/>
            </a:xfrm>
            <a:custGeom>
              <a:avLst/>
              <a:gdLst/>
              <a:ahLst/>
              <a:cxnLst/>
              <a:rect l="l" t="t" r="r" b="b"/>
              <a:pathLst>
                <a:path w="906" h="4880" extrusionOk="0">
                  <a:moveTo>
                    <a:pt x="592" y="0"/>
                  </a:moveTo>
                  <a:lnTo>
                    <a:pt x="0" y="4406"/>
                  </a:lnTo>
                  <a:lnTo>
                    <a:pt x="314" y="4879"/>
                  </a:lnTo>
                  <a:lnTo>
                    <a:pt x="905" y="473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3615990" y="3235815"/>
              <a:ext cx="37197" cy="201690"/>
            </a:xfrm>
            <a:custGeom>
              <a:avLst/>
              <a:gdLst/>
              <a:ahLst/>
              <a:cxnLst/>
              <a:rect l="l" t="t" r="r" b="b"/>
              <a:pathLst>
                <a:path w="900" h="4880" extrusionOk="0">
                  <a:moveTo>
                    <a:pt x="592" y="1"/>
                  </a:moveTo>
                  <a:lnTo>
                    <a:pt x="1" y="4407"/>
                  </a:lnTo>
                  <a:lnTo>
                    <a:pt x="314" y="4880"/>
                  </a:lnTo>
                  <a:lnTo>
                    <a:pt x="900" y="474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3649011" y="3285699"/>
              <a:ext cx="37197" cy="201938"/>
            </a:xfrm>
            <a:custGeom>
              <a:avLst/>
              <a:gdLst/>
              <a:ahLst/>
              <a:cxnLst/>
              <a:rect l="l" t="t" r="r" b="b"/>
              <a:pathLst>
                <a:path w="900" h="4886" extrusionOk="0">
                  <a:moveTo>
                    <a:pt x="586" y="0"/>
                  </a:moveTo>
                  <a:lnTo>
                    <a:pt x="0" y="4412"/>
                  </a:lnTo>
                  <a:lnTo>
                    <a:pt x="314" y="4885"/>
                  </a:lnTo>
                  <a:lnTo>
                    <a:pt x="899" y="473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3681992" y="3335542"/>
              <a:ext cx="37197" cy="201938"/>
            </a:xfrm>
            <a:custGeom>
              <a:avLst/>
              <a:gdLst/>
              <a:ahLst/>
              <a:cxnLst/>
              <a:rect l="l" t="t" r="r" b="b"/>
              <a:pathLst>
                <a:path w="900" h="4886" extrusionOk="0">
                  <a:moveTo>
                    <a:pt x="586" y="1"/>
                  </a:moveTo>
                  <a:lnTo>
                    <a:pt x="1" y="4413"/>
                  </a:lnTo>
                  <a:lnTo>
                    <a:pt x="314" y="4886"/>
                  </a:lnTo>
                  <a:lnTo>
                    <a:pt x="900" y="48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3715964" y="3385674"/>
              <a:ext cx="36246" cy="174082"/>
            </a:xfrm>
            <a:custGeom>
              <a:avLst/>
              <a:gdLst/>
              <a:ahLst/>
              <a:cxnLst/>
              <a:rect l="l" t="t" r="r" b="b"/>
              <a:pathLst>
                <a:path w="877" h="4212" extrusionOk="0">
                  <a:moveTo>
                    <a:pt x="563" y="0"/>
                  </a:moveTo>
                  <a:lnTo>
                    <a:pt x="1" y="4199"/>
                  </a:lnTo>
                  <a:cubicBezTo>
                    <a:pt x="34" y="4208"/>
                    <a:pt x="67" y="4212"/>
                    <a:pt x="101" y="4212"/>
                  </a:cubicBezTo>
                  <a:cubicBezTo>
                    <a:pt x="206" y="4212"/>
                    <a:pt x="310" y="4172"/>
                    <a:pt x="391" y="4104"/>
                  </a:cubicBezTo>
                  <a:lnTo>
                    <a:pt x="876" y="473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3759235" y="3435517"/>
              <a:ext cx="25955" cy="97332"/>
            </a:xfrm>
            <a:custGeom>
              <a:avLst/>
              <a:gdLst/>
              <a:ahLst/>
              <a:cxnLst/>
              <a:rect l="l" t="t" r="r" b="b"/>
              <a:pathLst>
                <a:path w="628" h="2355" extrusionOk="0">
                  <a:moveTo>
                    <a:pt x="314" y="1"/>
                  </a:moveTo>
                  <a:lnTo>
                    <a:pt x="1" y="2354"/>
                  </a:lnTo>
                  <a:lnTo>
                    <a:pt x="1" y="2354"/>
                  </a:lnTo>
                  <a:lnTo>
                    <a:pt x="426" y="2005"/>
                  </a:lnTo>
                  <a:lnTo>
                    <a:pt x="627" y="474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2923815" y="2270576"/>
              <a:ext cx="358124" cy="515798"/>
            </a:xfrm>
            <a:custGeom>
              <a:avLst/>
              <a:gdLst/>
              <a:ahLst/>
              <a:cxnLst/>
              <a:rect l="l" t="t" r="r" b="b"/>
              <a:pathLst>
                <a:path w="8665" h="12480" extrusionOk="0">
                  <a:moveTo>
                    <a:pt x="923" y="1"/>
                  </a:moveTo>
                  <a:lnTo>
                    <a:pt x="0" y="764"/>
                  </a:lnTo>
                  <a:lnTo>
                    <a:pt x="7742" y="12480"/>
                  </a:lnTo>
                  <a:lnTo>
                    <a:pt x="8664" y="11717"/>
                  </a:lnTo>
                  <a:lnTo>
                    <a:pt x="923" y="1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2923815" y="2286240"/>
              <a:ext cx="339030" cy="500134"/>
            </a:xfrm>
            <a:custGeom>
              <a:avLst/>
              <a:gdLst/>
              <a:ahLst/>
              <a:cxnLst/>
              <a:rect l="l" t="t" r="r" b="b"/>
              <a:pathLst>
                <a:path w="8203" h="12101" extrusionOk="0">
                  <a:moveTo>
                    <a:pt x="461" y="0"/>
                  </a:moveTo>
                  <a:lnTo>
                    <a:pt x="0" y="385"/>
                  </a:lnTo>
                  <a:lnTo>
                    <a:pt x="7742" y="12101"/>
                  </a:lnTo>
                  <a:lnTo>
                    <a:pt x="8203" y="11722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2766890" y="2019544"/>
              <a:ext cx="322209" cy="360604"/>
            </a:xfrm>
            <a:custGeom>
              <a:avLst/>
              <a:gdLst/>
              <a:ahLst/>
              <a:cxnLst/>
              <a:rect l="l" t="t" r="r" b="b"/>
              <a:pathLst>
                <a:path w="7796" h="8725" extrusionOk="0">
                  <a:moveTo>
                    <a:pt x="3898" y="1"/>
                  </a:moveTo>
                  <a:cubicBezTo>
                    <a:pt x="1745" y="1"/>
                    <a:pt x="0" y="1953"/>
                    <a:pt x="0" y="4366"/>
                  </a:cubicBezTo>
                  <a:cubicBezTo>
                    <a:pt x="0" y="6773"/>
                    <a:pt x="1745" y="8724"/>
                    <a:pt x="3898" y="8724"/>
                  </a:cubicBezTo>
                  <a:cubicBezTo>
                    <a:pt x="6050" y="8724"/>
                    <a:pt x="7795" y="6773"/>
                    <a:pt x="7795" y="4366"/>
                  </a:cubicBezTo>
                  <a:cubicBezTo>
                    <a:pt x="7795" y="1953"/>
                    <a:pt x="6050" y="1"/>
                    <a:pt x="3898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2795242" y="2068560"/>
              <a:ext cx="265463" cy="262693"/>
            </a:xfrm>
            <a:custGeom>
              <a:avLst/>
              <a:gdLst/>
              <a:ahLst/>
              <a:cxnLst/>
              <a:rect l="l" t="t" r="r" b="b"/>
              <a:pathLst>
                <a:path w="6423" h="6356" extrusionOk="0">
                  <a:moveTo>
                    <a:pt x="3206" y="0"/>
                  </a:moveTo>
                  <a:cubicBezTo>
                    <a:pt x="2619" y="0"/>
                    <a:pt x="2028" y="203"/>
                    <a:pt x="1520" y="625"/>
                  </a:cubicBezTo>
                  <a:cubicBezTo>
                    <a:pt x="266" y="1665"/>
                    <a:pt x="0" y="3659"/>
                    <a:pt x="929" y="5066"/>
                  </a:cubicBezTo>
                  <a:cubicBezTo>
                    <a:pt x="1483" y="5910"/>
                    <a:pt x="2344" y="6356"/>
                    <a:pt x="3216" y="6356"/>
                  </a:cubicBezTo>
                  <a:cubicBezTo>
                    <a:pt x="3803" y="6356"/>
                    <a:pt x="4396" y="6154"/>
                    <a:pt x="4903" y="5734"/>
                  </a:cubicBezTo>
                  <a:cubicBezTo>
                    <a:pt x="6163" y="4688"/>
                    <a:pt x="6423" y="2695"/>
                    <a:pt x="5494" y="1287"/>
                  </a:cubicBezTo>
                  <a:cubicBezTo>
                    <a:pt x="4936" y="446"/>
                    <a:pt x="4077" y="0"/>
                    <a:pt x="32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3663187" y="2602985"/>
              <a:ext cx="50381" cy="102002"/>
            </a:xfrm>
            <a:custGeom>
              <a:avLst/>
              <a:gdLst/>
              <a:ahLst/>
              <a:cxnLst/>
              <a:rect l="l" t="t" r="r" b="b"/>
              <a:pathLst>
                <a:path w="1219" h="2468" extrusionOk="0">
                  <a:moveTo>
                    <a:pt x="533" y="1"/>
                  </a:moveTo>
                  <a:cubicBezTo>
                    <a:pt x="532" y="1"/>
                    <a:pt x="0" y="297"/>
                    <a:pt x="65" y="1302"/>
                  </a:cubicBezTo>
                  <a:cubicBezTo>
                    <a:pt x="130" y="2313"/>
                    <a:pt x="456" y="2467"/>
                    <a:pt x="456" y="2467"/>
                  </a:cubicBezTo>
                  <a:cubicBezTo>
                    <a:pt x="456" y="2467"/>
                    <a:pt x="1219" y="362"/>
                    <a:pt x="533" y="1"/>
                  </a:cubicBezTo>
                  <a:close/>
                </a:path>
              </a:pathLst>
            </a:custGeom>
            <a:solidFill>
              <a:srgbClr val="1D3B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3751672" y="2800827"/>
              <a:ext cx="84355" cy="101011"/>
            </a:xfrm>
            <a:custGeom>
              <a:avLst/>
              <a:gdLst/>
              <a:ahLst/>
              <a:cxnLst/>
              <a:rect l="l" t="t" r="r" b="b"/>
              <a:pathLst>
                <a:path w="2041" h="2444" extrusionOk="0">
                  <a:moveTo>
                    <a:pt x="1330" y="1"/>
                  </a:moveTo>
                  <a:cubicBezTo>
                    <a:pt x="1046" y="1"/>
                    <a:pt x="739" y="41"/>
                    <a:pt x="509" y="81"/>
                  </a:cubicBezTo>
                  <a:cubicBezTo>
                    <a:pt x="284" y="117"/>
                    <a:pt x="124" y="152"/>
                    <a:pt x="124" y="152"/>
                  </a:cubicBezTo>
                  <a:lnTo>
                    <a:pt x="42" y="1430"/>
                  </a:lnTo>
                  <a:lnTo>
                    <a:pt x="0" y="2199"/>
                  </a:lnTo>
                  <a:cubicBezTo>
                    <a:pt x="167" y="2379"/>
                    <a:pt x="380" y="2443"/>
                    <a:pt x="598" y="2443"/>
                  </a:cubicBezTo>
                  <a:cubicBezTo>
                    <a:pt x="1137" y="2443"/>
                    <a:pt x="1709" y="2051"/>
                    <a:pt x="1709" y="2051"/>
                  </a:cubicBezTo>
                  <a:lnTo>
                    <a:pt x="2041" y="182"/>
                  </a:lnTo>
                  <a:cubicBezTo>
                    <a:pt x="1904" y="45"/>
                    <a:pt x="1629" y="1"/>
                    <a:pt x="1330" y="1"/>
                  </a:cubicBezTo>
                  <a:close/>
                </a:path>
              </a:pathLst>
            </a:custGeom>
            <a:solidFill>
              <a:srgbClr val="FDB4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3753862" y="2803679"/>
              <a:ext cx="63607" cy="55052"/>
            </a:xfrm>
            <a:custGeom>
              <a:avLst/>
              <a:gdLst/>
              <a:ahLst/>
              <a:cxnLst/>
              <a:rect l="l" t="t" r="r" b="b"/>
              <a:pathLst>
                <a:path w="1539" h="1332" extrusionOk="0">
                  <a:moveTo>
                    <a:pt x="456" y="0"/>
                  </a:moveTo>
                  <a:cubicBezTo>
                    <a:pt x="237" y="36"/>
                    <a:pt x="77" y="71"/>
                    <a:pt x="77" y="71"/>
                  </a:cubicBezTo>
                  <a:lnTo>
                    <a:pt x="0" y="1331"/>
                  </a:lnTo>
                  <a:cubicBezTo>
                    <a:pt x="775" y="1242"/>
                    <a:pt x="1538" y="166"/>
                    <a:pt x="1538" y="166"/>
                  </a:cubicBezTo>
                  <a:lnTo>
                    <a:pt x="456" y="0"/>
                  </a:lnTo>
                  <a:close/>
                </a:path>
              </a:pathLst>
            </a:custGeom>
            <a:solidFill>
              <a:srgbClr val="EF88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3640208" y="2528386"/>
              <a:ext cx="256453" cy="288855"/>
            </a:xfrm>
            <a:custGeom>
              <a:avLst/>
              <a:gdLst/>
              <a:ahLst/>
              <a:cxnLst/>
              <a:rect l="l" t="t" r="r" b="b"/>
              <a:pathLst>
                <a:path w="6205" h="6989" extrusionOk="0">
                  <a:moveTo>
                    <a:pt x="1212" y="1"/>
                  </a:moveTo>
                  <a:cubicBezTo>
                    <a:pt x="891" y="1"/>
                    <a:pt x="637" y="125"/>
                    <a:pt x="479" y="475"/>
                  </a:cubicBezTo>
                  <a:cubicBezTo>
                    <a:pt x="0" y="1528"/>
                    <a:pt x="1130" y="2320"/>
                    <a:pt x="1130" y="2320"/>
                  </a:cubicBezTo>
                  <a:cubicBezTo>
                    <a:pt x="1177" y="2314"/>
                    <a:pt x="1225" y="2311"/>
                    <a:pt x="1272" y="2311"/>
                  </a:cubicBezTo>
                  <a:cubicBezTo>
                    <a:pt x="2605" y="2311"/>
                    <a:pt x="3874" y="4809"/>
                    <a:pt x="4046" y="5609"/>
                  </a:cubicBezTo>
                  <a:cubicBezTo>
                    <a:pt x="4181" y="6263"/>
                    <a:pt x="4365" y="6988"/>
                    <a:pt x="4725" y="6988"/>
                  </a:cubicBezTo>
                  <a:cubicBezTo>
                    <a:pt x="4821" y="6988"/>
                    <a:pt x="4928" y="6938"/>
                    <a:pt x="5051" y="6821"/>
                  </a:cubicBezTo>
                  <a:cubicBezTo>
                    <a:pt x="5637" y="6259"/>
                    <a:pt x="5814" y="4568"/>
                    <a:pt x="6009" y="3314"/>
                  </a:cubicBezTo>
                  <a:cubicBezTo>
                    <a:pt x="6204" y="2060"/>
                    <a:pt x="5743" y="1108"/>
                    <a:pt x="3679" y="688"/>
                  </a:cubicBezTo>
                  <a:cubicBezTo>
                    <a:pt x="2763" y="503"/>
                    <a:pt x="1855" y="1"/>
                    <a:pt x="1212" y="1"/>
                  </a:cubicBezTo>
                  <a:close/>
                </a:path>
              </a:pathLst>
            </a:custGeom>
            <a:solidFill>
              <a:srgbClr val="1D3B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3674181" y="2590297"/>
              <a:ext cx="198756" cy="247567"/>
            </a:xfrm>
            <a:custGeom>
              <a:avLst/>
              <a:gdLst/>
              <a:ahLst/>
              <a:cxnLst/>
              <a:rect l="l" t="t" r="r" b="b"/>
              <a:pathLst>
                <a:path w="4809" h="5990" extrusionOk="0">
                  <a:moveTo>
                    <a:pt x="2294" y="1"/>
                  </a:moveTo>
                  <a:cubicBezTo>
                    <a:pt x="1419" y="1"/>
                    <a:pt x="608" y="287"/>
                    <a:pt x="338" y="763"/>
                  </a:cubicBezTo>
                  <a:cubicBezTo>
                    <a:pt x="207" y="1000"/>
                    <a:pt x="125" y="1402"/>
                    <a:pt x="77" y="1887"/>
                  </a:cubicBezTo>
                  <a:cubicBezTo>
                    <a:pt x="71" y="1928"/>
                    <a:pt x="71" y="1970"/>
                    <a:pt x="66" y="2017"/>
                  </a:cubicBezTo>
                  <a:cubicBezTo>
                    <a:pt x="0" y="2804"/>
                    <a:pt x="12" y="3768"/>
                    <a:pt x="42" y="4560"/>
                  </a:cubicBezTo>
                  <a:cubicBezTo>
                    <a:pt x="76" y="5364"/>
                    <a:pt x="668" y="5989"/>
                    <a:pt x="1372" y="5989"/>
                  </a:cubicBezTo>
                  <a:cubicBezTo>
                    <a:pt x="1404" y="5989"/>
                    <a:pt x="1435" y="5988"/>
                    <a:pt x="1467" y="5986"/>
                  </a:cubicBezTo>
                  <a:cubicBezTo>
                    <a:pt x="2372" y="5909"/>
                    <a:pt x="3490" y="5761"/>
                    <a:pt x="4028" y="5465"/>
                  </a:cubicBezTo>
                  <a:cubicBezTo>
                    <a:pt x="4188" y="5376"/>
                    <a:pt x="4294" y="5276"/>
                    <a:pt x="4330" y="5158"/>
                  </a:cubicBezTo>
                  <a:cubicBezTo>
                    <a:pt x="4418" y="4803"/>
                    <a:pt x="4489" y="4442"/>
                    <a:pt x="4531" y="4081"/>
                  </a:cubicBezTo>
                  <a:cubicBezTo>
                    <a:pt x="4714" y="2816"/>
                    <a:pt x="4809" y="1219"/>
                    <a:pt x="4809" y="1219"/>
                  </a:cubicBezTo>
                  <a:cubicBezTo>
                    <a:pt x="4339" y="362"/>
                    <a:pt x="3276" y="1"/>
                    <a:pt x="2294" y="1"/>
                  </a:cubicBezTo>
                  <a:close/>
                </a:path>
              </a:pathLst>
            </a:custGeom>
            <a:solidFill>
              <a:srgbClr val="FDB4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3657938" y="2571038"/>
              <a:ext cx="233101" cy="146143"/>
            </a:xfrm>
            <a:custGeom>
              <a:avLst/>
              <a:gdLst/>
              <a:ahLst/>
              <a:cxnLst/>
              <a:rect l="l" t="t" r="r" b="b"/>
              <a:pathLst>
                <a:path w="5640" h="3536" extrusionOk="0">
                  <a:moveTo>
                    <a:pt x="2952" y="0"/>
                  </a:moveTo>
                  <a:cubicBezTo>
                    <a:pt x="1549" y="0"/>
                    <a:pt x="1" y="886"/>
                    <a:pt x="701" y="1294"/>
                  </a:cubicBezTo>
                  <a:cubicBezTo>
                    <a:pt x="1083" y="1520"/>
                    <a:pt x="1546" y="1587"/>
                    <a:pt x="1964" y="1587"/>
                  </a:cubicBezTo>
                  <a:cubicBezTo>
                    <a:pt x="2590" y="1587"/>
                    <a:pt x="3114" y="1436"/>
                    <a:pt x="3114" y="1436"/>
                  </a:cubicBezTo>
                  <a:cubicBezTo>
                    <a:pt x="3155" y="1904"/>
                    <a:pt x="3741" y="1980"/>
                    <a:pt x="3847" y="2383"/>
                  </a:cubicBezTo>
                  <a:cubicBezTo>
                    <a:pt x="3954" y="2785"/>
                    <a:pt x="3859" y="3489"/>
                    <a:pt x="3859" y="3489"/>
                  </a:cubicBezTo>
                  <a:lnTo>
                    <a:pt x="4167" y="3536"/>
                  </a:lnTo>
                  <a:cubicBezTo>
                    <a:pt x="4356" y="3309"/>
                    <a:pt x="4539" y="3241"/>
                    <a:pt x="4690" y="3241"/>
                  </a:cubicBezTo>
                  <a:cubicBezTo>
                    <a:pt x="4912" y="3241"/>
                    <a:pt x="5066" y="3388"/>
                    <a:pt x="5066" y="3388"/>
                  </a:cubicBezTo>
                  <a:cubicBezTo>
                    <a:pt x="5426" y="2211"/>
                    <a:pt x="5639" y="1519"/>
                    <a:pt x="4297" y="407"/>
                  </a:cubicBezTo>
                  <a:cubicBezTo>
                    <a:pt x="3942" y="115"/>
                    <a:pt x="3456" y="0"/>
                    <a:pt x="2952" y="0"/>
                  </a:cubicBezTo>
                  <a:close/>
                </a:path>
              </a:pathLst>
            </a:custGeom>
            <a:solidFill>
              <a:srgbClr val="1D3B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3823295" y="2758961"/>
              <a:ext cx="38148" cy="57242"/>
            </a:xfrm>
            <a:custGeom>
              <a:avLst/>
              <a:gdLst/>
              <a:ahLst/>
              <a:cxnLst/>
              <a:rect l="l" t="t" r="r" b="b"/>
              <a:pathLst>
                <a:path w="923" h="1385" extrusionOk="0">
                  <a:moveTo>
                    <a:pt x="923" y="0"/>
                  </a:moveTo>
                  <a:lnTo>
                    <a:pt x="83" y="485"/>
                  </a:lnTo>
                  <a:cubicBezTo>
                    <a:pt x="83" y="485"/>
                    <a:pt x="0" y="1106"/>
                    <a:pt x="420" y="1384"/>
                  </a:cubicBezTo>
                  <a:cubicBezTo>
                    <a:pt x="580" y="1295"/>
                    <a:pt x="686" y="1195"/>
                    <a:pt x="722" y="1077"/>
                  </a:cubicBezTo>
                  <a:cubicBezTo>
                    <a:pt x="810" y="722"/>
                    <a:pt x="881" y="361"/>
                    <a:pt x="923" y="0"/>
                  </a:cubicBezTo>
                  <a:close/>
                </a:path>
              </a:pathLst>
            </a:custGeom>
            <a:solidFill>
              <a:srgbClr val="1D3B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3826684" y="2704531"/>
              <a:ext cx="55672" cy="75262"/>
            </a:xfrm>
            <a:custGeom>
              <a:avLst/>
              <a:gdLst/>
              <a:ahLst/>
              <a:cxnLst/>
              <a:rect l="l" t="t" r="r" b="b"/>
              <a:pathLst>
                <a:path w="1347" h="1821" extrusionOk="0">
                  <a:moveTo>
                    <a:pt x="667" y="1"/>
                  </a:moveTo>
                  <a:cubicBezTo>
                    <a:pt x="373" y="1"/>
                    <a:pt x="84" y="306"/>
                    <a:pt x="84" y="306"/>
                  </a:cubicBezTo>
                  <a:lnTo>
                    <a:pt x="1" y="1808"/>
                  </a:lnTo>
                  <a:cubicBezTo>
                    <a:pt x="48" y="1816"/>
                    <a:pt x="94" y="1820"/>
                    <a:pt x="139" y="1820"/>
                  </a:cubicBezTo>
                  <a:cubicBezTo>
                    <a:pt x="927" y="1820"/>
                    <a:pt x="1346" y="600"/>
                    <a:pt x="983" y="158"/>
                  </a:cubicBezTo>
                  <a:cubicBezTo>
                    <a:pt x="887" y="43"/>
                    <a:pt x="777" y="1"/>
                    <a:pt x="667" y="1"/>
                  </a:cubicBezTo>
                  <a:close/>
                </a:path>
              </a:pathLst>
            </a:custGeom>
            <a:solidFill>
              <a:srgbClr val="FDB4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3666617" y="2722054"/>
              <a:ext cx="133000" cy="114484"/>
            </a:xfrm>
            <a:custGeom>
              <a:avLst/>
              <a:gdLst/>
              <a:ahLst/>
              <a:cxnLst/>
              <a:rect l="l" t="t" r="r" b="b"/>
              <a:pathLst>
                <a:path w="3218" h="2770" extrusionOk="0">
                  <a:moveTo>
                    <a:pt x="160" y="0"/>
                  </a:moveTo>
                  <a:lnTo>
                    <a:pt x="101" y="337"/>
                  </a:lnTo>
                  <a:cubicBezTo>
                    <a:pt x="0" y="917"/>
                    <a:pt x="30" y="1561"/>
                    <a:pt x="237" y="2100"/>
                  </a:cubicBezTo>
                  <a:cubicBezTo>
                    <a:pt x="308" y="2301"/>
                    <a:pt x="319" y="2366"/>
                    <a:pt x="438" y="2484"/>
                  </a:cubicBezTo>
                  <a:lnTo>
                    <a:pt x="444" y="2496"/>
                  </a:lnTo>
                  <a:cubicBezTo>
                    <a:pt x="823" y="2702"/>
                    <a:pt x="1249" y="2769"/>
                    <a:pt x="1641" y="2769"/>
                  </a:cubicBezTo>
                  <a:cubicBezTo>
                    <a:pt x="2351" y="2769"/>
                    <a:pt x="2952" y="2551"/>
                    <a:pt x="2975" y="2543"/>
                  </a:cubicBezTo>
                  <a:cubicBezTo>
                    <a:pt x="2898" y="1662"/>
                    <a:pt x="3217" y="213"/>
                    <a:pt x="3217" y="213"/>
                  </a:cubicBezTo>
                  <a:lnTo>
                    <a:pt x="3217" y="213"/>
                  </a:lnTo>
                  <a:cubicBezTo>
                    <a:pt x="2809" y="448"/>
                    <a:pt x="2386" y="534"/>
                    <a:pt x="1987" y="534"/>
                  </a:cubicBezTo>
                  <a:cubicBezTo>
                    <a:pt x="1514" y="534"/>
                    <a:pt x="1074" y="413"/>
                    <a:pt x="733" y="278"/>
                  </a:cubicBezTo>
                  <a:cubicBezTo>
                    <a:pt x="532" y="201"/>
                    <a:pt x="343" y="107"/>
                    <a:pt x="16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3789281" y="2709160"/>
              <a:ext cx="97828" cy="46166"/>
            </a:xfrm>
            <a:custGeom>
              <a:avLst/>
              <a:gdLst/>
              <a:ahLst/>
              <a:cxnLst/>
              <a:rect l="l" t="t" r="r" b="b"/>
              <a:pathLst>
                <a:path w="2367" h="1117" extrusionOk="0">
                  <a:moveTo>
                    <a:pt x="2278" y="1"/>
                  </a:moveTo>
                  <a:cubicBezTo>
                    <a:pt x="2258" y="1"/>
                    <a:pt x="2237" y="10"/>
                    <a:pt x="2225" y="28"/>
                  </a:cubicBezTo>
                  <a:cubicBezTo>
                    <a:pt x="1539" y="874"/>
                    <a:pt x="96" y="939"/>
                    <a:pt x="78" y="939"/>
                  </a:cubicBezTo>
                  <a:cubicBezTo>
                    <a:pt x="36" y="945"/>
                    <a:pt x="1" y="986"/>
                    <a:pt x="7" y="1028"/>
                  </a:cubicBezTo>
                  <a:cubicBezTo>
                    <a:pt x="1" y="1075"/>
                    <a:pt x="36" y="1111"/>
                    <a:pt x="84" y="1116"/>
                  </a:cubicBezTo>
                  <a:cubicBezTo>
                    <a:pt x="143" y="1111"/>
                    <a:pt x="1610" y="1045"/>
                    <a:pt x="2337" y="147"/>
                  </a:cubicBezTo>
                  <a:cubicBezTo>
                    <a:pt x="2367" y="111"/>
                    <a:pt x="2367" y="58"/>
                    <a:pt x="2331" y="22"/>
                  </a:cubicBezTo>
                  <a:cubicBezTo>
                    <a:pt x="2317" y="8"/>
                    <a:pt x="2298" y="1"/>
                    <a:pt x="22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3781966" y="2778055"/>
              <a:ext cx="90223" cy="39842"/>
            </a:xfrm>
            <a:custGeom>
              <a:avLst/>
              <a:gdLst/>
              <a:ahLst/>
              <a:cxnLst/>
              <a:rect l="l" t="t" r="r" b="b"/>
              <a:pathLst>
                <a:path w="2183" h="964" extrusionOk="0">
                  <a:moveTo>
                    <a:pt x="2094" y="0"/>
                  </a:moveTo>
                  <a:cubicBezTo>
                    <a:pt x="2077" y="0"/>
                    <a:pt x="2061" y="6"/>
                    <a:pt x="2047" y="17"/>
                  </a:cubicBezTo>
                  <a:cubicBezTo>
                    <a:pt x="1503" y="479"/>
                    <a:pt x="823" y="751"/>
                    <a:pt x="107" y="792"/>
                  </a:cubicBezTo>
                  <a:cubicBezTo>
                    <a:pt x="1" y="798"/>
                    <a:pt x="1" y="952"/>
                    <a:pt x="107" y="963"/>
                  </a:cubicBezTo>
                  <a:cubicBezTo>
                    <a:pt x="858" y="928"/>
                    <a:pt x="1574" y="644"/>
                    <a:pt x="2147" y="153"/>
                  </a:cubicBezTo>
                  <a:cubicBezTo>
                    <a:pt x="2177" y="124"/>
                    <a:pt x="2183" y="70"/>
                    <a:pt x="2159" y="35"/>
                  </a:cubicBezTo>
                  <a:cubicBezTo>
                    <a:pt x="2145" y="13"/>
                    <a:pt x="2119" y="0"/>
                    <a:pt x="20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3569825" y="2921508"/>
              <a:ext cx="409952" cy="292368"/>
            </a:xfrm>
            <a:custGeom>
              <a:avLst/>
              <a:gdLst/>
              <a:ahLst/>
              <a:cxnLst/>
              <a:rect l="l" t="t" r="r" b="b"/>
              <a:pathLst>
                <a:path w="9919" h="7074" extrusionOk="0">
                  <a:moveTo>
                    <a:pt x="8954" y="0"/>
                  </a:moveTo>
                  <a:cubicBezTo>
                    <a:pt x="7647" y="1029"/>
                    <a:pt x="4992" y="4720"/>
                    <a:pt x="4992" y="4720"/>
                  </a:cubicBezTo>
                  <a:cubicBezTo>
                    <a:pt x="4922" y="4710"/>
                    <a:pt x="4847" y="4706"/>
                    <a:pt x="4769" y="4706"/>
                  </a:cubicBezTo>
                  <a:cubicBezTo>
                    <a:pt x="3920" y="4706"/>
                    <a:pt x="2636" y="5221"/>
                    <a:pt x="2100" y="5341"/>
                  </a:cubicBezTo>
                  <a:cubicBezTo>
                    <a:pt x="1514" y="5471"/>
                    <a:pt x="0" y="5861"/>
                    <a:pt x="0" y="5861"/>
                  </a:cubicBezTo>
                  <a:lnTo>
                    <a:pt x="160" y="7073"/>
                  </a:lnTo>
                  <a:lnTo>
                    <a:pt x="5542" y="6316"/>
                  </a:lnTo>
                  <a:cubicBezTo>
                    <a:pt x="5542" y="6316"/>
                    <a:pt x="8712" y="4323"/>
                    <a:pt x="9315" y="2857"/>
                  </a:cubicBezTo>
                  <a:cubicBezTo>
                    <a:pt x="9918" y="1384"/>
                    <a:pt x="8954" y="0"/>
                    <a:pt x="89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5"/>
            <p:cNvSpPr/>
            <p:nvPr/>
          </p:nvSpPr>
          <p:spPr>
            <a:xfrm>
              <a:off x="3470347" y="3155554"/>
              <a:ext cx="106094" cy="80635"/>
            </a:xfrm>
            <a:custGeom>
              <a:avLst/>
              <a:gdLst/>
              <a:ahLst/>
              <a:cxnLst/>
              <a:rect l="l" t="t" r="r" b="b"/>
              <a:pathLst>
                <a:path w="2567" h="1951" extrusionOk="0">
                  <a:moveTo>
                    <a:pt x="1198" y="0"/>
                  </a:moveTo>
                  <a:cubicBezTo>
                    <a:pt x="997" y="0"/>
                    <a:pt x="851" y="31"/>
                    <a:pt x="864" y="109"/>
                  </a:cubicBezTo>
                  <a:cubicBezTo>
                    <a:pt x="893" y="245"/>
                    <a:pt x="1106" y="216"/>
                    <a:pt x="1218" y="340"/>
                  </a:cubicBezTo>
                  <a:cubicBezTo>
                    <a:pt x="1354" y="476"/>
                    <a:pt x="775" y="576"/>
                    <a:pt x="491" y="695"/>
                  </a:cubicBezTo>
                  <a:cubicBezTo>
                    <a:pt x="0" y="902"/>
                    <a:pt x="384" y="1671"/>
                    <a:pt x="929" y="1860"/>
                  </a:cubicBezTo>
                  <a:cubicBezTo>
                    <a:pt x="1094" y="1919"/>
                    <a:pt x="1281" y="1951"/>
                    <a:pt x="1471" y="1951"/>
                  </a:cubicBezTo>
                  <a:cubicBezTo>
                    <a:pt x="1906" y="1951"/>
                    <a:pt x="2353" y="1785"/>
                    <a:pt x="2567" y="1410"/>
                  </a:cubicBezTo>
                  <a:lnTo>
                    <a:pt x="2407" y="198"/>
                  </a:lnTo>
                  <a:cubicBezTo>
                    <a:pt x="2277" y="180"/>
                    <a:pt x="2147" y="157"/>
                    <a:pt x="2017" y="121"/>
                  </a:cubicBezTo>
                  <a:cubicBezTo>
                    <a:pt x="1801" y="51"/>
                    <a:pt x="1455" y="0"/>
                    <a:pt x="1198" y="0"/>
                  </a:cubicBezTo>
                  <a:close/>
                </a:path>
              </a:pathLst>
            </a:custGeom>
            <a:solidFill>
              <a:srgbClr val="FDB4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1396386" y="2865755"/>
              <a:ext cx="347627" cy="165775"/>
            </a:xfrm>
            <a:custGeom>
              <a:avLst/>
              <a:gdLst/>
              <a:ahLst/>
              <a:cxnLst/>
              <a:rect l="l" t="t" r="r" b="b"/>
              <a:pathLst>
                <a:path w="8411" h="4011" extrusionOk="0">
                  <a:moveTo>
                    <a:pt x="8411" y="1"/>
                  </a:moveTo>
                  <a:lnTo>
                    <a:pt x="8411" y="1"/>
                  </a:lnTo>
                  <a:cubicBezTo>
                    <a:pt x="8410" y="1"/>
                    <a:pt x="5767" y="1467"/>
                    <a:pt x="4501" y="1923"/>
                  </a:cubicBezTo>
                  <a:cubicBezTo>
                    <a:pt x="3807" y="2171"/>
                    <a:pt x="2575" y="2228"/>
                    <a:pt x="1599" y="2228"/>
                  </a:cubicBezTo>
                  <a:cubicBezTo>
                    <a:pt x="788" y="2228"/>
                    <a:pt x="154" y="2189"/>
                    <a:pt x="154" y="2189"/>
                  </a:cubicBezTo>
                  <a:cubicBezTo>
                    <a:pt x="1" y="2970"/>
                    <a:pt x="101" y="4010"/>
                    <a:pt x="101" y="4010"/>
                  </a:cubicBezTo>
                  <a:cubicBezTo>
                    <a:pt x="101" y="4010"/>
                    <a:pt x="2467" y="3999"/>
                    <a:pt x="4005" y="3857"/>
                  </a:cubicBezTo>
                  <a:cubicBezTo>
                    <a:pt x="5548" y="3709"/>
                    <a:pt x="8050" y="1958"/>
                    <a:pt x="8050" y="1958"/>
                  </a:cubicBezTo>
                  <a:lnTo>
                    <a:pt x="8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887753" y="4454277"/>
              <a:ext cx="800562" cy="109566"/>
            </a:xfrm>
            <a:custGeom>
              <a:avLst/>
              <a:gdLst/>
              <a:ahLst/>
              <a:cxnLst/>
              <a:rect l="l" t="t" r="r" b="b"/>
              <a:pathLst>
                <a:path w="19370" h="2651" extrusionOk="0">
                  <a:moveTo>
                    <a:pt x="9682" y="1"/>
                  </a:moveTo>
                  <a:cubicBezTo>
                    <a:pt x="4335" y="1"/>
                    <a:pt x="0" y="592"/>
                    <a:pt x="0" y="1325"/>
                  </a:cubicBezTo>
                  <a:cubicBezTo>
                    <a:pt x="0" y="2059"/>
                    <a:pt x="4335" y="2650"/>
                    <a:pt x="9682" y="2650"/>
                  </a:cubicBezTo>
                  <a:cubicBezTo>
                    <a:pt x="15028" y="2650"/>
                    <a:pt x="19369" y="2059"/>
                    <a:pt x="19369" y="1325"/>
                  </a:cubicBezTo>
                  <a:cubicBezTo>
                    <a:pt x="19369" y="592"/>
                    <a:pt x="15028" y="1"/>
                    <a:pt x="968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1242643" y="3498585"/>
              <a:ext cx="194623" cy="955260"/>
            </a:xfrm>
            <a:custGeom>
              <a:avLst/>
              <a:gdLst/>
              <a:ahLst/>
              <a:cxnLst/>
              <a:rect l="l" t="t" r="r" b="b"/>
              <a:pathLst>
                <a:path w="4709" h="23113" extrusionOk="0">
                  <a:moveTo>
                    <a:pt x="1" y="0"/>
                  </a:moveTo>
                  <a:lnTo>
                    <a:pt x="2230" y="12390"/>
                  </a:lnTo>
                  <a:cubicBezTo>
                    <a:pt x="1603" y="15259"/>
                    <a:pt x="2130" y="18920"/>
                    <a:pt x="2455" y="23113"/>
                  </a:cubicBezTo>
                  <a:lnTo>
                    <a:pt x="3833" y="23113"/>
                  </a:lnTo>
                  <a:lnTo>
                    <a:pt x="4708" y="11261"/>
                  </a:lnTo>
                  <a:lnTo>
                    <a:pt x="3721" y="3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1338691" y="4446465"/>
              <a:ext cx="168461" cy="69228"/>
            </a:xfrm>
            <a:custGeom>
              <a:avLst/>
              <a:gdLst/>
              <a:ahLst/>
              <a:cxnLst/>
              <a:rect l="l" t="t" r="r" b="b"/>
              <a:pathLst>
                <a:path w="4076" h="1675" extrusionOk="0">
                  <a:moveTo>
                    <a:pt x="1521" y="0"/>
                  </a:moveTo>
                  <a:cubicBezTo>
                    <a:pt x="1521" y="0"/>
                    <a:pt x="1399" y="126"/>
                    <a:pt x="766" y="126"/>
                  </a:cubicBezTo>
                  <a:cubicBezTo>
                    <a:pt x="586" y="126"/>
                    <a:pt x="363" y="115"/>
                    <a:pt x="90" y="89"/>
                  </a:cubicBezTo>
                  <a:cubicBezTo>
                    <a:pt x="31" y="207"/>
                    <a:pt x="1" y="349"/>
                    <a:pt x="7" y="485"/>
                  </a:cubicBezTo>
                  <a:cubicBezTo>
                    <a:pt x="7" y="752"/>
                    <a:pt x="31" y="1674"/>
                    <a:pt x="31" y="1674"/>
                  </a:cubicBezTo>
                  <a:lnTo>
                    <a:pt x="4064" y="1674"/>
                  </a:lnTo>
                  <a:cubicBezTo>
                    <a:pt x="4064" y="1674"/>
                    <a:pt x="4076" y="976"/>
                    <a:pt x="3567" y="598"/>
                  </a:cubicBezTo>
                  <a:cubicBezTo>
                    <a:pt x="3053" y="225"/>
                    <a:pt x="2272" y="592"/>
                    <a:pt x="1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1067161" y="3491476"/>
              <a:ext cx="246409" cy="962865"/>
            </a:xfrm>
            <a:custGeom>
              <a:avLst/>
              <a:gdLst/>
              <a:ahLst/>
              <a:cxnLst/>
              <a:rect l="l" t="t" r="r" b="b"/>
              <a:pathLst>
                <a:path w="5962" h="23297" extrusionOk="0">
                  <a:moveTo>
                    <a:pt x="2325" y="1"/>
                  </a:moveTo>
                  <a:lnTo>
                    <a:pt x="2319" y="12125"/>
                  </a:lnTo>
                  <a:cubicBezTo>
                    <a:pt x="1520" y="13521"/>
                    <a:pt x="267" y="19985"/>
                    <a:pt x="0" y="23196"/>
                  </a:cubicBezTo>
                  <a:cubicBezTo>
                    <a:pt x="235" y="23255"/>
                    <a:pt x="467" y="23296"/>
                    <a:pt x="691" y="23296"/>
                  </a:cubicBezTo>
                  <a:cubicBezTo>
                    <a:pt x="940" y="23296"/>
                    <a:pt x="1178" y="23245"/>
                    <a:pt x="1396" y="23107"/>
                  </a:cubicBezTo>
                  <a:lnTo>
                    <a:pt x="4874" y="12149"/>
                  </a:lnTo>
                  <a:lnTo>
                    <a:pt x="5962" y="965"/>
                  </a:lnTo>
                  <a:lnTo>
                    <a:pt x="23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1062987" y="4446465"/>
              <a:ext cx="167510" cy="69476"/>
            </a:xfrm>
            <a:custGeom>
              <a:avLst/>
              <a:gdLst/>
              <a:ahLst/>
              <a:cxnLst/>
              <a:rect l="l" t="t" r="r" b="b"/>
              <a:pathLst>
                <a:path w="4053" h="1681" extrusionOk="0">
                  <a:moveTo>
                    <a:pt x="1497" y="0"/>
                  </a:moveTo>
                  <a:cubicBezTo>
                    <a:pt x="1497" y="0"/>
                    <a:pt x="1398" y="128"/>
                    <a:pt x="782" y="128"/>
                  </a:cubicBezTo>
                  <a:cubicBezTo>
                    <a:pt x="603" y="128"/>
                    <a:pt x="379" y="117"/>
                    <a:pt x="101" y="89"/>
                  </a:cubicBezTo>
                  <a:cubicBezTo>
                    <a:pt x="36" y="213"/>
                    <a:pt x="1" y="355"/>
                    <a:pt x="13" y="497"/>
                  </a:cubicBezTo>
                  <a:lnTo>
                    <a:pt x="13" y="1680"/>
                  </a:lnTo>
                  <a:lnTo>
                    <a:pt x="4040" y="1680"/>
                  </a:lnTo>
                  <a:cubicBezTo>
                    <a:pt x="4040" y="1680"/>
                    <a:pt x="4052" y="976"/>
                    <a:pt x="3543" y="598"/>
                  </a:cubicBezTo>
                  <a:cubicBezTo>
                    <a:pt x="3029" y="225"/>
                    <a:pt x="2248" y="592"/>
                    <a:pt x="14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5"/>
            <p:cNvSpPr/>
            <p:nvPr/>
          </p:nvSpPr>
          <p:spPr>
            <a:xfrm>
              <a:off x="1126799" y="2590504"/>
              <a:ext cx="281127" cy="433924"/>
            </a:xfrm>
            <a:custGeom>
              <a:avLst/>
              <a:gdLst/>
              <a:ahLst/>
              <a:cxnLst/>
              <a:rect l="l" t="t" r="r" b="b"/>
              <a:pathLst>
                <a:path w="6802" h="10499" extrusionOk="0">
                  <a:moveTo>
                    <a:pt x="3440" y="1"/>
                  </a:moveTo>
                  <a:cubicBezTo>
                    <a:pt x="3176" y="1"/>
                    <a:pt x="2887" y="36"/>
                    <a:pt x="2573" y="114"/>
                  </a:cubicBezTo>
                  <a:cubicBezTo>
                    <a:pt x="604" y="599"/>
                    <a:pt x="0" y="3006"/>
                    <a:pt x="592" y="5330"/>
                  </a:cubicBezTo>
                  <a:cubicBezTo>
                    <a:pt x="1408" y="8535"/>
                    <a:pt x="1272" y="10499"/>
                    <a:pt x="1272" y="10499"/>
                  </a:cubicBezTo>
                  <a:lnTo>
                    <a:pt x="6311" y="10292"/>
                  </a:lnTo>
                  <a:cubicBezTo>
                    <a:pt x="6311" y="10292"/>
                    <a:pt x="6802" y="7441"/>
                    <a:pt x="6169" y="2834"/>
                  </a:cubicBezTo>
                  <a:cubicBezTo>
                    <a:pt x="6116" y="2426"/>
                    <a:pt x="5832" y="1651"/>
                    <a:pt x="5643" y="1308"/>
                  </a:cubicBezTo>
                  <a:cubicBezTo>
                    <a:pt x="5278" y="651"/>
                    <a:pt x="4582" y="1"/>
                    <a:pt x="3440" y="1"/>
                  </a:cubicBezTo>
                  <a:close/>
                </a:path>
              </a:pathLst>
            </a:custGeom>
            <a:solidFill>
              <a:srgbClr val="1D3B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1120434" y="2935436"/>
              <a:ext cx="328821" cy="824905"/>
            </a:xfrm>
            <a:custGeom>
              <a:avLst/>
              <a:gdLst/>
              <a:ahLst/>
              <a:cxnLst/>
              <a:rect l="l" t="t" r="r" b="b"/>
              <a:pathLst>
                <a:path w="7956" h="19959" extrusionOk="0">
                  <a:moveTo>
                    <a:pt x="3360" y="0"/>
                  </a:moveTo>
                  <a:lnTo>
                    <a:pt x="2053" y="734"/>
                  </a:lnTo>
                  <a:lnTo>
                    <a:pt x="1645" y="970"/>
                  </a:lnTo>
                  <a:lnTo>
                    <a:pt x="1456" y="1077"/>
                  </a:lnTo>
                  <a:lnTo>
                    <a:pt x="515" y="1603"/>
                  </a:lnTo>
                  <a:lnTo>
                    <a:pt x="1899" y="7422"/>
                  </a:lnTo>
                  <a:lnTo>
                    <a:pt x="1" y="19186"/>
                  </a:lnTo>
                  <a:cubicBezTo>
                    <a:pt x="1" y="19186"/>
                    <a:pt x="2072" y="19958"/>
                    <a:pt x="4542" y="19958"/>
                  </a:cubicBezTo>
                  <a:cubicBezTo>
                    <a:pt x="4638" y="19958"/>
                    <a:pt x="4735" y="19957"/>
                    <a:pt x="4833" y="19954"/>
                  </a:cubicBezTo>
                  <a:lnTo>
                    <a:pt x="4992" y="19949"/>
                  </a:lnTo>
                  <a:cubicBezTo>
                    <a:pt x="6009" y="19919"/>
                    <a:pt x="7009" y="19718"/>
                    <a:pt x="7955" y="19351"/>
                  </a:cubicBezTo>
                  <a:lnTo>
                    <a:pt x="6956" y="6435"/>
                  </a:lnTo>
                  <a:lnTo>
                    <a:pt x="6956" y="6287"/>
                  </a:lnTo>
                  <a:lnTo>
                    <a:pt x="6991" y="6246"/>
                  </a:lnTo>
                  <a:cubicBezTo>
                    <a:pt x="7180" y="5956"/>
                    <a:pt x="7281" y="5613"/>
                    <a:pt x="7269" y="5264"/>
                  </a:cubicBezTo>
                  <a:cubicBezTo>
                    <a:pt x="7257" y="4797"/>
                    <a:pt x="7098" y="4270"/>
                    <a:pt x="6902" y="3803"/>
                  </a:cubicBezTo>
                  <a:cubicBezTo>
                    <a:pt x="6796" y="2620"/>
                    <a:pt x="6701" y="1461"/>
                    <a:pt x="6831" y="503"/>
                  </a:cubicBezTo>
                  <a:lnTo>
                    <a:pt x="6554" y="461"/>
                  </a:lnTo>
                  <a:lnTo>
                    <a:pt x="6341" y="432"/>
                  </a:lnTo>
                  <a:lnTo>
                    <a:pt x="5974" y="379"/>
                  </a:lnTo>
                  <a:lnTo>
                    <a:pt x="33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1281286" y="2941552"/>
              <a:ext cx="79974" cy="818623"/>
            </a:xfrm>
            <a:custGeom>
              <a:avLst/>
              <a:gdLst/>
              <a:ahLst/>
              <a:cxnLst/>
              <a:rect l="l" t="t" r="r" b="b"/>
              <a:pathLst>
                <a:path w="1935" h="19807" extrusionOk="0">
                  <a:moveTo>
                    <a:pt x="87" y="1"/>
                  </a:moveTo>
                  <a:cubicBezTo>
                    <a:pt x="78" y="1"/>
                    <a:pt x="69" y="2"/>
                    <a:pt x="59" y="6"/>
                  </a:cubicBezTo>
                  <a:cubicBezTo>
                    <a:pt x="18" y="24"/>
                    <a:pt x="0" y="77"/>
                    <a:pt x="12" y="118"/>
                  </a:cubicBezTo>
                  <a:cubicBezTo>
                    <a:pt x="24" y="142"/>
                    <a:pt x="680" y="2236"/>
                    <a:pt x="1118" y="5766"/>
                  </a:cubicBezTo>
                  <a:cubicBezTo>
                    <a:pt x="1502" y="8924"/>
                    <a:pt x="1780" y="13892"/>
                    <a:pt x="941" y="19806"/>
                  </a:cubicBezTo>
                  <a:lnTo>
                    <a:pt x="1100" y="19801"/>
                  </a:lnTo>
                  <a:cubicBezTo>
                    <a:pt x="1934" y="13881"/>
                    <a:pt x="1662" y="8913"/>
                    <a:pt x="1272" y="5743"/>
                  </a:cubicBezTo>
                  <a:cubicBezTo>
                    <a:pt x="834" y="2194"/>
                    <a:pt x="166" y="83"/>
                    <a:pt x="160" y="59"/>
                  </a:cubicBezTo>
                  <a:cubicBezTo>
                    <a:pt x="150" y="26"/>
                    <a:pt x="122" y="1"/>
                    <a:pt x="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1227517" y="2863234"/>
              <a:ext cx="79230" cy="93943"/>
            </a:xfrm>
            <a:custGeom>
              <a:avLst/>
              <a:gdLst/>
              <a:ahLst/>
              <a:cxnLst/>
              <a:rect l="l" t="t" r="r" b="b"/>
              <a:pathLst>
                <a:path w="1917" h="2273" extrusionOk="0">
                  <a:moveTo>
                    <a:pt x="387" y="0"/>
                  </a:moveTo>
                  <a:cubicBezTo>
                    <a:pt x="225" y="0"/>
                    <a:pt x="86" y="29"/>
                    <a:pt x="0" y="115"/>
                  </a:cubicBezTo>
                  <a:lnTo>
                    <a:pt x="41" y="399"/>
                  </a:lnTo>
                  <a:lnTo>
                    <a:pt x="272" y="1984"/>
                  </a:lnTo>
                  <a:lnTo>
                    <a:pt x="278" y="2025"/>
                  </a:lnTo>
                  <a:cubicBezTo>
                    <a:pt x="515" y="2143"/>
                    <a:pt x="775" y="2226"/>
                    <a:pt x="1041" y="2262"/>
                  </a:cubicBezTo>
                  <a:cubicBezTo>
                    <a:pt x="1098" y="2268"/>
                    <a:pt x="1156" y="2272"/>
                    <a:pt x="1214" y="2272"/>
                  </a:cubicBezTo>
                  <a:cubicBezTo>
                    <a:pt x="1464" y="2272"/>
                    <a:pt x="1720" y="2203"/>
                    <a:pt x="1916" y="2001"/>
                  </a:cubicBezTo>
                  <a:lnTo>
                    <a:pt x="1881" y="1446"/>
                  </a:lnTo>
                  <a:lnTo>
                    <a:pt x="1845" y="807"/>
                  </a:lnTo>
                  <a:lnTo>
                    <a:pt x="1810" y="245"/>
                  </a:lnTo>
                  <a:cubicBezTo>
                    <a:pt x="1810" y="245"/>
                    <a:pt x="1674" y="209"/>
                    <a:pt x="1449" y="174"/>
                  </a:cubicBezTo>
                  <a:cubicBezTo>
                    <a:pt x="1224" y="133"/>
                    <a:pt x="934" y="56"/>
                    <a:pt x="657" y="20"/>
                  </a:cubicBezTo>
                  <a:cubicBezTo>
                    <a:pt x="563" y="8"/>
                    <a:pt x="472" y="0"/>
                    <a:pt x="387" y="0"/>
                  </a:cubicBezTo>
                  <a:close/>
                </a:path>
              </a:pathLst>
            </a:custGeom>
            <a:solidFill>
              <a:srgbClr val="FDB4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1244627" y="2870425"/>
              <a:ext cx="60879" cy="52572"/>
            </a:xfrm>
            <a:custGeom>
              <a:avLst/>
              <a:gdLst/>
              <a:ahLst/>
              <a:cxnLst/>
              <a:rect l="l" t="t" r="r" b="b"/>
              <a:pathLst>
                <a:path w="1473" h="1272" extrusionOk="0">
                  <a:moveTo>
                    <a:pt x="1035" y="0"/>
                  </a:moveTo>
                  <a:lnTo>
                    <a:pt x="0" y="148"/>
                  </a:lnTo>
                  <a:cubicBezTo>
                    <a:pt x="0" y="148"/>
                    <a:pt x="727" y="1183"/>
                    <a:pt x="1473" y="1272"/>
                  </a:cubicBezTo>
                  <a:lnTo>
                    <a:pt x="1396" y="71"/>
                  </a:lnTo>
                  <a:cubicBezTo>
                    <a:pt x="1396" y="71"/>
                    <a:pt x="1248" y="35"/>
                    <a:pt x="1035" y="0"/>
                  </a:cubicBezTo>
                  <a:close/>
                </a:path>
              </a:pathLst>
            </a:custGeom>
            <a:solidFill>
              <a:srgbClr val="EF88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1189619" y="2662168"/>
              <a:ext cx="201938" cy="234465"/>
            </a:xfrm>
            <a:custGeom>
              <a:avLst/>
              <a:gdLst/>
              <a:ahLst/>
              <a:cxnLst/>
              <a:rect l="l" t="t" r="r" b="b"/>
              <a:pathLst>
                <a:path w="4886" h="5673" extrusionOk="0">
                  <a:moveTo>
                    <a:pt x="4128" y="0"/>
                  </a:moveTo>
                  <a:lnTo>
                    <a:pt x="1083" y="804"/>
                  </a:lnTo>
                  <a:lnTo>
                    <a:pt x="438" y="976"/>
                  </a:lnTo>
                  <a:cubicBezTo>
                    <a:pt x="89" y="1284"/>
                    <a:pt x="0" y="1940"/>
                    <a:pt x="30" y="2638"/>
                  </a:cubicBezTo>
                  <a:cubicBezTo>
                    <a:pt x="60" y="3182"/>
                    <a:pt x="130" y="3732"/>
                    <a:pt x="243" y="4270"/>
                  </a:cubicBezTo>
                  <a:cubicBezTo>
                    <a:pt x="332" y="4690"/>
                    <a:pt x="414" y="4974"/>
                    <a:pt x="414" y="4974"/>
                  </a:cubicBezTo>
                  <a:cubicBezTo>
                    <a:pt x="414" y="4974"/>
                    <a:pt x="479" y="5021"/>
                    <a:pt x="574" y="5069"/>
                  </a:cubicBezTo>
                  <a:cubicBezTo>
                    <a:pt x="663" y="5122"/>
                    <a:pt x="799" y="5193"/>
                    <a:pt x="958" y="5264"/>
                  </a:cubicBezTo>
                  <a:cubicBezTo>
                    <a:pt x="1183" y="5370"/>
                    <a:pt x="1420" y="5453"/>
                    <a:pt x="1662" y="5524"/>
                  </a:cubicBezTo>
                  <a:cubicBezTo>
                    <a:pt x="1997" y="5625"/>
                    <a:pt x="2348" y="5672"/>
                    <a:pt x="2695" y="5672"/>
                  </a:cubicBezTo>
                  <a:cubicBezTo>
                    <a:pt x="2716" y="5672"/>
                    <a:pt x="2736" y="5672"/>
                    <a:pt x="2756" y="5672"/>
                  </a:cubicBezTo>
                  <a:cubicBezTo>
                    <a:pt x="3182" y="5666"/>
                    <a:pt x="3590" y="5536"/>
                    <a:pt x="3939" y="5305"/>
                  </a:cubicBezTo>
                  <a:cubicBezTo>
                    <a:pt x="4885" y="4666"/>
                    <a:pt x="4702" y="2679"/>
                    <a:pt x="4442" y="1325"/>
                  </a:cubicBezTo>
                  <a:cubicBezTo>
                    <a:pt x="4436" y="1289"/>
                    <a:pt x="4430" y="1248"/>
                    <a:pt x="4424" y="1213"/>
                  </a:cubicBezTo>
                  <a:cubicBezTo>
                    <a:pt x="4324" y="734"/>
                    <a:pt x="4223" y="337"/>
                    <a:pt x="4170" y="142"/>
                  </a:cubicBezTo>
                  <a:cubicBezTo>
                    <a:pt x="4146" y="47"/>
                    <a:pt x="4128" y="0"/>
                    <a:pt x="4128" y="0"/>
                  </a:cubicBezTo>
                  <a:close/>
                </a:path>
              </a:pathLst>
            </a:custGeom>
            <a:solidFill>
              <a:srgbClr val="FDB4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1199868" y="2838643"/>
              <a:ext cx="37445" cy="54308"/>
            </a:xfrm>
            <a:custGeom>
              <a:avLst/>
              <a:gdLst/>
              <a:ahLst/>
              <a:cxnLst/>
              <a:rect l="l" t="t" r="r" b="b"/>
              <a:pathLst>
                <a:path w="906" h="1314" extrusionOk="0">
                  <a:moveTo>
                    <a:pt x="1" y="0"/>
                  </a:moveTo>
                  <a:cubicBezTo>
                    <a:pt x="89" y="426"/>
                    <a:pt x="166" y="710"/>
                    <a:pt x="166" y="710"/>
                  </a:cubicBezTo>
                  <a:cubicBezTo>
                    <a:pt x="166" y="710"/>
                    <a:pt x="563" y="1254"/>
                    <a:pt x="669" y="1313"/>
                  </a:cubicBezTo>
                  <a:cubicBezTo>
                    <a:pt x="906" y="988"/>
                    <a:pt x="314" y="95"/>
                    <a:pt x="314" y="9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1D3B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1165524" y="2770533"/>
              <a:ext cx="59557" cy="80015"/>
            </a:xfrm>
            <a:custGeom>
              <a:avLst/>
              <a:gdLst/>
              <a:ahLst/>
              <a:cxnLst/>
              <a:rect l="l" t="t" r="r" b="b"/>
              <a:pathLst>
                <a:path w="1441" h="1936" extrusionOk="0">
                  <a:moveTo>
                    <a:pt x="681" y="1"/>
                  </a:moveTo>
                  <a:cubicBezTo>
                    <a:pt x="566" y="1"/>
                    <a:pt x="448" y="52"/>
                    <a:pt x="347" y="199"/>
                  </a:cubicBezTo>
                  <a:cubicBezTo>
                    <a:pt x="0" y="703"/>
                    <a:pt x="422" y="1935"/>
                    <a:pt x="1213" y="1935"/>
                  </a:cubicBezTo>
                  <a:cubicBezTo>
                    <a:pt x="1286" y="1935"/>
                    <a:pt x="1362" y="1925"/>
                    <a:pt x="1441" y="1902"/>
                  </a:cubicBezTo>
                  <a:lnTo>
                    <a:pt x="1216" y="294"/>
                  </a:lnTo>
                  <a:cubicBezTo>
                    <a:pt x="1216" y="294"/>
                    <a:pt x="955" y="1"/>
                    <a:pt x="681" y="1"/>
                  </a:cubicBezTo>
                  <a:close/>
                </a:path>
              </a:pathLst>
            </a:custGeom>
            <a:solidFill>
              <a:srgbClr val="FDB4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1189867" y="2662416"/>
              <a:ext cx="175776" cy="134199"/>
            </a:xfrm>
            <a:custGeom>
              <a:avLst/>
              <a:gdLst/>
              <a:ahLst/>
              <a:cxnLst/>
              <a:rect l="l" t="t" r="r" b="b"/>
              <a:pathLst>
                <a:path w="4253" h="3247" extrusionOk="0">
                  <a:moveTo>
                    <a:pt x="4134" y="0"/>
                  </a:moveTo>
                  <a:lnTo>
                    <a:pt x="438" y="976"/>
                  </a:lnTo>
                  <a:cubicBezTo>
                    <a:pt x="89" y="1283"/>
                    <a:pt x="0" y="1940"/>
                    <a:pt x="30" y="2632"/>
                  </a:cubicBezTo>
                  <a:cubicBezTo>
                    <a:pt x="60" y="2626"/>
                    <a:pt x="89" y="2623"/>
                    <a:pt x="117" y="2623"/>
                  </a:cubicBezTo>
                  <a:cubicBezTo>
                    <a:pt x="544" y="2623"/>
                    <a:pt x="801" y="3247"/>
                    <a:pt x="917" y="3247"/>
                  </a:cubicBezTo>
                  <a:cubicBezTo>
                    <a:pt x="1437" y="3229"/>
                    <a:pt x="1154" y="1928"/>
                    <a:pt x="1154" y="1928"/>
                  </a:cubicBezTo>
                  <a:cubicBezTo>
                    <a:pt x="3661" y="1212"/>
                    <a:pt x="4253" y="586"/>
                    <a:pt x="4170" y="142"/>
                  </a:cubicBezTo>
                  <a:cubicBezTo>
                    <a:pt x="4140" y="47"/>
                    <a:pt x="4134" y="0"/>
                    <a:pt x="4134" y="0"/>
                  </a:cubicBezTo>
                  <a:close/>
                </a:path>
              </a:pathLst>
            </a:custGeom>
            <a:solidFill>
              <a:srgbClr val="1D3B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1189867" y="2695397"/>
              <a:ext cx="72121" cy="249840"/>
            </a:xfrm>
            <a:custGeom>
              <a:avLst/>
              <a:gdLst/>
              <a:ahLst/>
              <a:cxnLst/>
              <a:rect l="l" t="t" r="r" b="b"/>
              <a:pathLst>
                <a:path w="1745" h="6045" extrusionOk="0">
                  <a:moveTo>
                    <a:pt x="1077" y="0"/>
                  </a:moveTo>
                  <a:lnTo>
                    <a:pt x="432" y="172"/>
                  </a:lnTo>
                  <a:cubicBezTo>
                    <a:pt x="83" y="485"/>
                    <a:pt x="0" y="1142"/>
                    <a:pt x="24" y="1834"/>
                  </a:cubicBezTo>
                  <a:cubicBezTo>
                    <a:pt x="54" y="2384"/>
                    <a:pt x="124" y="2928"/>
                    <a:pt x="243" y="3466"/>
                  </a:cubicBezTo>
                  <a:cubicBezTo>
                    <a:pt x="331" y="3892"/>
                    <a:pt x="408" y="4176"/>
                    <a:pt x="408" y="4176"/>
                  </a:cubicBezTo>
                  <a:cubicBezTo>
                    <a:pt x="408" y="4176"/>
                    <a:pt x="479" y="4217"/>
                    <a:pt x="568" y="4270"/>
                  </a:cubicBezTo>
                  <a:cubicBezTo>
                    <a:pt x="657" y="4318"/>
                    <a:pt x="793" y="4389"/>
                    <a:pt x="952" y="4460"/>
                  </a:cubicBezTo>
                  <a:lnTo>
                    <a:pt x="1183" y="6045"/>
                  </a:lnTo>
                  <a:cubicBezTo>
                    <a:pt x="1585" y="5820"/>
                    <a:pt x="1745" y="5311"/>
                    <a:pt x="1656" y="4720"/>
                  </a:cubicBezTo>
                  <a:cubicBezTo>
                    <a:pt x="1627" y="4513"/>
                    <a:pt x="1597" y="4294"/>
                    <a:pt x="1568" y="4081"/>
                  </a:cubicBezTo>
                  <a:cubicBezTo>
                    <a:pt x="1319" y="2153"/>
                    <a:pt x="1189" y="131"/>
                    <a:pt x="1189" y="131"/>
                  </a:cubicBezTo>
                  <a:cubicBezTo>
                    <a:pt x="1165" y="77"/>
                    <a:pt x="1124" y="30"/>
                    <a:pt x="1077" y="0"/>
                  </a:cubicBezTo>
                  <a:close/>
                </a:path>
              </a:pathLst>
            </a:custGeom>
            <a:solidFill>
              <a:srgbClr val="1D3B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1254133" y="2778758"/>
              <a:ext cx="133496" cy="115641"/>
            </a:xfrm>
            <a:custGeom>
              <a:avLst/>
              <a:gdLst/>
              <a:ahLst/>
              <a:cxnLst/>
              <a:rect l="l" t="t" r="r" b="b"/>
              <a:pathLst>
                <a:path w="3230" h="2798" extrusionOk="0">
                  <a:moveTo>
                    <a:pt x="3052" y="0"/>
                  </a:moveTo>
                  <a:cubicBezTo>
                    <a:pt x="2875" y="113"/>
                    <a:pt x="2686" y="207"/>
                    <a:pt x="2491" y="290"/>
                  </a:cubicBezTo>
                  <a:cubicBezTo>
                    <a:pt x="2139" y="436"/>
                    <a:pt x="1683" y="569"/>
                    <a:pt x="1192" y="569"/>
                  </a:cubicBezTo>
                  <a:cubicBezTo>
                    <a:pt x="806" y="569"/>
                    <a:pt x="398" y="487"/>
                    <a:pt x="1" y="266"/>
                  </a:cubicBezTo>
                  <a:lnTo>
                    <a:pt x="1" y="266"/>
                  </a:lnTo>
                  <a:cubicBezTo>
                    <a:pt x="1" y="266"/>
                    <a:pt x="344" y="1715"/>
                    <a:pt x="279" y="2597"/>
                  </a:cubicBezTo>
                  <a:cubicBezTo>
                    <a:pt x="301" y="2604"/>
                    <a:pt x="870" y="2797"/>
                    <a:pt x="1549" y="2797"/>
                  </a:cubicBezTo>
                  <a:cubicBezTo>
                    <a:pt x="1959" y="2797"/>
                    <a:pt x="2410" y="2727"/>
                    <a:pt x="2804" y="2502"/>
                  </a:cubicBezTo>
                  <a:cubicBezTo>
                    <a:pt x="2810" y="2502"/>
                    <a:pt x="2816" y="2496"/>
                    <a:pt x="2816" y="2490"/>
                  </a:cubicBezTo>
                  <a:cubicBezTo>
                    <a:pt x="2928" y="2372"/>
                    <a:pt x="2940" y="2301"/>
                    <a:pt x="3011" y="2106"/>
                  </a:cubicBezTo>
                  <a:cubicBezTo>
                    <a:pt x="3212" y="1562"/>
                    <a:pt x="3230" y="911"/>
                    <a:pt x="3123" y="337"/>
                  </a:cubicBezTo>
                  <a:lnTo>
                    <a:pt x="305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1138784" y="2770244"/>
              <a:ext cx="126139" cy="44223"/>
            </a:xfrm>
            <a:custGeom>
              <a:avLst/>
              <a:gdLst/>
              <a:ahLst/>
              <a:cxnLst/>
              <a:rect l="l" t="t" r="r" b="b"/>
              <a:pathLst>
                <a:path w="3052" h="1070" extrusionOk="0">
                  <a:moveTo>
                    <a:pt x="88" y="0"/>
                  </a:moveTo>
                  <a:cubicBezTo>
                    <a:pt x="60" y="0"/>
                    <a:pt x="30" y="18"/>
                    <a:pt x="18" y="47"/>
                  </a:cubicBezTo>
                  <a:cubicBezTo>
                    <a:pt x="0" y="88"/>
                    <a:pt x="12" y="135"/>
                    <a:pt x="48" y="165"/>
                  </a:cubicBezTo>
                  <a:cubicBezTo>
                    <a:pt x="1331" y="975"/>
                    <a:pt x="2378" y="1070"/>
                    <a:pt x="2786" y="1070"/>
                  </a:cubicBezTo>
                  <a:cubicBezTo>
                    <a:pt x="2851" y="1070"/>
                    <a:pt x="2916" y="1070"/>
                    <a:pt x="2975" y="1064"/>
                  </a:cubicBezTo>
                  <a:cubicBezTo>
                    <a:pt x="3022" y="1052"/>
                    <a:pt x="3052" y="1011"/>
                    <a:pt x="3046" y="969"/>
                  </a:cubicBezTo>
                  <a:cubicBezTo>
                    <a:pt x="3040" y="922"/>
                    <a:pt x="3005" y="886"/>
                    <a:pt x="2957" y="886"/>
                  </a:cubicBezTo>
                  <a:cubicBezTo>
                    <a:pt x="2955" y="888"/>
                    <a:pt x="2897" y="894"/>
                    <a:pt x="2793" y="894"/>
                  </a:cubicBezTo>
                  <a:cubicBezTo>
                    <a:pt x="2406" y="894"/>
                    <a:pt x="1374" y="803"/>
                    <a:pt x="124" y="11"/>
                  </a:cubicBezTo>
                  <a:cubicBezTo>
                    <a:pt x="114" y="4"/>
                    <a:pt x="101" y="0"/>
                    <a:pt x="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1156845" y="2846950"/>
              <a:ext cx="116179" cy="29592"/>
            </a:xfrm>
            <a:custGeom>
              <a:avLst/>
              <a:gdLst/>
              <a:ahLst/>
              <a:cxnLst/>
              <a:rect l="l" t="t" r="r" b="b"/>
              <a:pathLst>
                <a:path w="2811" h="716" extrusionOk="0">
                  <a:moveTo>
                    <a:pt x="88" y="0"/>
                  </a:moveTo>
                  <a:cubicBezTo>
                    <a:pt x="55" y="0"/>
                    <a:pt x="28" y="23"/>
                    <a:pt x="19" y="59"/>
                  </a:cubicBezTo>
                  <a:cubicBezTo>
                    <a:pt x="1" y="101"/>
                    <a:pt x="25" y="148"/>
                    <a:pt x="66" y="166"/>
                  </a:cubicBezTo>
                  <a:cubicBezTo>
                    <a:pt x="1385" y="680"/>
                    <a:pt x="2390" y="716"/>
                    <a:pt x="2650" y="716"/>
                  </a:cubicBezTo>
                  <a:lnTo>
                    <a:pt x="2704" y="716"/>
                  </a:lnTo>
                  <a:cubicBezTo>
                    <a:pt x="2810" y="710"/>
                    <a:pt x="2810" y="556"/>
                    <a:pt x="2704" y="544"/>
                  </a:cubicBezTo>
                  <a:cubicBezTo>
                    <a:pt x="2702" y="544"/>
                    <a:pt x="2688" y="545"/>
                    <a:pt x="2661" y="545"/>
                  </a:cubicBezTo>
                  <a:cubicBezTo>
                    <a:pt x="2444" y="545"/>
                    <a:pt x="1424" y="517"/>
                    <a:pt x="119" y="6"/>
                  </a:cubicBezTo>
                  <a:cubicBezTo>
                    <a:pt x="109" y="2"/>
                    <a:pt x="98" y="0"/>
                    <a:pt x="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5"/>
            <p:cNvSpPr/>
            <p:nvPr/>
          </p:nvSpPr>
          <p:spPr>
            <a:xfrm>
              <a:off x="1343114" y="2719120"/>
              <a:ext cx="523114" cy="722531"/>
            </a:xfrm>
            <a:custGeom>
              <a:avLst/>
              <a:gdLst/>
              <a:ahLst/>
              <a:cxnLst/>
              <a:rect l="l" t="t" r="r" b="b"/>
              <a:pathLst>
                <a:path w="12657" h="17482" extrusionOk="0">
                  <a:moveTo>
                    <a:pt x="10853" y="0"/>
                  </a:moveTo>
                  <a:lnTo>
                    <a:pt x="379" y="15448"/>
                  </a:lnTo>
                  <a:cubicBezTo>
                    <a:pt x="0" y="16004"/>
                    <a:pt x="101" y="16802"/>
                    <a:pt x="598" y="17222"/>
                  </a:cubicBezTo>
                  <a:cubicBezTo>
                    <a:pt x="802" y="17397"/>
                    <a:pt x="1041" y="17481"/>
                    <a:pt x="1279" y="17481"/>
                  </a:cubicBezTo>
                  <a:cubicBezTo>
                    <a:pt x="1621" y="17481"/>
                    <a:pt x="1960" y="17307"/>
                    <a:pt x="2183" y="16980"/>
                  </a:cubicBezTo>
                  <a:lnTo>
                    <a:pt x="12657" y="1532"/>
                  </a:lnTo>
                  <a:lnTo>
                    <a:pt x="1085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5"/>
            <p:cNvSpPr/>
            <p:nvPr/>
          </p:nvSpPr>
          <p:spPr>
            <a:xfrm>
              <a:off x="1818519" y="2307235"/>
              <a:ext cx="452481" cy="452233"/>
            </a:xfrm>
            <a:custGeom>
              <a:avLst/>
              <a:gdLst/>
              <a:ahLst/>
              <a:cxnLst/>
              <a:rect l="l" t="t" r="r" b="b"/>
              <a:pathLst>
                <a:path w="10948" h="10942" extrusionOk="0">
                  <a:moveTo>
                    <a:pt x="7127" y="1"/>
                  </a:moveTo>
                  <a:lnTo>
                    <a:pt x="0" y="10516"/>
                  </a:lnTo>
                  <a:lnTo>
                    <a:pt x="503" y="10942"/>
                  </a:lnTo>
                  <a:lnTo>
                    <a:pt x="7091" y="1237"/>
                  </a:lnTo>
                  <a:lnTo>
                    <a:pt x="10947" y="2609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1818519" y="2698083"/>
              <a:ext cx="50381" cy="61375"/>
            </a:xfrm>
            <a:custGeom>
              <a:avLst/>
              <a:gdLst/>
              <a:ahLst/>
              <a:cxnLst/>
              <a:rect l="l" t="t" r="r" b="b"/>
              <a:pathLst>
                <a:path w="1219" h="1485" extrusionOk="0">
                  <a:moveTo>
                    <a:pt x="716" y="1"/>
                  </a:moveTo>
                  <a:lnTo>
                    <a:pt x="0" y="1059"/>
                  </a:lnTo>
                  <a:lnTo>
                    <a:pt x="503" y="1485"/>
                  </a:lnTo>
                  <a:lnTo>
                    <a:pt x="1219" y="432"/>
                  </a:lnTo>
                  <a:lnTo>
                    <a:pt x="716" y="1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1109275" y="2993668"/>
              <a:ext cx="502986" cy="196731"/>
            </a:xfrm>
            <a:custGeom>
              <a:avLst/>
              <a:gdLst/>
              <a:ahLst/>
              <a:cxnLst/>
              <a:rect l="l" t="t" r="r" b="b"/>
              <a:pathLst>
                <a:path w="12170" h="4760" extrusionOk="0">
                  <a:moveTo>
                    <a:pt x="1236" y="0"/>
                  </a:moveTo>
                  <a:cubicBezTo>
                    <a:pt x="548" y="0"/>
                    <a:pt x="1" y="874"/>
                    <a:pt x="419" y="1637"/>
                  </a:cubicBezTo>
                  <a:cubicBezTo>
                    <a:pt x="436" y="1667"/>
                    <a:pt x="448" y="1678"/>
                    <a:pt x="448" y="1678"/>
                  </a:cubicBezTo>
                  <a:cubicBezTo>
                    <a:pt x="448" y="1678"/>
                    <a:pt x="3376" y="4440"/>
                    <a:pt x="5422" y="4736"/>
                  </a:cubicBezTo>
                  <a:cubicBezTo>
                    <a:pt x="5534" y="4752"/>
                    <a:pt x="5656" y="4760"/>
                    <a:pt x="5785" y="4760"/>
                  </a:cubicBezTo>
                  <a:cubicBezTo>
                    <a:pt x="7933" y="4760"/>
                    <a:pt x="12170" y="2654"/>
                    <a:pt x="12170" y="2654"/>
                  </a:cubicBezTo>
                  <a:lnTo>
                    <a:pt x="11756" y="1513"/>
                  </a:lnTo>
                  <a:cubicBezTo>
                    <a:pt x="11756" y="1513"/>
                    <a:pt x="8911" y="2524"/>
                    <a:pt x="7977" y="2619"/>
                  </a:cubicBezTo>
                  <a:cubicBezTo>
                    <a:pt x="6954" y="2713"/>
                    <a:pt x="5505" y="3045"/>
                    <a:pt x="5505" y="3045"/>
                  </a:cubicBezTo>
                  <a:cubicBezTo>
                    <a:pt x="4813" y="2358"/>
                    <a:pt x="2837" y="821"/>
                    <a:pt x="1696" y="135"/>
                  </a:cubicBezTo>
                  <a:cubicBezTo>
                    <a:pt x="1542" y="42"/>
                    <a:pt x="1385" y="0"/>
                    <a:pt x="12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1595095" y="3015159"/>
              <a:ext cx="97869" cy="92414"/>
            </a:xfrm>
            <a:custGeom>
              <a:avLst/>
              <a:gdLst/>
              <a:ahLst/>
              <a:cxnLst/>
              <a:rect l="l" t="t" r="r" b="b"/>
              <a:pathLst>
                <a:path w="2368" h="2236" extrusionOk="0">
                  <a:moveTo>
                    <a:pt x="1200" y="1"/>
                  </a:moveTo>
                  <a:cubicBezTo>
                    <a:pt x="1026" y="1"/>
                    <a:pt x="509" y="429"/>
                    <a:pt x="279" y="721"/>
                  </a:cubicBezTo>
                  <a:cubicBezTo>
                    <a:pt x="190" y="815"/>
                    <a:pt x="101" y="910"/>
                    <a:pt x="1" y="993"/>
                  </a:cubicBezTo>
                  <a:lnTo>
                    <a:pt x="415" y="2140"/>
                  </a:lnTo>
                  <a:cubicBezTo>
                    <a:pt x="535" y="2206"/>
                    <a:pt x="668" y="2235"/>
                    <a:pt x="805" y="2235"/>
                  </a:cubicBezTo>
                  <a:cubicBezTo>
                    <a:pt x="1246" y="2235"/>
                    <a:pt x="1733" y="1931"/>
                    <a:pt x="2018" y="1561"/>
                  </a:cubicBezTo>
                  <a:cubicBezTo>
                    <a:pt x="2367" y="1106"/>
                    <a:pt x="2363" y="302"/>
                    <a:pt x="1936" y="302"/>
                  </a:cubicBezTo>
                  <a:cubicBezTo>
                    <a:pt x="1908" y="302"/>
                    <a:pt x="1878" y="305"/>
                    <a:pt x="1846" y="313"/>
                  </a:cubicBezTo>
                  <a:cubicBezTo>
                    <a:pt x="1631" y="360"/>
                    <a:pt x="1286" y="507"/>
                    <a:pt x="1133" y="507"/>
                  </a:cubicBezTo>
                  <a:cubicBezTo>
                    <a:pt x="1075" y="507"/>
                    <a:pt x="1045" y="486"/>
                    <a:pt x="1060" y="431"/>
                  </a:cubicBezTo>
                  <a:cubicBezTo>
                    <a:pt x="1101" y="259"/>
                    <a:pt x="1296" y="165"/>
                    <a:pt x="1255" y="35"/>
                  </a:cubicBezTo>
                  <a:cubicBezTo>
                    <a:pt x="1247" y="11"/>
                    <a:pt x="1228" y="1"/>
                    <a:pt x="1200" y="1"/>
                  </a:cubicBezTo>
                  <a:close/>
                </a:path>
              </a:pathLst>
            </a:custGeom>
            <a:solidFill>
              <a:srgbClr val="FDB4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9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Why Oral Health Matters</a:t>
            </a:r>
            <a:endParaRPr dirty="0"/>
          </a:p>
        </p:txBody>
      </p:sp>
      <p:grpSp>
        <p:nvGrpSpPr>
          <p:cNvPr id="264" name="Google Shape;264;p19"/>
          <p:cNvGrpSpPr/>
          <p:nvPr/>
        </p:nvGrpSpPr>
        <p:grpSpPr>
          <a:xfrm>
            <a:off x="483566" y="2052537"/>
            <a:ext cx="8174303" cy="1914624"/>
            <a:chOff x="1247650" y="2075423"/>
            <a:chExt cx="6648477" cy="1557238"/>
          </a:xfrm>
        </p:grpSpPr>
        <p:sp>
          <p:nvSpPr>
            <p:cNvPr id="265" name="Google Shape;265;p19"/>
            <p:cNvSpPr/>
            <p:nvPr/>
          </p:nvSpPr>
          <p:spPr>
            <a:xfrm>
              <a:off x="6633862" y="2075423"/>
              <a:ext cx="953444" cy="825696"/>
            </a:xfrm>
            <a:custGeom>
              <a:avLst/>
              <a:gdLst/>
              <a:ahLst/>
              <a:cxnLst/>
              <a:rect l="l" t="t" r="r" b="b"/>
              <a:pathLst>
                <a:path w="57767" h="50027" extrusionOk="0">
                  <a:moveTo>
                    <a:pt x="14439" y="0"/>
                  </a:moveTo>
                  <a:lnTo>
                    <a:pt x="0" y="25014"/>
                  </a:lnTo>
                  <a:lnTo>
                    <a:pt x="14439" y="50027"/>
                  </a:lnTo>
                  <a:lnTo>
                    <a:pt x="43329" y="50027"/>
                  </a:lnTo>
                  <a:lnTo>
                    <a:pt x="57767" y="25014"/>
                  </a:lnTo>
                  <a:lnTo>
                    <a:pt x="433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9"/>
            <p:cNvSpPr/>
            <p:nvPr/>
          </p:nvSpPr>
          <p:spPr>
            <a:xfrm>
              <a:off x="5359252" y="2806965"/>
              <a:ext cx="953461" cy="825696"/>
            </a:xfrm>
            <a:custGeom>
              <a:avLst/>
              <a:gdLst/>
              <a:ahLst/>
              <a:cxnLst/>
              <a:rect l="l" t="t" r="r" b="b"/>
              <a:pathLst>
                <a:path w="57768" h="50027" extrusionOk="0">
                  <a:moveTo>
                    <a:pt x="14439" y="0"/>
                  </a:moveTo>
                  <a:lnTo>
                    <a:pt x="1" y="25013"/>
                  </a:lnTo>
                  <a:lnTo>
                    <a:pt x="14439" y="50027"/>
                  </a:lnTo>
                  <a:lnTo>
                    <a:pt x="43329" y="50027"/>
                  </a:lnTo>
                  <a:lnTo>
                    <a:pt x="57767" y="25013"/>
                  </a:lnTo>
                  <a:lnTo>
                    <a:pt x="433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9"/>
            <p:cNvSpPr/>
            <p:nvPr/>
          </p:nvSpPr>
          <p:spPr>
            <a:xfrm>
              <a:off x="1601478" y="2075425"/>
              <a:ext cx="953316" cy="825696"/>
            </a:xfrm>
            <a:custGeom>
              <a:avLst/>
              <a:gdLst/>
              <a:ahLst/>
              <a:cxnLst/>
              <a:rect l="l" t="t" r="r" b="b"/>
              <a:pathLst>
                <a:path w="57768" h="50027" extrusionOk="0">
                  <a:moveTo>
                    <a:pt x="14439" y="0"/>
                  </a:moveTo>
                  <a:lnTo>
                    <a:pt x="1" y="25013"/>
                  </a:lnTo>
                  <a:lnTo>
                    <a:pt x="14439" y="50027"/>
                  </a:lnTo>
                  <a:lnTo>
                    <a:pt x="43329" y="50027"/>
                  </a:lnTo>
                  <a:lnTo>
                    <a:pt x="57768" y="25013"/>
                  </a:lnTo>
                  <a:lnTo>
                    <a:pt x="433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9"/>
            <p:cNvSpPr/>
            <p:nvPr/>
          </p:nvSpPr>
          <p:spPr>
            <a:xfrm>
              <a:off x="2857827" y="2807112"/>
              <a:ext cx="953370" cy="825320"/>
            </a:xfrm>
            <a:custGeom>
              <a:avLst/>
              <a:gdLst/>
              <a:ahLst/>
              <a:cxnLst/>
              <a:rect l="l" t="t" r="r" b="b"/>
              <a:pathLst>
                <a:path w="57780" h="50027" extrusionOk="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9"/>
            <p:cNvSpPr/>
            <p:nvPr/>
          </p:nvSpPr>
          <p:spPr>
            <a:xfrm>
              <a:off x="4097386" y="2075425"/>
              <a:ext cx="953444" cy="825696"/>
            </a:xfrm>
            <a:custGeom>
              <a:avLst/>
              <a:gdLst/>
              <a:ahLst/>
              <a:cxnLst/>
              <a:rect l="l" t="t" r="r" b="b"/>
              <a:pathLst>
                <a:path w="57767" h="50027" extrusionOk="0">
                  <a:moveTo>
                    <a:pt x="14439" y="0"/>
                  </a:moveTo>
                  <a:lnTo>
                    <a:pt x="0" y="25013"/>
                  </a:lnTo>
                  <a:lnTo>
                    <a:pt x="14439" y="50027"/>
                  </a:lnTo>
                  <a:lnTo>
                    <a:pt x="43328" y="50027"/>
                  </a:lnTo>
                  <a:lnTo>
                    <a:pt x="57767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1247650" y="2490334"/>
              <a:ext cx="6648477" cy="729445"/>
            </a:xfrm>
            <a:custGeom>
              <a:avLst/>
              <a:gdLst/>
              <a:ahLst/>
              <a:cxnLst/>
              <a:rect l="l" t="t" r="r" b="b"/>
              <a:pathLst>
                <a:path w="285373" h="31310" fill="none" extrusionOk="0">
                  <a:moveTo>
                    <a:pt x="285373" y="3317"/>
                  </a:moveTo>
                  <a:lnTo>
                    <a:pt x="269256" y="31309"/>
                  </a:lnTo>
                  <a:lnTo>
                    <a:pt x="233095" y="31309"/>
                  </a:lnTo>
                  <a:lnTo>
                    <a:pt x="215067" y="352"/>
                  </a:lnTo>
                  <a:lnTo>
                    <a:pt x="179426" y="352"/>
                  </a:lnTo>
                  <a:lnTo>
                    <a:pt x="161606" y="31218"/>
                  </a:lnTo>
                  <a:lnTo>
                    <a:pt x="125718" y="31309"/>
                  </a:lnTo>
                  <a:lnTo>
                    <a:pt x="107651" y="0"/>
                  </a:lnTo>
                  <a:lnTo>
                    <a:pt x="71490" y="0"/>
                  </a:lnTo>
                  <a:lnTo>
                    <a:pt x="53669" y="31075"/>
                  </a:lnTo>
                  <a:lnTo>
                    <a:pt x="18042" y="31075"/>
                  </a:lnTo>
                  <a:lnTo>
                    <a:pt x="0" y="118"/>
                  </a:lnTo>
                </a:path>
              </a:pathLst>
            </a:custGeom>
            <a:noFill/>
            <a:ln w="38100" cap="flat" cmpd="sng">
              <a:solidFill>
                <a:schemeClr val="accent3"/>
              </a:solidFill>
              <a:prstDash val="solid"/>
              <a:miter lim="1300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" name="Google Shape;271;p19"/>
          <p:cNvSpPr txBox="1"/>
          <p:nvPr/>
        </p:nvSpPr>
        <p:spPr>
          <a:xfrm>
            <a:off x="653286" y="1515717"/>
            <a:ext cx="168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latin typeface="Roboto"/>
                <a:ea typeface="Roboto"/>
                <a:cs typeface="Roboto"/>
                <a:sym typeface="Roboto"/>
              </a:rPr>
              <a:t>3.7 Billion </a:t>
            </a:r>
            <a:r>
              <a:rPr lang="en-CA" sz="1200" dirty="0">
                <a:latin typeface="Roboto"/>
                <a:ea typeface="Roboto"/>
                <a:cs typeface="Roboto"/>
                <a:sym typeface="Roboto"/>
              </a:rPr>
              <a:t>people affected [1]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19"/>
          <p:cNvSpPr txBox="1"/>
          <p:nvPr/>
        </p:nvSpPr>
        <p:spPr>
          <a:xfrm>
            <a:off x="2091108" y="4123970"/>
            <a:ext cx="220617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200" b="1" dirty="0">
                <a:latin typeface="Roboto"/>
                <a:ea typeface="Roboto"/>
                <a:cs typeface="Roboto"/>
                <a:sym typeface="Roboto"/>
              </a:rPr>
              <a:t>2.37 Billion </a:t>
            </a:r>
            <a:r>
              <a:rPr lang="en-CA" sz="1200" dirty="0">
                <a:latin typeface="Roboto"/>
                <a:ea typeface="Roboto"/>
                <a:cs typeface="Roboto"/>
                <a:sym typeface="Roboto"/>
              </a:rPr>
              <a:t>untreated caries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200" dirty="0">
                <a:latin typeface="Roboto"/>
                <a:ea typeface="Roboto"/>
                <a:cs typeface="Roboto"/>
                <a:sym typeface="Roboto"/>
              </a:rPr>
              <a:t> Most common global condition [1]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19"/>
          <p:cNvSpPr txBox="1"/>
          <p:nvPr/>
        </p:nvSpPr>
        <p:spPr>
          <a:xfrm>
            <a:off x="3297729" y="1358624"/>
            <a:ext cx="259295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dirty="0">
                <a:latin typeface="Roboto"/>
                <a:ea typeface="Roboto"/>
                <a:cs typeface="Roboto"/>
                <a:sym typeface="Roboto"/>
              </a:rPr>
              <a:t>1+ billion </a:t>
            </a: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periodontal (gum &amp; bone inflammation</a:t>
            </a:r>
            <a:r>
              <a:rPr lang="en-CA" sz="1200" dirty="0">
                <a:latin typeface="Roboto"/>
                <a:ea typeface="Roboto"/>
                <a:cs typeface="Roboto"/>
                <a:sym typeface="Roboto"/>
              </a:rPr>
              <a:t>s)</a:t>
            </a: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 disease cases [4]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19"/>
          <p:cNvSpPr txBox="1"/>
          <p:nvPr/>
        </p:nvSpPr>
        <p:spPr>
          <a:xfrm>
            <a:off x="4922079" y="4090869"/>
            <a:ext cx="246715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Major effects on speaking, chewing, swallowing and confidence in smiling [3]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p19"/>
          <p:cNvSpPr txBox="1"/>
          <p:nvPr/>
        </p:nvSpPr>
        <p:spPr>
          <a:xfrm>
            <a:off x="6593660" y="1337441"/>
            <a:ext cx="218897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200" dirty="0">
                <a:latin typeface="Roboto"/>
                <a:ea typeface="Roboto"/>
                <a:cs typeface="Roboto"/>
                <a:sym typeface="Roboto"/>
              </a:rPr>
              <a:t>Adversely affect an individual’s emotional state &amp; social interactions [3]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81" name="Google Shape;281;p19"/>
          <p:cNvGrpSpPr/>
          <p:nvPr/>
        </p:nvGrpSpPr>
        <p:grpSpPr>
          <a:xfrm>
            <a:off x="7389234" y="2277877"/>
            <a:ext cx="597831" cy="569636"/>
            <a:chOff x="1855225" y="2743200"/>
            <a:chExt cx="492975" cy="469725"/>
          </a:xfrm>
        </p:grpSpPr>
        <p:sp>
          <p:nvSpPr>
            <p:cNvPr id="282" name="Google Shape;282;p19"/>
            <p:cNvSpPr/>
            <p:nvPr/>
          </p:nvSpPr>
          <p:spPr>
            <a:xfrm>
              <a:off x="1943650" y="2897175"/>
              <a:ext cx="257275" cy="45800"/>
            </a:xfrm>
            <a:custGeom>
              <a:avLst/>
              <a:gdLst/>
              <a:ahLst/>
              <a:cxnLst/>
              <a:rect l="l" t="t" r="r" b="b"/>
              <a:pathLst>
                <a:path w="10291" h="1832" extrusionOk="0">
                  <a:moveTo>
                    <a:pt x="3588" y="1"/>
                  </a:moveTo>
                  <a:cubicBezTo>
                    <a:pt x="2817" y="1"/>
                    <a:pt x="2150" y="374"/>
                    <a:pt x="1408" y="785"/>
                  </a:cubicBezTo>
                  <a:cubicBezTo>
                    <a:pt x="958" y="1027"/>
                    <a:pt x="491" y="1228"/>
                    <a:pt x="0" y="1382"/>
                  </a:cubicBezTo>
                  <a:cubicBezTo>
                    <a:pt x="562" y="1459"/>
                    <a:pt x="3347" y="1831"/>
                    <a:pt x="5080" y="1831"/>
                  </a:cubicBezTo>
                  <a:cubicBezTo>
                    <a:pt x="6813" y="1831"/>
                    <a:pt x="9853" y="1423"/>
                    <a:pt x="10291" y="1364"/>
                  </a:cubicBezTo>
                  <a:cubicBezTo>
                    <a:pt x="9823" y="1210"/>
                    <a:pt x="9374" y="1015"/>
                    <a:pt x="8942" y="785"/>
                  </a:cubicBezTo>
                  <a:cubicBezTo>
                    <a:pt x="8205" y="374"/>
                    <a:pt x="7533" y="1"/>
                    <a:pt x="6767" y="1"/>
                  </a:cubicBezTo>
                  <a:cubicBezTo>
                    <a:pt x="6727" y="1"/>
                    <a:pt x="6688" y="2"/>
                    <a:pt x="6647" y="4"/>
                  </a:cubicBezTo>
                  <a:cubicBezTo>
                    <a:pt x="5885" y="39"/>
                    <a:pt x="5258" y="548"/>
                    <a:pt x="5175" y="619"/>
                  </a:cubicBezTo>
                  <a:cubicBezTo>
                    <a:pt x="5092" y="548"/>
                    <a:pt x="4465" y="39"/>
                    <a:pt x="3708" y="4"/>
                  </a:cubicBezTo>
                  <a:cubicBezTo>
                    <a:pt x="3668" y="2"/>
                    <a:pt x="3628" y="1"/>
                    <a:pt x="35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9"/>
            <p:cNvSpPr/>
            <p:nvPr/>
          </p:nvSpPr>
          <p:spPr>
            <a:xfrm>
              <a:off x="1952350" y="2938225"/>
              <a:ext cx="241325" cy="79550"/>
            </a:xfrm>
            <a:custGeom>
              <a:avLst/>
              <a:gdLst/>
              <a:ahLst/>
              <a:cxnLst/>
              <a:rect l="l" t="t" r="r" b="b"/>
              <a:pathLst>
                <a:path w="9653" h="3182" extrusionOk="0">
                  <a:moveTo>
                    <a:pt x="9570" y="0"/>
                  </a:moveTo>
                  <a:cubicBezTo>
                    <a:pt x="9239" y="130"/>
                    <a:pt x="7784" y="704"/>
                    <a:pt x="6719" y="976"/>
                  </a:cubicBezTo>
                  <a:cubicBezTo>
                    <a:pt x="6175" y="1118"/>
                    <a:pt x="5495" y="1283"/>
                    <a:pt x="4803" y="1289"/>
                  </a:cubicBezTo>
                  <a:cubicBezTo>
                    <a:pt x="4070" y="1289"/>
                    <a:pt x="3325" y="1124"/>
                    <a:pt x="2757" y="976"/>
                  </a:cubicBezTo>
                  <a:cubicBezTo>
                    <a:pt x="1769" y="728"/>
                    <a:pt x="462" y="219"/>
                    <a:pt x="1" y="36"/>
                  </a:cubicBezTo>
                  <a:lnTo>
                    <a:pt x="1" y="36"/>
                  </a:lnTo>
                  <a:cubicBezTo>
                    <a:pt x="78" y="148"/>
                    <a:pt x="1272" y="3182"/>
                    <a:pt x="4809" y="3182"/>
                  </a:cubicBezTo>
                  <a:cubicBezTo>
                    <a:pt x="8340" y="3182"/>
                    <a:pt x="9653" y="24"/>
                    <a:pt x="9653" y="24"/>
                  </a:cubicBezTo>
                  <a:lnTo>
                    <a:pt x="95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9"/>
            <p:cNvSpPr/>
            <p:nvPr/>
          </p:nvSpPr>
          <p:spPr>
            <a:xfrm>
              <a:off x="1855225" y="2743200"/>
              <a:ext cx="492975" cy="469725"/>
            </a:xfrm>
            <a:custGeom>
              <a:avLst/>
              <a:gdLst/>
              <a:ahLst/>
              <a:cxnLst/>
              <a:rect l="l" t="t" r="r" b="b"/>
              <a:pathLst>
                <a:path w="19719" h="18789" extrusionOk="0">
                  <a:moveTo>
                    <a:pt x="8683" y="2046"/>
                  </a:moveTo>
                  <a:cubicBezTo>
                    <a:pt x="10209" y="2046"/>
                    <a:pt x="11710" y="2641"/>
                    <a:pt x="12834" y="3762"/>
                  </a:cubicBezTo>
                  <a:cubicBezTo>
                    <a:pt x="15117" y="6051"/>
                    <a:pt x="15117" y="9759"/>
                    <a:pt x="12834" y="12042"/>
                  </a:cubicBezTo>
                  <a:cubicBezTo>
                    <a:pt x="11711" y="13165"/>
                    <a:pt x="10212" y="13759"/>
                    <a:pt x="8688" y="13759"/>
                  </a:cubicBezTo>
                  <a:cubicBezTo>
                    <a:pt x="7933" y="13759"/>
                    <a:pt x="7172" y="13613"/>
                    <a:pt x="6447" y="13313"/>
                  </a:cubicBezTo>
                  <a:cubicBezTo>
                    <a:pt x="4259" y="12408"/>
                    <a:pt x="2833" y="10273"/>
                    <a:pt x="2833" y="7902"/>
                  </a:cubicBezTo>
                  <a:cubicBezTo>
                    <a:pt x="2833" y="5536"/>
                    <a:pt x="4259" y="3401"/>
                    <a:pt x="6447" y="2490"/>
                  </a:cubicBezTo>
                  <a:cubicBezTo>
                    <a:pt x="7170" y="2191"/>
                    <a:pt x="7930" y="2046"/>
                    <a:pt x="8683" y="2046"/>
                  </a:cubicBezTo>
                  <a:close/>
                  <a:moveTo>
                    <a:pt x="8694" y="1"/>
                  </a:moveTo>
                  <a:cubicBezTo>
                    <a:pt x="6664" y="1"/>
                    <a:pt x="4641" y="780"/>
                    <a:pt x="3105" y="2313"/>
                  </a:cubicBezTo>
                  <a:cubicBezTo>
                    <a:pt x="225" y="5193"/>
                    <a:pt x="0" y="9788"/>
                    <a:pt x="2591" y="12929"/>
                  </a:cubicBezTo>
                  <a:cubicBezTo>
                    <a:pt x="4143" y="14811"/>
                    <a:pt x="6402" y="15800"/>
                    <a:pt x="8689" y="15800"/>
                  </a:cubicBezTo>
                  <a:cubicBezTo>
                    <a:pt x="10219" y="15800"/>
                    <a:pt x="11761" y="15358"/>
                    <a:pt x="13112" y="14443"/>
                  </a:cubicBezTo>
                  <a:lnTo>
                    <a:pt x="17039" y="18370"/>
                  </a:lnTo>
                  <a:cubicBezTo>
                    <a:pt x="17327" y="18649"/>
                    <a:pt x="17700" y="18788"/>
                    <a:pt x="18073" y="18788"/>
                  </a:cubicBezTo>
                  <a:cubicBezTo>
                    <a:pt x="18457" y="18788"/>
                    <a:pt x="18841" y="18640"/>
                    <a:pt x="19133" y="18346"/>
                  </a:cubicBezTo>
                  <a:cubicBezTo>
                    <a:pt x="19712" y="17772"/>
                    <a:pt x="19718" y="16838"/>
                    <a:pt x="19156" y="16252"/>
                  </a:cubicBezTo>
                  <a:lnTo>
                    <a:pt x="15229" y="12325"/>
                  </a:lnTo>
                  <a:cubicBezTo>
                    <a:pt x="17512" y="8954"/>
                    <a:pt x="16856" y="4400"/>
                    <a:pt x="13715" y="1810"/>
                  </a:cubicBezTo>
                  <a:cubicBezTo>
                    <a:pt x="12252" y="598"/>
                    <a:pt x="10471" y="1"/>
                    <a:pt x="86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5" name="Google Shape;285;p19"/>
          <p:cNvGrpSpPr/>
          <p:nvPr/>
        </p:nvGrpSpPr>
        <p:grpSpPr>
          <a:xfrm>
            <a:off x="1258185" y="2202863"/>
            <a:ext cx="479400" cy="661012"/>
            <a:chOff x="2607050" y="4030850"/>
            <a:chExt cx="284950" cy="392875"/>
          </a:xfrm>
        </p:grpSpPr>
        <p:sp>
          <p:nvSpPr>
            <p:cNvPr id="286" name="Google Shape;286;p19"/>
            <p:cNvSpPr/>
            <p:nvPr/>
          </p:nvSpPr>
          <p:spPr>
            <a:xfrm>
              <a:off x="2779300" y="4273325"/>
              <a:ext cx="112700" cy="150400"/>
            </a:xfrm>
            <a:custGeom>
              <a:avLst/>
              <a:gdLst/>
              <a:ahLst/>
              <a:cxnLst/>
              <a:rect l="l" t="t" r="r" b="b"/>
              <a:pathLst>
                <a:path w="4508" h="6016" extrusionOk="0">
                  <a:moveTo>
                    <a:pt x="3318" y="1"/>
                  </a:moveTo>
                  <a:lnTo>
                    <a:pt x="1" y="6016"/>
                  </a:lnTo>
                  <a:lnTo>
                    <a:pt x="4507" y="6016"/>
                  </a:lnTo>
                  <a:lnTo>
                    <a:pt x="4507" y="2343"/>
                  </a:lnTo>
                  <a:cubicBezTo>
                    <a:pt x="4501" y="1414"/>
                    <a:pt x="4064" y="545"/>
                    <a:pt x="33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9"/>
            <p:cNvSpPr/>
            <p:nvPr/>
          </p:nvSpPr>
          <p:spPr>
            <a:xfrm>
              <a:off x="2607050" y="4273325"/>
              <a:ext cx="112700" cy="150250"/>
            </a:xfrm>
            <a:custGeom>
              <a:avLst/>
              <a:gdLst/>
              <a:ahLst/>
              <a:cxnLst/>
              <a:rect l="l" t="t" r="r" b="b"/>
              <a:pathLst>
                <a:path w="4508" h="6010" extrusionOk="0">
                  <a:moveTo>
                    <a:pt x="1189" y="1"/>
                  </a:moveTo>
                  <a:cubicBezTo>
                    <a:pt x="444" y="545"/>
                    <a:pt x="1" y="1414"/>
                    <a:pt x="1" y="2343"/>
                  </a:cubicBezTo>
                  <a:lnTo>
                    <a:pt x="1" y="6010"/>
                  </a:lnTo>
                  <a:lnTo>
                    <a:pt x="4507" y="6010"/>
                  </a:lnTo>
                  <a:lnTo>
                    <a:pt x="11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9"/>
            <p:cNvSpPr/>
            <p:nvPr/>
          </p:nvSpPr>
          <p:spPr>
            <a:xfrm>
              <a:off x="2666050" y="4030850"/>
              <a:ext cx="166950" cy="61100"/>
            </a:xfrm>
            <a:custGeom>
              <a:avLst/>
              <a:gdLst/>
              <a:ahLst/>
              <a:cxnLst/>
              <a:rect l="l" t="t" r="r" b="b"/>
              <a:pathLst>
                <a:path w="6678" h="2444" extrusionOk="0">
                  <a:moveTo>
                    <a:pt x="3336" y="1"/>
                  </a:moveTo>
                  <a:cubicBezTo>
                    <a:pt x="1124" y="1"/>
                    <a:pt x="231" y="752"/>
                    <a:pt x="0" y="2443"/>
                  </a:cubicBezTo>
                  <a:lnTo>
                    <a:pt x="2053" y="2443"/>
                  </a:lnTo>
                  <a:cubicBezTo>
                    <a:pt x="2135" y="1793"/>
                    <a:pt x="2685" y="1314"/>
                    <a:pt x="3336" y="1308"/>
                  </a:cubicBezTo>
                  <a:cubicBezTo>
                    <a:pt x="3992" y="1308"/>
                    <a:pt x="4542" y="1793"/>
                    <a:pt x="4625" y="2443"/>
                  </a:cubicBezTo>
                  <a:lnTo>
                    <a:pt x="6677" y="2443"/>
                  </a:lnTo>
                  <a:cubicBezTo>
                    <a:pt x="6447" y="752"/>
                    <a:pt x="5554" y="1"/>
                    <a:pt x="33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9"/>
            <p:cNvSpPr/>
            <p:nvPr/>
          </p:nvSpPr>
          <p:spPr>
            <a:xfrm>
              <a:off x="2712475" y="4068125"/>
              <a:ext cx="64775" cy="55475"/>
            </a:xfrm>
            <a:custGeom>
              <a:avLst/>
              <a:gdLst/>
              <a:ahLst/>
              <a:cxnLst/>
              <a:rect l="l" t="t" r="r" b="b"/>
              <a:pathLst>
                <a:path w="2591" h="2219" extrusionOk="0">
                  <a:moveTo>
                    <a:pt x="1475" y="724"/>
                  </a:moveTo>
                  <a:cubicBezTo>
                    <a:pt x="1672" y="724"/>
                    <a:pt x="1863" y="877"/>
                    <a:pt x="1863" y="1106"/>
                  </a:cubicBezTo>
                  <a:cubicBezTo>
                    <a:pt x="1863" y="1319"/>
                    <a:pt x="1692" y="1490"/>
                    <a:pt x="1479" y="1490"/>
                  </a:cubicBezTo>
                  <a:cubicBezTo>
                    <a:pt x="1142" y="1490"/>
                    <a:pt x="970" y="1076"/>
                    <a:pt x="1213" y="834"/>
                  </a:cubicBezTo>
                  <a:cubicBezTo>
                    <a:pt x="1289" y="758"/>
                    <a:pt x="1383" y="724"/>
                    <a:pt x="1475" y="724"/>
                  </a:cubicBezTo>
                  <a:close/>
                  <a:moveTo>
                    <a:pt x="1479" y="0"/>
                  </a:moveTo>
                  <a:cubicBezTo>
                    <a:pt x="491" y="0"/>
                    <a:pt x="0" y="1195"/>
                    <a:pt x="698" y="1893"/>
                  </a:cubicBezTo>
                  <a:cubicBezTo>
                    <a:pt x="924" y="2118"/>
                    <a:pt x="1201" y="2219"/>
                    <a:pt x="1472" y="2219"/>
                  </a:cubicBezTo>
                  <a:cubicBezTo>
                    <a:pt x="2043" y="2219"/>
                    <a:pt x="2591" y="1775"/>
                    <a:pt x="2591" y="1106"/>
                  </a:cubicBezTo>
                  <a:cubicBezTo>
                    <a:pt x="2591" y="497"/>
                    <a:pt x="2094" y="0"/>
                    <a:pt x="14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2655850" y="4100200"/>
              <a:ext cx="187200" cy="129400"/>
            </a:xfrm>
            <a:custGeom>
              <a:avLst/>
              <a:gdLst/>
              <a:ahLst/>
              <a:cxnLst/>
              <a:rect l="l" t="t" r="r" b="b"/>
              <a:pathLst>
                <a:path w="7488" h="5176" extrusionOk="0">
                  <a:moveTo>
                    <a:pt x="373" y="0"/>
                  </a:moveTo>
                  <a:cubicBezTo>
                    <a:pt x="349" y="231"/>
                    <a:pt x="343" y="479"/>
                    <a:pt x="343" y="740"/>
                  </a:cubicBezTo>
                  <a:cubicBezTo>
                    <a:pt x="343" y="846"/>
                    <a:pt x="349" y="953"/>
                    <a:pt x="355" y="1053"/>
                  </a:cubicBezTo>
                  <a:cubicBezTo>
                    <a:pt x="337" y="1047"/>
                    <a:pt x="320" y="1044"/>
                    <a:pt x="302" y="1044"/>
                  </a:cubicBezTo>
                  <a:cubicBezTo>
                    <a:pt x="284" y="1044"/>
                    <a:pt x="266" y="1047"/>
                    <a:pt x="249" y="1053"/>
                  </a:cubicBezTo>
                  <a:cubicBezTo>
                    <a:pt x="36" y="1118"/>
                    <a:pt x="0" y="1621"/>
                    <a:pt x="172" y="2177"/>
                  </a:cubicBezTo>
                  <a:cubicBezTo>
                    <a:pt x="327" y="2698"/>
                    <a:pt x="602" y="3069"/>
                    <a:pt x="807" y="3069"/>
                  </a:cubicBezTo>
                  <a:cubicBezTo>
                    <a:pt x="820" y="3069"/>
                    <a:pt x="833" y="3067"/>
                    <a:pt x="846" y="3064"/>
                  </a:cubicBezTo>
                  <a:cubicBezTo>
                    <a:pt x="1449" y="4330"/>
                    <a:pt x="2520" y="5175"/>
                    <a:pt x="3744" y="5175"/>
                  </a:cubicBezTo>
                  <a:cubicBezTo>
                    <a:pt x="4968" y="5175"/>
                    <a:pt x="6045" y="4330"/>
                    <a:pt x="6642" y="3064"/>
                  </a:cubicBezTo>
                  <a:cubicBezTo>
                    <a:pt x="6654" y="3067"/>
                    <a:pt x="6666" y="3068"/>
                    <a:pt x="6678" y="3068"/>
                  </a:cubicBezTo>
                  <a:cubicBezTo>
                    <a:pt x="6888" y="3068"/>
                    <a:pt x="7171" y="2691"/>
                    <a:pt x="7322" y="2177"/>
                  </a:cubicBezTo>
                  <a:cubicBezTo>
                    <a:pt x="7488" y="1633"/>
                    <a:pt x="7458" y="1118"/>
                    <a:pt x="7245" y="1053"/>
                  </a:cubicBezTo>
                  <a:cubicBezTo>
                    <a:pt x="7227" y="1047"/>
                    <a:pt x="7210" y="1044"/>
                    <a:pt x="7192" y="1044"/>
                  </a:cubicBezTo>
                  <a:cubicBezTo>
                    <a:pt x="7174" y="1044"/>
                    <a:pt x="7156" y="1047"/>
                    <a:pt x="7139" y="1053"/>
                  </a:cubicBezTo>
                  <a:cubicBezTo>
                    <a:pt x="7145" y="953"/>
                    <a:pt x="7151" y="846"/>
                    <a:pt x="7151" y="740"/>
                  </a:cubicBezTo>
                  <a:cubicBezTo>
                    <a:pt x="7151" y="479"/>
                    <a:pt x="7139" y="231"/>
                    <a:pt x="7121" y="0"/>
                  </a:cubicBezTo>
                  <a:lnTo>
                    <a:pt x="5033" y="0"/>
                  </a:lnTo>
                  <a:cubicBezTo>
                    <a:pt x="4950" y="651"/>
                    <a:pt x="4395" y="1130"/>
                    <a:pt x="3744" y="1130"/>
                  </a:cubicBezTo>
                  <a:cubicBezTo>
                    <a:pt x="3093" y="1130"/>
                    <a:pt x="2543" y="651"/>
                    <a:pt x="2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2647725" y="4259300"/>
              <a:ext cx="203450" cy="164425"/>
            </a:xfrm>
            <a:custGeom>
              <a:avLst/>
              <a:gdLst/>
              <a:ahLst/>
              <a:cxnLst/>
              <a:rect l="l" t="t" r="r" b="b"/>
              <a:pathLst>
                <a:path w="8138" h="6577" extrusionOk="0">
                  <a:moveTo>
                    <a:pt x="1278" y="0"/>
                  </a:moveTo>
                  <a:cubicBezTo>
                    <a:pt x="834" y="0"/>
                    <a:pt x="396" y="101"/>
                    <a:pt x="0" y="302"/>
                  </a:cubicBezTo>
                  <a:lnTo>
                    <a:pt x="3460" y="6577"/>
                  </a:lnTo>
                  <a:lnTo>
                    <a:pt x="4678" y="6577"/>
                  </a:lnTo>
                  <a:lnTo>
                    <a:pt x="8138" y="296"/>
                  </a:lnTo>
                  <a:cubicBezTo>
                    <a:pt x="7742" y="101"/>
                    <a:pt x="7304" y="0"/>
                    <a:pt x="6860" y="0"/>
                  </a:cubicBezTo>
                  <a:lnTo>
                    <a:pt x="5920" y="0"/>
                  </a:lnTo>
                  <a:lnTo>
                    <a:pt x="5920" y="2685"/>
                  </a:lnTo>
                  <a:cubicBezTo>
                    <a:pt x="5920" y="2939"/>
                    <a:pt x="5713" y="3146"/>
                    <a:pt x="5459" y="3146"/>
                  </a:cubicBezTo>
                  <a:lnTo>
                    <a:pt x="2679" y="3146"/>
                  </a:lnTo>
                  <a:cubicBezTo>
                    <a:pt x="2431" y="3146"/>
                    <a:pt x="2224" y="2939"/>
                    <a:pt x="2224" y="2685"/>
                  </a:cubicBezTo>
                  <a:lnTo>
                    <a:pt x="22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2708475" y="4233425"/>
              <a:ext cx="81950" cy="37575"/>
            </a:xfrm>
            <a:custGeom>
              <a:avLst/>
              <a:gdLst/>
              <a:ahLst/>
              <a:cxnLst/>
              <a:rect l="l" t="t" r="r" b="b"/>
              <a:pathLst>
                <a:path w="3278" h="1503" extrusionOk="0">
                  <a:moveTo>
                    <a:pt x="468" y="0"/>
                  </a:moveTo>
                  <a:lnTo>
                    <a:pt x="468" y="1035"/>
                  </a:lnTo>
                  <a:lnTo>
                    <a:pt x="1" y="1035"/>
                  </a:lnTo>
                  <a:lnTo>
                    <a:pt x="1" y="1502"/>
                  </a:lnTo>
                  <a:cubicBezTo>
                    <a:pt x="71" y="1459"/>
                    <a:pt x="146" y="1431"/>
                    <a:pt x="227" y="1431"/>
                  </a:cubicBezTo>
                  <a:cubicBezTo>
                    <a:pt x="234" y="1431"/>
                    <a:pt x="242" y="1431"/>
                    <a:pt x="249" y="1431"/>
                  </a:cubicBezTo>
                  <a:lnTo>
                    <a:pt x="3029" y="1431"/>
                  </a:lnTo>
                  <a:cubicBezTo>
                    <a:pt x="3036" y="1431"/>
                    <a:pt x="3044" y="1431"/>
                    <a:pt x="3051" y="1431"/>
                  </a:cubicBezTo>
                  <a:cubicBezTo>
                    <a:pt x="3133" y="1431"/>
                    <a:pt x="3212" y="1459"/>
                    <a:pt x="3277" y="1502"/>
                  </a:cubicBezTo>
                  <a:lnTo>
                    <a:pt x="3277" y="1035"/>
                  </a:lnTo>
                  <a:lnTo>
                    <a:pt x="2816" y="1035"/>
                  </a:lnTo>
                  <a:lnTo>
                    <a:pt x="2816" y="0"/>
                  </a:lnTo>
                  <a:cubicBezTo>
                    <a:pt x="2443" y="180"/>
                    <a:pt x="2041" y="271"/>
                    <a:pt x="1640" y="271"/>
                  </a:cubicBezTo>
                  <a:cubicBezTo>
                    <a:pt x="1238" y="271"/>
                    <a:pt x="838" y="180"/>
                    <a:pt x="4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3" name="Google Shape;293;p19"/>
          <p:cNvGrpSpPr/>
          <p:nvPr/>
        </p:nvGrpSpPr>
        <p:grpSpPr>
          <a:xfrm>
            <a:off x="5832958" y="3110283"/>
            <a:ext cx="577349" cy="704991"/>
            <a:chOff x="3284075" y="4662675"/>
            <a:chExt cx="304750" cy="372125"/>
          </a:xfrm>
        </p:grpSpPr>
        <p:sp>
          <p:nvSpPr>
            <p:cNvPr id="294" name="Google Shape;294;p19"/>
            <p:cNvSpPr/>
            <p:nvPr/>
          </p:nvSpPr>
          <p:spPr>
            <a:xfrm>
              <a:off x="3323575" y="4799600"/>
              <a:ext cx="225600" cy="97550"/>
            </a:xfrm>
            <a:custGeom>
              <a:avLst/>
              <a:gdLst/>
              <a:ahLst/>
              <a:cxnLst/>
              <a:rect l="l" t="t" r="r" b="b"/>
              <a:pathLst>
                <a:path w="9024" h="3902" extrusionOk="0">
                  <a:moveTo>
                    <a:pt x="1590" y="1"/>
                  </a:moveTo>
                  <a:cubicBezTo>
                    <a:pt x="896" y="1"/>
                    <a:pt x="0" y="253"/>
                    <a:pt x="366" y="1950"/>
                  </a:cubicBezTo>
                  <a:cubicBezTo>
                    <a:pt x="792" y="3896"/>
                    <a:pt x="4435" y="3902"/>
                    <a:pt x="4518" y="3902"/>
                  </a:cubicBezTo>
                  <a:cubicBezTo>
                    <a:pt x="4595" y="3902"/>
                    <a:pt x="8238" y="3902"/>
                    <a:pt x="8658" y="1950"/>
                  </a:cubicBezTo>
                  <a:cubicBezTo>
                    <a:pt x="9024" y="253"/>
                    <a:pt x="8128" y="1"/>
                    <a:pt x="7430" y="1"/>
                  </a:cubicBezTo>
                  <a:cubicBezTo>
                    <a:pt x="7315" y="1"/>
                    <a:pt x="7206" y="8"/>
                    <a:pt x="7108" y="16"/>
                  </a:cubicBezTo>
                  <a:cubicBezTo>
                    <a:pt x="6422" y="81"/>
                    <a:pt x="4530" y="560"/>
                    <a:pt x="4512" y="566"/>
                  </a:cubicBezTo>
                  <a:cubicBezTo>
                    <a:pt x="4512" y="566"/>
                    <a:pt x="4512" y="566"/>
                    <a:pt x="4511" y="566"/>
                  </a:cubicBezTo>
                  <a:cubicBezTo>
                    <a:pt x="4466" y="566"/>
                    <a:pt x="2598" y="81"/>
                    <a:pt x="1910" y="16"/>
                  </a:cubicBezTo>
                  <a:cubicBezTo>
                    <a:pt x="1813" y="8"/>
                    <a:pt x="1704" y="1"/>
                    <a:pt x="1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3360525" y="4699875"/>
              <a:ext cx="151850" cy="43375"/>
            </a:xfrm>
            <a:custGeom>
              <a:avLst/>
              <a:gdLst/>
              <a:ahLst/>
              <a:cxnLst/>
              <a:rect l="l" t="t" r="r" b="b"/>
              <a:pathLst>
                <a:path w="6074" h="1735" extrusionOk="0">
                  <a:moveTo>
                    <a:pt x="2838" y="1"/>
                  </a:moveTo>
                  <a:cubicBezTo>
                    <a:pt x="2229" y="1"/>
                    <a:pt x="1651" y="25"/>
                    <a:pt x="905" y="510"/>
                  </a:cubicBezTo>
                  <a:lnTo>
                    <a:pt x="905" y="528"/>
                  </a:lnTo>
                  <a:cubicBezTo>
                    <a:pt x="905" y="522"/>
                    <a:pt x="899" y="522"/>
                    <a:pt x="893" y="516"/>
                  </a:cubicBezTo>
                  <a:cubicBezTo>
                    <a:pt x="787" y="581"/>
                    <a:pt x="680" y="664"/>
                    <a:pt x="568" y="746"/>
                  </a:cubicBezTo>
                  <a:cubicBezTo>
                    <a:pt x="367" y="906"/>
                    <a:pt x="177" y="1083"/>
                    <a:pt x="0" y="1267"/>
                  </a:cubicBezTo>
                  <a:cubicBezTo>
                    <a:pt x="6" y="1527"/>
                    <a:pt x="219" y="1734"/>
                    <a:pt x="479" y="1734"/>
                  </a:cubicBezTo>
                  <a:cubicBezTo>
                    <a:pt x="745" y="1734"/>
                    <a:pt x="958" y="1521"/>
                    <a:pt x="958" y="1261"/>
                  </a:cubicBezTo>
                  <a:lnTo>
                    <a:pt x="958" y="1190"/>
                  </a:lnTo>
                  <a:cubicBezTo>
                    <a:pt x="1055" y="1401"/>
                    <a:pt x="1258" y="1512"/>
                    <a:pt x="1460" y="1512"/>
                  </a:cubicBezTo>
                  <a:cubicBezTo>
                    <a:pt x="1627" y="1512"/>
                    <a:pt x="1795" y="1436"/>
                    <a:pt x="1904" y="1279"/>
                  </a:cubicBezTo>
                  <a:cubicBezTo>
                    <a:pt x="2023" y="1502"/>
                    <a:pt x="2243" y="1613"/>
                    <a:pt x="2464" y="1613"/>
                  </a:cubicBezTo>
                  <a:cubicBezTo>
                    <a:pt x="2693" y="1613"/>
                    <a:pt x="2922" y="1493"/>
                    <a:pt x="3040" y="1255"/>
                  </a:cubicBezTo>
                  <a:cubicBezTo>
                    <a:pt x="3154" y="1493"/>
                    <a:pt x="3383" y="1613"/>
                    <a:pt x="3611" y="1613"/>
                  </a:cubicBezTo>
                  <a:cubicBezTo>
                    <a:pt x="3831" y="1613"/>
                    <a:pt x="4051" y="1502"/>
                    <a:pt x="4170" y="1279"/>
                  </a:cubicBezTo>
                  <a:cubicBezTo>
                    <a:pt x="4279" y="1436"/>
                    <a:pt x="4448" y="1512"/>
                    <a:pt x="4616" y="1512"/>
                  </a:cubicBezTo>
                  <a:cubicBezTo>
                    <a:pt x="4819" y="1512"/>
                    <a:pt x="5022" y="1401"/>
                    <a:pt x="5116" y="1190"/>
                  </a:cubicBezTo>
                  <a:lnTo>
                    <a:pt x="5116" y="1261"/>
                  </a:lnTo>
                  <a:cubicBezTo>
                    <a:pt x="5128" y="1515"/>
                    <a:pt x="5335" y="1722"/>
                    <a:pt x="5589" y="1722"/>
                  </a:cubicBezTo>
                  <a:cubicBezTo>
                    <a:pt x="5849" y="1722"/>
                    <a:pt x="6062" y="1521"/>
                    <a:pt x="6074" y="1267"/>
                  </a:cubicBezTo>
                  <a:cubicBezTo>
                    <a:pt x="5896" y="1078"/>
                    <a:pt x="5707" y="906"/>
                    <a:pt x="5506" y="746"/>
                  </a:cubicBezTo>
                  <a:cubicBezTo>
                    <a:pt x="5394" y="658"/>
                    <a:pt x="5287" y="581"/>
                    <a:pt x="5181" y="516"/>
                  </a:cubicBezTo>
                  <a:cubicBezTo>
                    <a:pt x="5181" y="516"/>
                    <a:pt x="5169" y="522"/>
                    <a:pt x="5169" y="528"/>
                  </a:cubicBezTo>
                  <a:lnTo>
                    <a:pt x="5169" y="510"/>
                  </a:lnTo>
                  <a:cubicBezTo>
                    <a:pt x="4423" y="25"/>
                    <a:pt x="3845" y="1"/>
                    <a:pt x="3240" y="1"/>
                  </a:cubicBezTo>
                  <a:cubicBezTo>
                    <a:pt x="3174" y="1"/>
                    <a:pt x="3107" y="1"/>
                    <a:pt x="3040" y="1"/>
                  </a:cubicBezTo>
                  <a:cubicBezTo>
                    <a:pt x="2972" y="1"/>
                    <a:pt x="2905" y="1"/>
                    <a:pt x="28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9"/>
            <p:cNvSpPr/>
            <p:nvPr/>
          </p:nvSpPr>
          <p:spPr>
            <a:xfrm>
              <a:off x="3310550" y="4848800"/>
              <a:ext cx="251950" cy="147425"/>
            </a:xfrm>
            <a:custGeom>
              <a:avLst/>
              <a:gdLst/>
              <a:ahLst/>
              <a:cxnLst/>
              <a:rect l="l" t="t" r="r" b="b"/>
              <a:pathLst>
                <a:path w="10078" h="5897" extrusionOk="0">
                  <a:moveTo>
                    <a:pt x="9867" y="1"/>
                  </a:moveTo>
                  <a:cubicBezTo>
                    <a:pt x="9848" y="1"/>
                    <a:pt x="9830" y="2"/>
                    <a:pt x="9812" y="6"/>
                  </a:cubicBezTo>
                  <a:cubicBezTo>
                    <a:pt x="9687" y="17"/>
                    <a:pt x="9581" y="88"/>
                    <a:pt x="9522" y="195"/>
                  </a:cubicBezTo>
                  <a:cubicBezTo>
                    <a:pt x="9398" y="278"/>
                    <a:pt x="9303" y="461"/>
                    <a:pt x="9303" y="674"/>
                  </a:cubicBezTo>
                  <a:cubicBezTo>
                    <a:pt x="9303" y="763"/>
                    <a:pt x="9321" y="857"/>
                    <a:pt x="9356" y="946"/>
                  </a:cubicBezTo>
                  <a:cubicBezTo>
                    <a:pt x="9214" y="1029"/>
                    <a:pt x="9114" y="1171"/>
                    <a:pt x="9084" y="1336"/>
                  </a:cubicBezTo>
                  <a:cubicBezTo>
                    <a:pt x="9049" y="1478"/>
                    <a:pt x="9061" y="1626"/>
                    <a:pt x="9126" y="1756"/>
                  </a:cubicBezTo>
                  <a:cubicBezTo>
                    <a:pt x="8972" y="1792"/>
                    <a:pt x="8830" y="1957"/>
                    <a:pt x="8777" y="2176"/>
                  </a:cubicBezTo>
                  <a:cubicBezTo>
                    <a:pt x="8741" y="2306"/>
                    <a:pt x="8753" y="2448"/>
                    <a:pt x="8812" y="2578"/>
                  </a:cubicBezTo>
                  <a:cubicBezTo>
                    <a:pt x="8809" y="2578"/>
                    <a:pt x="8806" y="2578"/>
                    <a:pt x="8802" y="2578"/>
                  </a:cubicBezTo>
                  <a:cubicBezTo>
                    <a:pt x="8633" y="2578"/>
                    <a:pt x="8450" y="2725"/>
                    <a:pt x="8369" y="2951"/>
                  </a:cubicBezTo>
                  <a:cubicBezTo>
                    <a:pt x="8327" y="3063"/>
                    <a:pt x="8315" y="3187"/>
                    <a:pt x="8333" y="3306"/>
                  </a:cubicBezTo>
                  <a:cubicBezTo>
                    <a:pt x="8179" y="3306"/>
                    <a:pt x="8002" y="3430"/>
                    <a:pt x="7901" y="3625"/>
                  </a:cubicBezTo>
                  <a:cubicBezTo>
                    <a:pt x="7848" y="3726"/>
                    <a:pt x="7819" y="3838"/>
                    <a:pt x="7824" y="3956"/>
                  </a:cubicBezTo>
                  <a:cubicBezTo>
                    <a:pt x="7694" y="3992"/>
                    <a:pt x="7576" y="4063"/>
                    <a:pt x="7493" y="4163"/>
                  </a:cubicBezTo>
                  <a:cubicBezTo>
                    <a:pt x="7422" y="4240"/>
                    <a:pt x="7369" y="4335"/>
                    <a:pt x="7345" y="4441"/>
                  </a:cubicBezTo>
                  <a:cubicBezTo>
                    <a:pt x="7295" y="4428"/>
                    <a:pt x="7244" y="4422"/>
                    <a:pt x="7194" y="4422"/>
                  </a:cubicBezTo>
                  <a:cubicBezTo>
                    <a:pt x="7132" y="4422"/>
                    <a:pt x="7070" y="4431"/>
                    <a:pt x="7008" y="4447"/>
                  </a:cubicBezTo>
                  <a:cubicBezTo>
                    <a:pt x="6784" y="4512"/>
                    <a:pt x="6624" y="4678"/>
                    <a:pt x="6606" y="4837"/>
                  </a:cubicBezTo>
                  <a:cubicBezTo>
                    <a:pt x="6517" y="4782"/>
                    <a:pt x="6415" y="4754"/>
                    <a:pt x="6311" y="4754"/>
                  </a:cubicBezTo>
                  <a:cubicBezTo>
                    <a:pt x="6249" y="4754"/>
                    <a:pt x="6187" y="4764"/>
                    <a:pt x="6127" y="4784"/>
                  </a:cubicBezTo>
                  <a:cubicBezTo>
                    <a:pt x="5979" y="4820"/>
                    <a:pt x="5855" y="4914"/>
                    <a:pt x="5772" y="5039"/>
                  </a:cubicBezTo>
                  <a:cubicBezTo>
                    <a:pt x="5666" y="4974"/>
                    <a:pt x="5553" y="4938"/>
                    <a:pt x="5429" y="4938"/>
                  </a:cubicBezTo>
                  <a:cubicBezTo>
                    <a:pt x="5311" y="5018"/>
                    <a:pt x="5173" y="5058"/>
                    <a:pt x="5036" y="5058"/>
                  </a:cubicBezTo>
                  <a:cubicBezTo>
                    <a:pt x="4898" y="5058"/>
                    <a:pt x="4761" y="5018"/>
                    <a:pt x="4643" y="4938"/>
                  </a:cubicBezTo>
                  <a:cubicBezTo>
                    <a:pt x="4524" y="4938"/>
                    <a:pt x="4406" y="4974"/>
                    <a:pt x="4306" y="5039"/>
                  </a:cubicBezTo>
                  <a:cubicBezTo>
                    <a:pt x="4223" y="4914"/>
                    <a:pt x="4093" y="4820"/>
                    <a:pt x="3951" y="4784"/>
                  </a:cubicBezTo>
                  <a:cubicBezTo>
                    <a:pt x="3889" y="4764"/>
                    <a:pt x="3826" y="4754"/>
                    <a:pt x="3764" y="4754"/>
                  </a:cubicBezTo>
                  <a:cubicBezTo>
                    <a:pt x="3661" y="4754"/>
                    <a:pt x="3560" y="4782"/>
                    <a:pt x="3472" y="4837"/>
                  </a:cubicBezTo>
                  <a:cubicBezTo>
                    <a:pt x="3448" y="4678"/>
                    <a:pt x="3288" y="4512"/>
                    <a:pt x="3064" y="4447"/>
                  </a:cubicBezTo>
                  <a:cubicBezTo>
                    <a:pt x="3011" y="4477"/>
                    <a:pt x="2957" y="4490"/>
                    <a:pt x="2903" y="4490"/>
                  </a:cubicBezTo>
                  <a:cubicBezTo>
                    <a:pt x="2733" y="4490"/>
                    <a:pt x="2580" y="4352"/>
                    <a:pt x="2585" y="4163"/>
                  </a:cubicBezTo>
                  <a:cubicBezTo>
                    <a:pt x="2496" y="4063"/>
                    <a:pt x="2383" y="3992"/>
                    <a:pt x="2253" y="3956"/>
                  </a:cubicBezTo>
                  <a:cubicBezTo>
                    <a:pt x="2259" y="3844"/>
                    <a:pt x="2230" y="3726"/>
                    <a:pt x="2176" y="3625"/>
                  </a:cubicBezTo>
                  <a:cubicBezTo>
                    <a:pt x="2076" y="3430"/>
                    <a:pt x="1899" y="3306"/>
                    <a:pt x="1745" y="3306"/>
                  </a:cubicBezTo>
                  <a:cubicBezTo>
                    <a:pt x="1768" y="3187"/>
                    <a:pt x="1757" y="3063"/>
                    <a:pt x="1709" y="2951"/>
                  </a:cubicBezTo>
                  <a:cubicBezTo>
                    <a:pt x="1624" y="2729"/>
                    <a:pt x="1445" y="2578"/>
                    <a:pt x="1284" y="2578"/>
                  </a:cubicBezTo>
                  <a:cubicBezTo>
                    <a:pt x="1278" y="2578"/>
                    <a:pt x="1272" y="2578"/>
                    <a:pt x="1266" y="2578"/>
                  </a:cubicBezTo>
                  <a:cubicBezTo>
                    <a:pt x="1325" y="2448"/>
                    <a:pt x="1337" y="2306"/>
                    <a:pt x="1301" y="2176"/>
                  </a:cubicBezTo>
                  <a:cubicBezTo>
                    <a:pt x="1248" y="1951"/>
                    <a:pt x="1106" y="1792"/>
                    <a:pt x="952" y="1756"/>
                  </a:cubicBezTo>
                  <a:cubicBezTo>
                    <a:pt x="1017" y="1626"/>
                    <a:pt x="1029" y="1478"/>
                    <a:pt x="994" y="1336"/>
                  </a:cubicBezTo>
                  <a:cubicBezTo>
                    <a:pt x="964" y="1171"/>
                    <a:pt x="864" y="1029"/>
                    <a:pt x="722" y="946"/>
                  </a:cubicBezTo>
                  <a:cubicBezTo>
                    <a:pt x="757" y="857"/>
                    <a:pt x="775" y="763"/>
                    <a:pt x="775" y="674"/>
                  </a:cubicBezTo>
                  <a:cubicBezTo>
                    <a:pt x="775" y="461"/>
                    <a:pt x="686" y="278"/>
                    <a:pt x="556" y="195"/>
                  </a:cubicBezTo>
                  <a:cubicBezTo>
                    <a:pt x="486" y="69"/>
                    <a:pt x="358" y="1"/>
                    <a:pt x="227" y="1"/>
                  </a:cubicBezTo>
                  <a:cubicBezTo>
                    <a:pt x="148" y="1"/>
                    <a:pt x="69" y="26"/>
                    <a:pt x="0" y="77"/>
                  </a:cubicBezTo>
                  <a:cubicBezTo>
                    <a:pt x="148" y="1378"/>
                    <a:pt x="526" y="3187"/>
                    <a:pt x="1502" y="4205"/>
                  </a:cubicBezTo>
                  <a:cubicBezTo>
                    <a:pt x="2738" y="5494"/>
                    <a:pt x="4045" y="5896"/>
                    <a:pt x="5039" y="5896"/>
                  </a:cubicBezTo>
                  <a:cubicBezTo>
                    <a:pt x="6038" y="5896"/>
                    <a:pt x="7340" y="5494"/>
                    <a:pt x="8576" y="4205"/>
                  </a:cubicBezTo>
                  <a:cubicBezTo>
                    <a:pt x="9551" y="3187"/>
                    <a:pt x="9936" y="1378"/>
                    <a:pt x="10078" y="77"/>
                  </a:cubicBezTo>
                  <a:cubicBezTo>
                    <a:pt x="10016" y="29"/>
                    <a:pt x="9942" y="1"/>
                    <a:pt x="98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9"/>
            <p:cNvSpPr/>
            <p:nvPr/>
          </p:nvSpPr>
          <p:spPr>
            <a:xfrm>
              <a:off x="3284075" y="4662675"/>
              <a:ext cx="304750" cy="372125"/>
            </a:xfrm>
            <a:custGeom>
              <a:avLst/>
              <a:gdLst/>
              <a:ahLst/>
              <a:cxnLst/>
              <a:rect l="l" t="t" r="r" b="b"/>
              <a:pathLst>
                <a:path w="12190" h="14885" extrusionOk="0">
                  <a:moveTo>
                    <a:pt x="6302" y="1489"/>
                  </a:moveTo>
                  <a:cubicBezTo>
                    <a:pt x="6909" y="1489"/>
                    <a:pt x="7482" y="1513"/>
                    <a:pt x="8233" y="1992"/>
                  </a:cubicBezTo>
                  <a:lnTo>
                    <a:pt x="8245" y="2004"/>
                  </a:lnTo>
                  <a:cubicBezTo>
                    <a:pt x="8345" y="2069"/>
                    <a:pt x="8458" y="2152"/>
                    <a:pt x="8570" y="2234"/>
                  </a:cubicBezTo>
                  <a:cubicBezTo>
                    <a:pt x="8771" y="2394"/>
                    <a:pt x="8960" y="2566"/>
                    <a:pt x="9132" y="2755"/>
                  </a:cubicBezTo>
                  <a:cubicBezTo>
                    <a:pt x="10131" y="3796"/>
                    <a:pt x="11220" y="5499"/>
                    <a:pt x="11220" y="6167"/>
                  </a:cubicBezTo>
                  <a:cubicBezTo>
                    <a:pt x="11214" y="6617"/>
                    <a:pt x="11190" y="7072"/>
                    <a:pt x="11137" y="7522"/>
                  </a:cubicBezTo>
                  <a:cubicBezTo>
                    <a:pt x="10989" y="8823"/>
                    <a:pt x="10610" y="10632"/>
                    <a:pt x="9635" y="11650"/>
                  </a:cubicBezTo>
                  <a:cubicBezTo>
                    <a:pt x="8399" y="12939"/>
                    <a:pt x="7097" y="13341"/>
                    <a:pt x="6098" y="13341"/>
                  </a:cubicBezTo>
                  <a:cubicBezTo>
                    <a:pt x="5104" y="13341"/>
                    <a:pt x="3797" y="12939"/>
                    <a:pt x="2561" y="11650"/>
                  </a:cubicBezTo>
                  <a:cubicBezTo>
                    <a:pt x="1585" y="10632"/>
                    <a:pt x="1207" y="8823"/>
                    <a:pt x="1059" y="7522"/>
                  </a:cubicBezTo>
                  <a:cubicBezTo>
                    <a:pt x="1012" y="7072"/>
                    <a:pt x="982" y="6617"/>
                    <a:pt x="976" y="6167"/>
                  </a:cubicBezTo>
                  <a:cubicBezTo>
                    <a:pt x="976" y="5499"/>
                    <a:pt x="2064" y="3796"/>
                    <a:pt x="3064" y="2755"/>
                  </a:cubicBezTo>
                  <a:cubicBezTo>
                    <a:pt x="3241" y="2566"/>
                    <a:pt x="3431" y="2394"/>
                    <a:pt x="3632" y="2234"/>
                  </a:cubicBezTo>
                  <a:cubicBezTo>
                    <a:pt x="3744" y="2146"/>
                    <a:pt x="3851" y="2069"/>
                    <a:pt x="3957" y="2004"/>
                  </a:cubicBezTo>
                  <a:lnTo>
                    <a:pt x="3969" y="1992"/>
                  </a:lnTo>
                  <a:cubicBezTo>
                    <a:pt x="4714" y="1513"/>
                    <a:pt x="5292" y="1489"/>
                    <a:pt x="5895" y="1489"/>
                  </a:cubicBezTo>
                  <a:cubicBezTo>
                    <a:pt x="5962" y="1489"/>
                    <a:pt x="6030" y="1489"/>
                    <a:pt x="6098" y="1489"/>
                  </a:cubicBezTo>
                  <a:cubicBezTo>
                    <a:pt x="6167" y="1489"/>
                    <a:pt x="6234" y="1489"/>
                    <a:pt x="6302" y="1489"/>
                  </a:cubicBezTo>
                  <a:close/>
                  <a:moveTo>
                    <a:pt x="3701" y="0"/>
                  </a:moveTo>
                  <a:cubicBezTo>
                    <a:pt x="3665" y="0"/>
                    <a:pt x="3630" y="2"/>
                    <a:pt x="3596" y="5"/>
                  </a:cubicBezTo>
                  <a:cubicBezTo>
                    <a:pt x="2928" y="70"/>
                    <a:pt x="0" y="5150"/>
                    <a:pt x="0" y="6351"/>
                  </a:cubicBezTo>
                  <a:cubicBezTo>
                    <a:pt x="0" y="7545"/>
                    <a:pt x="148" y="11011"/>
                    <a:pt x="1615" y="13022"/>
                  </a:cubicBezTo>
                  <a:cubicBezTo>
                    <a:pt x="2873" y="14752"/>
                    <a:pt x="5379" y="14885"/>
                    <a:pt x="6051" y="14885"/>
                  </a:cubicBezTo>
                  <a:cubicBezTo>
                    <a:pt x="6068" y="14885"/>
                    <a:pt x="6083" y="14885"/>
                    <a:pt x="6098" y="14885"/>
                  </a:cubicBezTo>
                  <a:cubicBezTo>
                    <a:pt x="6683" y="14879"/>
                    <a:pt x="9286" y="14802"/>
                    <a:pt x="10575" y="13022"/>
                  </a:cubicBezTo>
                  <a:cubicBezTo>
                    <a:pt x="12042" y="11011"/>
                    <a:pt x="12189" y="7545"/>
                    <a:pt x="12189" y="6351"/>
                  </a:cubicBezTo>
                  <a:cubicBezTo>
                    <a:pt x="12189" y="5150"/>
                    <a:pt x="9268" y="70"/>
                    <a:pt x="8594" y="5"/>
                  </a:cubicBezTo>
                  <a:cubicBezTo>
                    <a:pt x="8560" y="2"/>
                    <a:pt x="8525" y="0"/>
                    <a:pt x="8489" y="0"/>
                  </a:cubicBezTo>
                  <a:cubicBezTo>
                    <a:pt x="7866" y="0"/>
                    <a:pt x="6942" y="413"/>
                    <a:pt x="6098" y="413"/>
                  </a:cubicBezTo>
                  <a:cubicBezTo>
                    <a:pt x="5254" y="413"/>
                    <a:pt x="4325" y="0"/>
                    <a:pt x="37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8" name="Google Shape;298;p19"/>
          <p:cNvGrpSpPr/>
          <p:nvPr/>
        </p:nvGrpSpPr>
        <p:grpSpPr>
          <a:xfrm>
            <a:off x="2708541" y="3207180"/>
            <a:ext cx="673605" cy="511194"/>
            <a:chOff x="1118775" y="4048075"/>
            <a:chExt cx="426575" cy="323725"/>
          </a:xfrm>
        </p:grpSpPr>
        <p:sp>
          <p:nvSpPr>
            <p:cNvPr id="299" name="Google Shape;299;p19"/>
            <p:cNvSpPr/>
            <p:nvPr/>
          </p:nvSpPr>
          <p:spPr>
            <a:xfrm>
              <a:off x="1310075" y="4075500"/>
              <a:ext cx="235275" cy="296300"/>
            </a:xfrm>
            <a:custGeom>
              <a:avLst/>
              <a:gdLst/>
              <a:ahLst/>
              <a:cxnLst/>
              <a:rect l="l" t="t" r="r" b="b"/>
              <a:pathLst>
                <a:path w="9411" h="11852" extrusionOk="0">
                  <a:moveTo>
                    <a:pt x="2982" y="1"/>
                  </a:moveTo>
                  <a:cubicBezTo>
                    <a:pt x="2479" y="1"/>
                    <a:pt x="1982" y="155"/>
                    <a:pt x="1480" y="474"/>
                  </a:cubicBezTo>
                  <a:cubicBezTo>
                    <a:pt x="1" y="1408"/>
                    <a:pt x="669" y="3466"/>
                    <a:pt x="1113" y="4827"/>
                  </a:cubicBezTo>
                  <a:cubicBezTo>
                    <a:pt x="1255" y="5252"/>
                    <a:pt x="1385" y="5649"/>
                    <a:pt x="1403" y="5862"/>
                  </a:cubicBezTo>
                  <a:cubicBezTo>
                    <a:pt x="1438" y="6240"/>
                    <a:pt x="1403" y="6725"/>
                    <a:pt x="1355" y="7240"/>
                  </a:cubicBezTo>
                  <a:cubicBezTo>
                    <a:pt x="1296" y="8050"/>
                    <a:pt x="1225" y="8896"/>
                    <a:pt x="1420" y="9605"/>
                  </a:cubicBezTo>
                  <a:cubicBezTo>
                    <a:pt x="1746" y="10806"/>
                    <a:pt x="2792" y="11681"/>
                    <a:pt x="2834" y="11717"/>
                  </a:cubicBezTo>
                  <a:cubicBezTo>
                    <a:pt x="2928" y="11794"/>
                    <a:pt x="3047" y="11841"/>
                    <a:pt x="3171" y="11847"/>
                  </a:cubicBezTo>
                  <a:lnTo>
                    <a:pt x="3201" y="11847"/>
                  </a:lnTo>
                  <a:cubicBezTo>
                    <a:pt x="3520" y="11847"/>
                    <a:pt x="3774" y="11587"/>
                    <a:pt x="3774" y="11273"/>
                  </a:cubicBezTo>
                  <a:cubicBezTo>
                    <a:pt x="3774" y="11220"/>
                    <a:pt x="3768" y="11173"/>
                    <a:pt x="3756" y="11125"/>
                  </a:cubicBezTo>
                  <a:cubicBezTo>
                    <a:pt x="3709" y="10835"/>
                    <a:pt x="3461" y="9215"/>
                    <a:pt x="3827" y="8174"/>
                  </a:cubicBezTo>
                  <a:cubicBezTo>
                    <a:pt x="4111" y="7405"/>
                    <a:pt x="4525" y="6991"/>
                    <a:pt x="4703" y="6891"/>
                  </a:cubicBezTo>
                  <a:cubicBezTo>
                    <a:pt x="4880" y="6997"/>
                    <a:pt x="5294" y="7405"/>
                    <a:pt x="5572" y="8174"/>
                  </a:cubicBezTo>
                  <a:cubicBezTo>
                    <a:pt x="5980" y="9310"/>
                    <a:pt x="5643" y="11149"/>
                    <a:pt x="5643" y="11167"/>
                  </a:cubicBezTo>
                  <a:cubicBezTo>
                    <a:pt x="5570" y="11554"/>
                    <a:pt x="5876" y="11851"/>
                    <a:pt x="6208" y="11851"/>
                  </a:cubicBezTo>
                  <a:cubicBezTo>
                    <a:pt x="6332" y="11851"/>
                    <a:pt x="6459" y="11810"/>
                    <a:pt x="6572" y="11717"/>
                  </a:cubicBezTo>
                  <a:cubicBezTo>
                    <a:pt x="6613" y="11681"/>
                    <a:pt x="7660" y="10806"/>
                    <a:pt x="7985" y="9605"/>
                  </a:cubicBezTo>
                  <a:cubicBezTo>
                    <a:pt x="8180" y="8896"/>
                    <a:pt x="8109" y="8050"/>
                    <a:pt x="8044" y="7240"/>
                  </a:cubicBezTo>
                  <a:cubicBezTo>
                    <a:pt x="8009" y="6725"/>
                    <a:pt x="7967" y="6246"/>
                    <a:pt x="8003" y="5868"/>
                  </a:cubicBezTo>
                  <a:cubicBezTo>
                    <a:pt x="8026" y="5649"/>
                    <a:pt x="8157" y="5252"/>
                    <a:pt x="8293" y="4827"/>
                  </a:cubicBezTo>
                  <a:cubicBezTo>
                    <a:pt x="8736" y="3466"/>
                    <a:pt x="9410" y="1408"/>
                    <a:pt x="7932" y="474"/>
                  </a:cubicBezTo>
                  <a:cubicBezTo>
                    <a:pt x="7423" y="155"/>
                    <a:pt x="6932" y="1"/>
                    <a:pt x="6424" y="1"/>
                  </a:cubicBezTo>
                  <a:cubicBezTo>
                    <a:pt x="5880" y="1"/>
                    <a:pt x="5436" y="184"/>
                    <a:pt x="5111" y="326"/>
                  </a:cubicBezTo>
                  <a:cubicBezTo>
                    <a:pt x="4963" y="385"/>
                    <a:pt x="4780" y="468"/>
                    <a:pt x="4703" y="468"/>
                  </a:cubicBezTo>
                  <a:cubicBezTo>
                    <a:pt x="4632" y="468"/>
                    <a:pt x="4443" y="385"/>
                    <a:pt x="4295" y="326"/>
                  </a:cubicBezTo>
                  <a:cubicBezTo>
                    <a:pt x="3969" y="184"/>
                    <a:pt x="3526" y="1"/>
                    <a:pt x="29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9"/>
            <p:cNvSpPr/>
            <p:nvPr/>
          </p:nvSpPr>
          <p:spPr>
            <a:xfrm>
              <a:off x="1444350" y="4092575"/>
              <a:ext cx="78225" cy="83500"/>
            </a:xfrm>
            <a:custGeom>
              <a:avLst/>
              <a:gdLst/>
              <a:ahLst/>
              <a:cxnLst/>
              <a:rect l="l" t="t" r="r" b="b"/>
              <a:pathLst>
                <a:path w="3129" h="3340" extrusionOk="0">
                  <a:moveTo>
                    <a:pt x="1425" y="1"/>
                  </a:moveTo>
                  <a:cubicBezTo>
                    <a:pt x="1364" y="1"/>
                    <a:pt x="1301" y="9"/>
                    <a:pt x="1236" y="27"/>
                  </a:cubicBezTo>
                  <a:cubicBezTo>
                    <a:pt x="0" y="370"/>
                    <a:pt x="1981" y="1311"/>
                    <a:pt x="2377" y="3339"/>
                  </a:cubicBezTo>
                  <a:cubicBezTo>
                    <a:pt x="3129" y="2874"/>
                    <a:pt x="2546" y="1"/>
                    <a:pt x="14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9"/>
            <p:cNvSpPr/>
            <p:nvPr/>
          </p:nvSpPr>
          <p:spPr>
            <a:xfrm>
              <a:off x="1118775" y="4048075"/>
              <a:ext cx="307550" cy="297550"/>
            </a:xfrm>
            <a:custGeom>
              <a:avLst/>
              <a:gdLst/>
              <a:ahLst/>
              <a:cxnLst/>
              <a:rect l="l" t="t" r="r" b="b"/>
              <a:pathLst>
                <a:path w="12302" h="11902" extrusionOk="0">
                  <a:moveTo>
                    <a:pt x="7550" y="1"/>
                  </a:moveTo>
                  <a:cubicBezTo>
                    <a:pt x="6003" y="1"/>
                    <a:pt x="4551" y="814"/>
                    <a:pt x="3750" y="2168"/>
                  </a:cubicBezTo>
                  <a:cubicBezTo>
                    <a:pt x="2874" y="3641"/>
                    <a:pt x="2928" y="5486"/>
                    <a:pt x="3886" y="6905"/>
                  </a:cubicBezTo>
                  <a:lnTo>
                    <a:pt x="325" y="10472"/>
                  </a:lnTo>
                  <a:cubicBezTo>
                    <a:pt x="0" y="10803"/>
                    <a:pt x="0" y="11329"/>
                    <a:pt x="325" y="11654"/>
                  </a:cubicBezTo>
                  <a:cubicBezTo>
                    <a:pt x="490" y="11819"/>
                    <a:pt x="706" y="11901"/>
                    <a:pt x="923" y="11901"/>
                  </a:cubicBezTo>
                  <a:cubicBezTo>
                    <a:pt x="1135" y="11901"/>
                    <a:pt x="1347" y="11822"/>
                    <a:pt x="1508" y="11660"/>
                  </a:cubicBezTo>
                  <a:lnTo>
                    <a:pt x="5074" y="8100"/>
                  </a:lnTo>
                  <a:cubicBezTo>
                    <a:pt x="5830" y="8607"/>
                    <a:pt x="6694" y="8856"/>
                    <a:pt x="7553" y="8856"/>
                  </a:cubicBezTo>
                  <a:cubicBezTo>
                    <a:pt x="8697" y="8856"/>
                    <a:pt x="9832" y="8414"/>
                    <a:pt x="10687" y="7556"/>
                  </a:cubicBezTo>
                  <a:cubicBezTo>
                    <a:pt x="11899" y="6344"/>
                    <a:pt x="12301" y="4540"/>
                    <a:pt x="11722" y="2931"/>
                  </a:cubicBezTo>
                  <a:cubicBezTo>
                    <a:pt x="11142" y="1317"/>
                    <a:pt x="9687" y="181"/>
                    <a:pt x="7978" y="21"/>
                  </a:cubicBezTo>
                  <a:cubicBezTo>
                    <a:pt x="7835" y="7"/>
                    <a:pt x="7692" y="1"/>
                    <a:pt x="75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9"/>
            <p:cNvSpPr/>
            <p:nvPr/>
          </p:nvSpPr>
          <p:spPr>
            <a:xfrm>
              <a:off x="1225675" y="4076625"/>
              <a:ext cx="172125" cy="164225"/>
            </a:xfrm>
            <a:custGeom>
              <a:avLst/>
              <a:gdLst/>
              <a:ahLst/>
              <a:cxnLst/>
              <a:rect l="l" t="t" r="r" b="b"/>
              <a:pathLst>
                <a:path w="6885" h="6569" extrusionOk="0">
                  <a:moveTo>
                    <a:pt x="3284" y="0"/>
                  </a:moveTo>
                  <a:cubicBezTo>
                    <a:pt x="2860" y="0"/>
                    <a:pt x="2431" y="83"/>
                    <a:pt x="2023" y="251"/>
                  </a:cubicBezTo>
                  <a:cubicBezTo>
                    <a:pt x="798" y="760"/>
                    <a:pt x="0" y="1955"/>
                    <a:pt x="0" y="3285"/>
                  </a:cubicBezTo>
                  <a:cubicBezTo>
                    <a:pt x="0" y="4610"/>
                    <a:pt x="798" y="5811"/>
                    <a:pt x="2023" y="6319"/>
                  </a:cubicBezTo>
                  <a:cubicBezTo>
                    <a:pt x="2429" y="6487"/>
                    <a:pt x="2855" y="6569"/>
                    <a:pt x="3278" y="6569"/>
                  </a:cubicBezTo>
                  <a:cubicBezTo>
                    <a:pt x="4134" y="6569"/>
                    <a:pt x="4975" y="6234"/>
                    <a:pt x="5601" y="5604"/>
                  </a:cubicBezTo>
                  <a:cubicBezTo>
                    <a:pt x="6884" y="4320"/>
                    <a:pt x="6884" y="2245"/>
                    <a:pt x="5601" y="961"/>
                  </a:cubicBezTo>
                  <a:cubicBezTo>
                    <a:pt x="4977" y="333"/>
                    <a:pt x="4139" y="0"/>
                    <a:pt x="32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3" name="Google Shape;303;p19"/>
          <p:cNvGrpSpPr/>
          <p:nvPr/>
        </p:nvGrpSpPr>
        <p:grpSpPr>
          <a:xfrm>
            <a:off x="4406877" y="2121647"/>
            <a:ext cx="312943" cy="823055"/>
            <a:chOff x="1965525" y="4518925"/>
            <a:chExt cx="196375" cy="516475"/>
          </a:xfrm>
        </p:grpSpPr>
        <p:sp>
          <p:nvSpPr>
            <p:cNvPr id="304" name="Google Shape;304;p19"/>
            <p:cNvSpPr/>
            <p:nvPr/>
          </p:nvSpPr>
          <p:spPr>
            <a:xfrm>
              <a:off x="2083075" y="4812850"/>
              <a:ext cx="64625" cy="222550"/>
            </a:xfrm>
            <a:custGeom>
              <a:avLst/>
              <a:gdLst/>
              <a:ahLst/>
              <a:cxnLst/>
              <a:rect l="l" t="t" r="r" b="b"/>
              <a:pathLst>
                <a:path w="2585" h="8902" extrusionOk="0">
                  <a:moveTo>
                    <a:pt x="148" y="1"/>
                  </a:moveTo>
                  <a:cubicBezTo>
                    <a:pt x="65" y="1"/>
                    <a:pt x="0" y="66"/>
                    <a:pt x="0" y="148"/>
                  </a:cubicBezTo>
                  <a:lnTo>
                    <a:pt x="0" y="8754"/>
                  </a:lnTo>
                  <a:cubicBezTo>
                    <a:pt x="0" y="8836"/>
                    <a:pt x="65" y="8901"/>
                    <a:pt x="148" y="8901"/>
                  </a:cubicBezTo>
                  <a:lnTo>
                    <a:pt x="2443" y="8901"/>
                  </a:lnTo>
                  <a:cubicBezTo>
                    <a:pt x="2525" y="8901"/>
                    <a:pt x="2585" y="8836"/>
                    <a:pt x="2585" y="8754"/>
                  </a:cubicBezTo>
                  <a:lnTo>
                    <a:pt x="2585" y="148"/>
                  </a:lnTo>
                  <a:cubicBezTo>
                    <a:pt x="2585" y="66"/>
                    <a:pt x="2525" y="1"/>
                    <a:pt x="24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9"/>
            <p:cNvSpPr/>
            <p:nvPr/>
          </p:nvSpPr>
          <p:spPr>
            <a:xfrm>
              <a:off x="2083500" y="4778850"/>
              <a:ext cx="63900" cy="27525"/>
            </a:xfrm>
            <a:custGeom>
              <a:avLst/>
              <a:gdLst/>
              <a:ahLst/>
              <a:cxnLst/>
              <a:rect l="l" t="t" r="r" b="b"/>
              <a:pathLst>
                <a:path w="2556" h="1101" extrusionOk="0">
                  <a:moveTo>
                    <a:pt x="143" y="0"/>
                  </a:moveTo>
                  <a:cubicBezTo>
                    <a:pt x="66" y="0"/>
                    <a:pt x="1" y="65"/>
                    <a:pt x="1" y="148"/>
                  </a:cubicBezTo>
                  <a:lnTo>
                    <a:pt x="1" y="958"/>
                  </a:lnTo>
                  <a:cubicBezTo>
                    <a:pt x="1" y="1041"/>
                    <a:pt x="66" y="1100"/>
                    <a:pt x="143" y="1100"/>
                  </a:cubicBezTo>
                  <a:lnTo>
                    <a:pt x="2408" y="1100"/>
                  </a:lnTo>
                  <a:cubicBezTo>
                    <a:pt x="2491" y="1100"/>
                    <a:pt x="2556" y="1041"/>
                    <a:pt x="2556" y="958"/>
                  </a:cubicBezTo>
                  <a:lnTo>
                    <a:pt x="2556" y="148"/>
                  </a:lnTo>
                  <a:cubicBezTo>
                    <a:pt x="2556" y="65"/>
                    <a:pt x="2491" y="0"/>
                    <a:pt x="24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9"/>
            <p:cNvSpPr/>
            <p:nvPr/>
          </p:nvSpPr>
          <p:spPr>
            <a:xfrm>
              <a:off x="2083500" y="4745275"/>
              <a:ext cx="63900" cy="27675"/>
            </a:xfrm>
            <a:custGeom>
              <a:avLst/>
              <a:gdLst/>
              <a:ahLst/>
              <a:cxnLst/>
              <a:rect l="l" t="t" r="r" b="b"/>
              <a:pathLst>
                <a:path w="2556" h="1107" extrusionOk="0">
                  <a:moveTo>
                    <a:pt x="143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959"/>
                  </a:lnTo>
                  <a:cubicBezTo>
                    <a:pt x="1" y="1042"/>
                    <a:pt x="66" y="1107"/>
                    <a:pt x="143" y="1107"/>
                  </a:cubicBezTo>
                  <a:lnTo>
                    <a:pt x="2408" y="1107"/>
                  </a:lnTo>
                  <a:cubicBezTo>
                    <a:pt x="2491" y="1107"/>
                    <a:pt x="2556" y="1042"/>
                    <a:pt x="2556" y="959"/>
                  </a:cubicBezTo>
                  <a:lnTo>
                    <a:pt x="2556" y="149"/>
                  </a:lnTo>
                  <a:cubicBezTo>
                    <a:pt x="2556" y="66"/>
                    <a:pt x="2491" y="1"/>
                    <a:pt x="24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9"/>
            <p:cNvSpPr/>
            <p:nvPr/>
          </p:nvSpPr>
          <p:spPr>
            <a:xfrm>
              <a:off x="2069450" y="4518925"/>
              <a:ext cx="92450" cy="217950"/>
            </a:xfrm>
            <a:custGeom>
              <a:avLst/>
              <a:gdLst/>
              <a:ahLst/>
              <a:cxnLst/>
              <a:rect l="l" t="t" r="r" b="b"/>
              <a:pathLst>
                <a:path w="3698" h="8718" extrusionOk="0">
                  <a:moveTo>
                    <a:pt x="1846" y="0"/>
                  </a:moveTo>
                  <a:cubicBezTo>
                    <a:pt x="947" y="0"/>
                    <a:pt x="190" y="686"/>
                    <a:pt x="96" y="1579"/>
                  </a:cubicBezTo>
                  <a:cubicBezTo>
                    <a:pt x="1" y="2478"/>
                    <a:pt x="598" y="3300"/>
                    <a:pt x="1485" y="3490"/>
                  </a:cubicBezTo>
                  <a:lnTo>
                    <a:pt x="1474" y="3490"/>
                  </a:lnTo>
                  <a:lnTo>
                    <a:pt x="1474" y="8570"/>
                  </a:lnTo>
                  <a:cubicBezTo>
                    <a:pt x="1474" y="8653"/>
                    <a:pt x="1539" y="8718"/>
                    <a:pt x="1621" y="8718"/>
                  </a:cubicBezTo>
                  <a:lnTo>
                    <a:pt x="2065" y="8718"/>
                  </a:lnTo>
                  <a:cubicBezTo>
                    <a:pt x="2148" y="8718"/>
                    <a:pt x="2213" y="8653"/>
                    <a:pt x="2213" y="8570"/>
                  </a:cubicBezTo>
                  <a:lnTo>
                    <a:pt x="2213" y="3490"/>
                  </a:lnTo>
                  <a:cubicBezTo>
                    <a:pt x="3094" y="3300"/>
                    <a:pt x="3697" y="2478"/>
                    <a:pt x="3603" y="1579"/>
                  </a:cubicBezTo>
                  <a:cubicBezTo>
                    <a:pt x="3508" y="686"/>
                    <a:pt x="2751" y="0"/>
                    <a:pt x="184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9"/>
            <p:cNvSpPr/>
            <p:nvPr/>
          </p:nvSpPr>
          <p:spPr>
            <a:xfrm>
              <a:off x="1965525" y="4812850"/>
              <a:ext cx="64625" cy="222550"/>
            </a:xfrm>
            <a:custGeom>
              <a:avLst/>
              <a:gdLst/>
              <a:ahLst/>
              <a:cxnLst/>
              <a:rect l="l" t="t" r="r" b="b"/>
              <a:pathLst>
                <a:path w="2585" h="8902" extrusionOk="0">
                  <a:moveTo>
                    <a:pt x="148" y="1"/>
                  </a:moveTo>
                  <a:cubicBezTo>
                    <a:pt x="65" y="1"/>
                    <a:pt x="0" y="66"/>
                    <a:pt x="0" y="148"/>
                  </a:cubicBezTo>
                  <a:lnTo>
                    <a:pt x="0" y="8754"/>
                  </a:lnTo>
                  <a:cubicBezTo>
                    <a:pt x="0" y="8836"/>
                    <a:pt x="65" y="8901"/>
                    <a:pt x="148" y="8901"/>
                  </a:cubicBezTo>
                  <a:lnTo>
                    <a:pt x="2443" y="8901"/>
                  </a:lnTo>
                  <a:cubicBezTo>
                    <a:pt x="2520" y="8901"/>
                    <a:pt x="2585" y="8836"/>
                    <a:pt x="2585" y="8754"/>
                  </a:cubicBezTo>
                  <a:lnTo>
                    <a:pt x="2585" y="148"/>
                  </a:lnTo>
                  <a:cubicBezTo>
                    <a:pt x="2585" y="66"/>
                    <a:pt x="2520" y="1"/>
                    <a:pt x="24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9"/>
            <p:cNvSpPr/>
            <p:nvPr/>
          </p:nvSpPr>
          <p:spPr>
            <a:xfrm>
              <a:off x="1965975" y="4778850"/>
              <a:ext cx="63875" cy="27525"/>
            </a:xfrm>
            <a:custGeom>
              <a:avLst/>
              <a:gdLst/>
              <a:ahLst/>
              <a:cxnLst/>
              <a:rect l="l" t="t" r="r" b="b"/>
              <a:pathLst>
                <a:path w="2555" h="1101" extrusionOk="0">
                  <a:moveTo>
                    <a:pt x="142" y="0"/>
                  </a:moveTo>
                  <a:cubicBezTo>
                    <a:pt x="59" y="0"/>
                    <a:pt x="0" y="65"/>
                    <a:pt x="0" y="148"/>
                  </a:cubicBezTo>
                  <a:lnTo>
                    <a:pt x="0" y="958"/>
                  </a:lnTo>
                  <a:cubicBezTo>
                    <a:pt x="0" y="1041"/>
                    <a:pt x="59" y="1100"/>
                    <a:pt x="142" y="1100"/>
                  </a:cubicBezTo>
                  <a:lnTo>
                    <a:pt x="2407" y="1100"/>
                  </a:lnTo>
                  <a:cubicBezTo>
                    <a:pt x="2490" y="1100"/>
                    <a:pt x="2555" y="1041"/>
                    <a:pt x="2555" y="958"/>
                  </a:cubicBezTo>
                  <a:lnTo>
                    <a:pt x="2555" y="148"/>
                  </a:lnTo>
                  <a:cubicBezTo>
                    <a:pt x="2555" y="65"/>
                    <a:pt x="2490" y="0"/>
                    <a:pt x="24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9"/>
            <p:cNvSpPr/>
            <p:nvPr/>
          </p:nvSpPr>
          <p:spPr>
            <a:xfrm>
              <a:off x="1965975" y="4745275"/>
              <a:ext cx="63875" cy="27675"/>
            </a:xfrm>
            <a:custGeom>
              <a:avLst/>
              <a:gdLst/>
              <a:ahLst/>
              <a:cxnLst/>
              <a:rect l="l" t="t" r="r" b="b"/>
              <a:pathLst>
                <a:path w="2555" h="1107" extrusionOk="0">
                  <a:moveTo>
                    <a:pt x="142" y="1"/>
                  </a:moveTo>
                  <a:cubicBezTo>
                    <a:pt x="59" y="1"/>
                    <a:pt x="0" y="66"/>
                    <a:pt x="0" y="149"/>
                  </a:cubicBezTo>
                  <a:lnTo>
                    <a:pt x="0" y="959"/>
                  </a:lnTo>
                  <a:cubicBezTo>
                    <a:pt x="0" y="1042"/>
                    <a:pt x="59" y="1107"/>
                    <a:pt x="142" y="1107"/>
                  </a:cubicBezTo>
                  <a:lnTo>
                    <a:pt x="2407" y="1107"/>
                  </a:lnTo>
                  <a:cubicBezTo>
                    <a:pt x="2490" y="1107"/>
                    <a:pt x="2555" y="1042"/>
                    <a:pt x="2555" y="959"/>
                  </a:cubicBezTo>
                  <a:lnTo>
                    <a:pt x="2555" y="149"/>
                  </a:lnTo>
                  <a:cubicBezTo>
                    <a:pt x="2555" y="66"/>
                    <a:pt x="2490" y="1"/>
                    <a:pt x="24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9"/>
            <p:cNvSpPr/>
            <p:nvPr/>
          </p:nvSpPr>
          <p:spPr>
            <a:xfrm>
              <a:off x="1977650" y="4527875"/>
              <a:ext cx="57375" cy="213000"/>
            </a:xfrm>
            <a:custGeom>
              <a:avLst/>
              <a:gdLst/>
              <a:ahLst/>
              <a:cxnLst/>
              <a:rect l="l" t="t" r="r" b="b"/>
              <a:pathLst>
                <a:path w="2295" h="8520" extrusionOk="0">
                  <a:moveTo>
                    <a:pt x="512" y="0"/>
                  </a:moveTo>
                  <a:cubicBezTo>
                    <a:pt x="475" y="0"/>
                    <a:pt x="438" y="15"/>
                    <a:pt x="408" y="44"/>
                  </a:cubicBezTo>
                  <a:lnTo>
                    <a:pt x="53" y="399"/>
                  </a:lnTo>
                  <a:cubicBezTo>
                    <a:pt x="0" y="458"/>
                    <a:pt x="0" y="547"/>
                    <a:pt x="53" y="606"/>
                  </a:cubicBezTo>
                  <a:lnTo>
                    <a:pt x="1213" y="1765"/>
                  </a:lnTo>
                  <a:lnTo>
                    <a:pt x="467" y="2511"/>
                  </a:lnTo>
                  <a:cubicBezTo>
                    <a:pt x="438" y="2534"/>
                    <a:pt x="426" y="2570"/>
                    <a:pt x="426" y="2611"/>
                  </a:cubicBezTo>
                  <a:lnTo>
                    <a:pt x="426" y="8372"/>
                  </a:lnTo>
                  <a:cubicBezTo>
                    <a:pt x="426" y="8448"/>
                    <a:pt x="491" y="8519"/>
                    <a:pt x="574" y="8519"/>
                  </a:cubicBezTo>
                  <a:lnTo>
                    <a:pt x="1077" y="8519"/>
                  </a:lnTo>
                  <a:cubicBezTo>
                    <a:pt x="1159" y="8519"/>
                    <a:pt x="1224" y="8448"/>
                    <a:pt x="1224" y="8372"/>
                  </a:cubicBezTo>
                  <a:lnTo>
                    <a:pt x="1224" y="2877"/>
                  </a:lnTo>
                  <a:lnTo>
                    <a:pt x="2242" y="1866"/>
                  </a:lnTo>
                  <a:cubicBezTo>
                    <a:pt x="2295" y="1807"/>
                    <a:pt x="2295" y="1718"/>
                    <a:pt x="2242" y="1659"/>
                  </a:cubicBezTo>
                  <a:lnTo>
                    <a:pt x="615" y="44"/>
                  </a:lnTo>
                  <a:cubicBezTo>
                    <a:pt x="586" y="15"/>
                    <a:pt x="549" y="0"/>
                    <a:pt x="5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9"/>
            <p:cNvSpPr/>
            <p:nvPr/>
          </p:nvSpPr>
          <p:spPr>
            <a:xfrm>
              <a:off x="2075375" y="4533125"/>
              <a:ext cx="69950" cy="59950"/>
            </a:xfrm>
            <a:custGeom>
              <a:avLst/>
              <a:gdLst/>
              <a:ahLst/>
              <a:cxnLst/>
              <a:rect l="l" t="t" r="r" b="b"/>
              <a:pathLst>
                <a:path w="2798" h="2398" extrusionOk="0">
                  <a:moveTo>
                    <a:pt x="1603" y="0"/>
                  </a:moveTo>
                  <a:cubicBezTo>
                    <a:pt x="539" y="0"/>
                    <a:pt x="1" y="1289"/>
                    <a:pt x="758" y="2046"/>
                  </a:cubicBezTo>
                  <a:cubicBezTo>
                    <a:pt x="1000" y="2289"/>
                    <a:pt x="1299" y="2398"/>
                    <a:pt x="1593" y="2398"/>
                  </a:cubicBezTo>
                  <a:cubicBezTo>
                    <a:pt x="2207" y="2398"/>
                    <a:pt x="2798" y="1921"/>
                    <a:pt x="2798" y="1201"/>
                  </a:cubicBezTo>
                  <a:cubicBezTo>
                    <a:pt x="2798" y="538"/>
                    <a:pt x="2266" y="0"/>
                    <a:pt x="16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7" name="Google Shape;317;p20"/>
          <p:cNvCxnSpPr/>
          <p:nvPr/>
        </p:nvCxnSpPr>
        <p:spPr>
          <a:xfrm rot="10800000">
            <a:off x="2582362" y="4039900"/>
            <a:ext cx="1251000" cy="2100"/>
          </a:xfrm>
          <a:prstGeom prst="straightConnector1">
            <a:avLst/>
          </a:prstGeom>
          <a:noFill/>
          <a:ln w="19050" cap="rnd" cmpd="sng">
            <a:solidFill>
              <a:schemeClr val="accent3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18" name="Google Shape;318;p20"/>
          <p:cNvCxnSpPr/>
          <p:nvPr/>
        </p:nvCxnSpPr>
        <p:spPr>
          <a:xfrm rot="10800000">
            <a:off x="5205625" y="4037800"/>
            <a:ext cx="1251000" cy="2100"/>
          </a:xfrm>
          <a:prstGeom prst="straightConnector1">
            <a:avLst/>
          </a:prstGeom>
          <a:noFill/>
          <a:ln w="19050" cap="rnd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319" name="Google Shape;319;p20"/>
          <p:cNvGrpSpPr/>
          <p:nvPr/>
        </p:nvGrpSpPr>
        <p:grpSpPr>
          <a:xfrm>
            <a:off x="3262095" y="1452679"/>
            <a:ext cx="2530857" cy="2840646"/>
            <a:chOff x="3262095" y="1452679"/>
            <a:chExt cx="2530857" cy="2840646"/>
          </a:xfrm>
        </p:grpSpPr>
        <p:sp>
          <p:nvSpPr>
            <p:cNvPr id="320" name="Google Shape;320;p20"/>
            <p:cNvSpPr/>
            <p:nvPr/>
          </p:nvSpPr>
          <p:spPr>
            <a:xfrm>
              <a:off x="3262095" y="2165282"/>
              <a:ext cx="1265147" cy="1416070"/>
            </a:xfrm>
            <a:custGeom>
              <a:avLst/>
              <a:gdLst/>
              <a:ahLst/>
              <a:cxnLst/>
              <a:rect l="l" t="t" r="r" b="b"/>
              <a:pathLst>
                <a:path w="18006" h="20154" extrusionOk="0">
                  <a:moveTo>
                    <a:pt x="491" y="0"/>
                  </a:moveTo>
                  <a:cubicBezTo>
                    <a:pt x="167" y="570"/>
                    <a:pt x="0" y="1210"/>
                    <a:pt x="0" y="1868"/>
                  </a:cubicBezTo>
                  <a:lnTo>
                    <a:pt x="0" y="18277"/>
                  </a:lnTo>
                  <a:cubicBezTo>
                    <a:pt x="0" y="18935"/>
                    <a:pt x="167" y="19575"/>
                    <a:pt x="491" y="20153"/>
                  </a:cubicBezTo>
                  <a:lnTo>
                    <a:pt x="18005" y="1007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0"/>
            <p:cNvSpPr/>
            <p:nvPr/>
          </p:nvSpPr>
          <p:spPr>
            <a:xfrm>
              <a:off x="3296594" y="1452679"/>
              <a:ext cx="1230648" cy="1420989"/>
            </a:xfrm>
            <a:custGeom>
              <a:avLst/>
              <a:gdLst/>
              <a:ahLst/>
              <a:cxnLst/>
              <a:rect l="l" t="t" r="r" b="b"/>
              <a:pathLst>
                <a:path w="17515" h="20224" extrusionOk="0">
                  <a:moveTo>
                    <a:pt x="17514" y="0"/>
                  </a:moveTo>
                  <a:cubicBezTo>
                    <a:pt x="16848" y="0"/>
                    <a:pt x="16191" y="176"/>
                    <a:pt x="15612" y="517"/>
                  </a:cubicBezTo>
                  <a:lnTo>
                    <a:pt x="1403" y="8714"/>
                  </a:lnTo>
                  <a:cubicBezTo>
                    <a:pt x="815" y="9055"/>
                    <a:pt x="333" y="9546"/>
                    <a:pt x="0" y="10142"/>
                  </a:cubicBezTo>
                  <a:lnTo>
                    <a:pt x="17514" y="2022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0"/>
            <p:cNvSpPr/>
            <p:nvPr/>
          </p:nvSpPr>
          <p:spPr>
            <a:xfrm>
              <a:off x="4527173" y="1452679"/>
              <a:ext cx="1230648" cy="1420356"/>
            </a:xfrm>
            <a:custGeom>
              <a:avLst/>
              <a:gdLst/>
              <a:ahLst/>
              <a:cxnLst/>
              <a:rect l="l" t="t" r="r" b="b"/>
              <a:pathLst>
                <a:path w="17515" h="20215" extrusionOk="0">
                  <a:moveTo>
                    <a:pt x="17515" y="10142"/>
                  </a:moveTo>
                  <a:cubicBezTo>
                    <a:pt x="17181" y="9546"/>
                    <a:pt x="16699" y="9055"/>
                    <a:pt x="16112" y="8714"/>
                  </a:cubicBezTo>
                  <a:lnTo>
                    <a:pt x="1903" y="517"/>
                  </a:lnTo>
                  <a:cubicBezTo>
                    <a:pt x="1324" y="176"/>
                    <a:pt x="667" y="0"/>
                    <a:pt x="0" y="0"/>
                  </a:cubicBezTo>
                  <a:lnTo>
                    <a:pt x="0" y="2021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0"/>
            <p:cNvSpPr/>
            <p:nvPr/>
          </p:nvSpPr>
          <p:spPr>
            <a:xfrm>
              <a:off x="4527173" y="2872968"/>
              <a:ext cx="1230648" cy="1419724"/>
            </a:xfrm>
            <a:custGeom>
              <a:avLst/>
              <a:gdLst/>
              <a:ahLst/>
              <a:cxnLst/>
              <a:rect l="l" t="t" r="r" b="b"/>
              <a:pathLst>
                <a:path w="17515" h="20206" extrusionOk="0">
                  <a:moveTo>
                    <a:pt x="0" y="20206"/>
                  </a:moveTo>
                  <a:cubicBezTo>
                    <a:pt x="667" y="20206"/>
                    <a:pt x="1324" y="20030"/>
                    <a:pt x="1903" y="19697"/>
                  </a:cubicBezTo>
                  <a:lnTo>
                    <a:pt x="16112" y="11501"/>
                  </a:lnTo>
                  <a:cubicBezTo>
                    <a:pt x="16699" y="11159"/>
                    <a:pt x="17181" y="10668"/>
                    <a:pt x="17515" y="1008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0"/>
            <p:cNvSpPr/>
            <p:nvPr/>
          </p:nvSpPr>
          <p:spPr>
            <a:xfrm>
              <a:off x="4527173" y="2164650"/>
              <a:ext cx="1265779" cy="1416703"/>
            </a:xfrm>
            <a:custGeom>
              <a:avLst/>
              <a:gdLst/>
              <a:ahLst/>
              <a:cxnLst/>
              <a:rect l="l" t="t" r="r" b="b"/>
              <a:pathLst>
                <a:path w="18015" h="20163" extrusionOk="0">
                  <a:moveTo>
                    <a:pt x="18014" y="1877"/>
                  </a:moveTo>
                  <a:cubicBezTo>
                    <a:pt x="18014" y="1219"/>
                    <a:pt x="17839" y="579"/>
                    <a:pt x="17515" y="1"/>
                  </a:cubicBezTo>
                  <a:lnTo>
                    <a:pt x="0" y="10081"/>
                  </a:lnTo>
                  <a:lnTo>
                    <a:pt x="17515" y="20162"/>
                  </a:lnTo>
                  <a:cubicBezTo>
                    <a:pt x="17839" y="19584"/>
                    <a:pt x="18014" y="18944"/>
                    <a:pt x="18014" y="1828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0"/>
            <p:cNvSpPr/>
            <p:nvPr/>
          </p:nvSpPr>
          <p:spPr>
            <a:xfrm>
              <a:off x="3296594" y="2872968"/>
              <a:ext cx="1230648" cy="1420356"/>
            </a:xfrm>
            <a:custGeom>
              <a:avLst/>
              <a:gdLst/>
              <a:ahLst/>
              <a:cxnLst/>
              <a:rect l="l" t="t" r="r" b="b"/>
              <a:pathLst>
                <a:path w="17515" h="20215" extrusionOk="0">
                  <a:moveTo>
                    <a:pt x="0" y="10081"/>
                  </a:moveTo>
                  <a:cubicBezTo>
                    <a:pt x="333" y="10668"/>
                    <a:pt x="815" y="11159"/>
                    <a:pt x="1411" y="11501"/>
                  </a:cubicBezTo>
                  <a:lnTo>
                    <a:pt x="15612" y="19706"/>
                  </a:lnTo>
                  <a:cubicBezTo>
                    <a:pt x="16191" y="20039"/>
                    <a:pt x="16848" y="20214"/>
                    <a:pt x="17514" y="20214"/>
                  </a:cubicBezTo>
                  <a:lnTo>
                    <a:pt x="1751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6" name="Google Shape;326;p20"/>
          <p:cNvSpPr/>
          <p:nvPr/>
        </p:nvSpPr>
        <p:spPr>
          <a:xfrm>
            <a:off x="3749725" y="2095525"/>
            <a:ext cx="1554888" cy="1554888"/>
          </a:xfrm>
          <a:custGeom>
            <a:avLst/>
            <a:gdLst/>
            <a:ahLst/>
            <a:cxnLst/>
            <a:rect l="l" t="t" r="r" b="b"/>
            <a:pathLst>
              <a:path w="10888" h="10888" extrusionOk="0">
                <a:moveTo>
                  <a:pt x="5444" y="1"/>
                </a:moveTo>
                <a:cubicBezTo>
                  <a:pt x="2438" y="1"/>
                  <a:pt x="1" y="2438"/>
                  <a:pt x="1" y="5444"/>
                </a:cubicBezTo>
                <a:cubicBezTo>
                  <a:pt x="1" y="8451"/>
                  <a:pt x="2438" y="10888"/>
                  <a:pt x="5444" y="10888"/>
                </a:cubicBezTo>
                <a:cubicBezTo>
                  <a:pt x="8451" y="10888"/>
                  <a:pt x="10888" y="8451"/>
                  <a:pt x="10888" y="5444"/>
                </a:cubicBezTo>
                <a:cubicBezTo>
                  <a:pt x="10888" y="2438"/>
                  <a:pt x="8451" y="1"/>
                  <a:pt x="5444" y="1"/>
                </a:cubicBezTo>
                <a:close/>
              </a:path>
            </a:pathLst>
          </a:custGeom>
          <a:solidFill>
            <a:srgbClr val="F9F9F9"/>
          </a:solidFill>
          <a:ln w="3075" cap="flat" cmpd="sng">
            <a:solidFill>
              <a:srgbClr val="F9F9F9"/>
            </a:solidFill>
            <a:prstDash val="solid"/>
            <a:miter lim="876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0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dirty="0"/>
              <a:t>Barriers delaying Dental Care</a:t>
            </a:r>
            <a:endParaRPr dirty="0"/>
          </a:p>
        </p:txBody>
      </p:sp>
      <p:cxnSp>
        <p:nvCxnSpPr>
          <p:cNvPr id="328" name="Google Shape;328;p20"/>
          <p:cNvCxnSpPr/>
          <p:nvPr/>
        </p:nvCxnSpPr>
        <p:spPr>
          <a:xfrm rot="10800000">
            <a:off x="5012175" y="1726275"/>
            <a:ext cx="1434300" cy="0"/>
          </a:xfrm>
          <a:prstGeom prst="straightConnector1">
            <a:avLst/>
          </a:prstGeom>
          <a:noFill/>
          <a:ln w="19050" cap="rnd" cmpd="sng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29" name="Google Shape;329;p20"/>
          <p:cNvSpPr/>
          <p:nvPr/>
        </p:nvSpPr>
        <p:spPr>
          <a:xfrm>
            <a:off x="4934869" y="1457257"/>
            <a:ext cx="508826" cy="508796"/>
          </a:xfrm>
          <a:custGeom>
            <a:avLst/>
            <a:gdLst/>
            <a:ahLst/>
            <a:cxnLst/>
            <a:rect l="l" t="t" r="r" b="b"/>
            <a:pathLst>
              <a:path w="6093" h="6093" extrusionOk="0">
                <a:moveTo>
                  <a:pt x="3051" y="0"/>
                </a:moveTo>
                <a:cubicBezTo>
                  <a:pt x="1368" y="0"/>
                  <a:pt x="0" y="1359"/>
                  <a:pt x="0" y="3042"/>
                </a:cubicBezTo>
                <a:cubicBezTo>
                  <a:pt x="0" y="4725"/>
                  <a:pt x="1368" y="6092"/>
                  <a:pt x="3051" y="6092"/>
                </a:cubicBezTo>
                <a:cubicBezTo>
                  <a:pt x="4734" y="6092"/>
                  <a:pt x="6093" y="4725"/>
                  <a:pt x="6093" y="3042"/>
                </a:cubicBezTo>
                <a:cubicBezTo>
                  <a:pt x="6093" y="1359"/>
                  <a:pt x="4734" y="0"/>
                  <a:pt x="3051" y="0"/>
                </a:cubicBezTo>
                <a:close/>
              </a:path>
            </a:pathLst>
          </a:custGeom>
          <a:solidFill>
            <a:schemeClr val="accent2"/>
          </a:solidFill>
          <a:ln w="3275" cap="rnd" cmpd="sng">
            <a:solidFill>
              <a:schemeClr val="accent2"/>
            </a:solidFill>
            <a:prstDash val="solid"/>
            <a:miter lim="876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30" name="Google Shape;330;p20"/>
          <p:cNvCxnSpPr>
            <a:stCxn id="331" idx="3"/>
          </p:cNvCxnSpPr>
          <p:nvPr/>
        </p:nvCxnSpPr>
        <p:spPr>
          <a:xfrm>
            <a:off x="2584650" y="1733100"/>
            <a:ext cx="1497900" cy="4800"/>
          </a:xfrm>
          <a:prstGeom prst="curvedConnector3">
            <a:avLst>
              <a:gd name="adj1" fmla="val 50000"/>
            </a:avLst>
          </a:prstGeom>
          <a:noFill/>
          <a:ln w="19050" cap="rnd" cmpd="sng">
            <a:solidFill>
              <a:schemeClr val="accent3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32" name="Google Shape;332;p20"/>
          <p:cNvSpPr/>
          <p:nvPr/>
        </p:nvSpPr>
        <p:spPr>
          <a:xfrm>
            <a:off x="3557626" y="1455100"/>
            <a:ext cx="578503" cy="521631"/>
          </a:xfrm>
          <a:custGeom>
            <a:avLst/>
            <a:gdLst/>
            <a:ahLst/>
            <a:cxnLst/>
            <a:rect l="l" t="t" r="r" b="b"/>
            <a:pathLst>
              <a:path w="6759" h="6094" extrusionOk="0">
                <a:moveTo>
                  <a:pt x="3382" y="0"/>
                </a:moveTo>
                <a:cubicBezTo>
                  <a:pt x="3120" y="0"/>
                  <a:pt x="2852" y="35"/>
                  <a:pt x="2586" y="106"/>
                </a:cubicBezTo>
                <a:cubicBezTo>
                  <a:pt x="964" y="536"/>
                  <a:pt x="0" y="2210"/>
                  <a:pt x="438" y="3832"/>
                </a:cubicBezTo>
                <a:cubicBezTo>
                  <a:pt x="798" y="5196"/>
                  <a:pt x="2029" y="6094"/>
                  <a:pt x="3376" y="6094"/>
                </a:cubicBezTo>
                <a:cubicBezTo>
                  <a:pt x="3639" y="6094"/>
                  <a:pt x="3906" y="6060"/>
                  <a:pt x="4173" y="5988"/>
                </a:cubicBezTo>
                <a:cubicBezTo>
                  <a:pt x="5794" y="5550"/>
                  <a:pt x="6759" y="3884"/>
                  <a:pt x="6320" y="2254"/>
                </a:cubicBezTo>
                <a:cubicBezTo>
                  <a:pt x="5954" y="897"/>
                  <a:pt x="4728" y="0"/>
                  <a:pt x="3382" y="0"/>
                </a:cubicBezTo>
                <a:close/>
              </a:path>
            </a:pathLst>
          </a:custGeom>
          <a:solidFill>
            <a:schemeClr val="accent3"/>
          </a:solidFill>
          <a:ln w="3275" cap="rnd" cmpd="sng">
            <a:solidFill>
              <a:schemeClr val="accent3"/>
            </a:solidFill>
            <a:prstDash val="solid"/>
            <a:miter lim="876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33" name="Google Shape;333;p20"/>
          <p:cNvCxnSpPr>
            <a:stCxn id="334" idx="3"/>
          </p:cNvCxnSpPr>
          <p:nvPr/>
        </p:nvCxnSpPr>
        <p:spPr>
          <a:xfrm>
            <a:off x="2584650" y="2883675"/>
            <a:ext cx="748800" cy="600"/>
          </a:xfrm>
          <a:prstGeom prst="curvedConnector3">
            <a:avLst>
              <a:gd name="adj1" fmla="val 50000"/>
            </a:avLst>
          </a:prstGeom>
          <a:noFill/>
          <a:ln w="19050" cap="rnd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5" name="Google Shape;335;p20"/>
          <p:cNvSpPr/>
          <p:nvPr/>
        </p:nvSpPr>
        <p:spPr>
          <a:xfrm>
            <a:off x="2903700" y="2610525"/>
            <a:ext cx="577027" cy="525942"/>
          </a:xfrm>
          <a:custGeom>
            <a:avLst/>
            <a:gdLst/>
            <a:ahLst/>
            <a:cxnLst/>
            <a:rect l="l" t="t" r="r" b="b"/>
            <a:pathLst>
              <a:path w="6689" h="6097" extrusionOk="0">
                <a:moveTo>
                  <a:pt x="3335" y="1"/>
                </a:moveTo>
                <a:cubicBezTo>
                  <a:pt x="1946" y="1"/>
                  <a:pt x="693" y="964"/>
                  <a:pt x="368" y="2375"/>
                </a:cubicBezTo>
                <a:cubicBezTo>
                  <a:pt x="0" y="4014"/>
                  <a:pt x="1026" y="5645"/>
                  <a:pt x="2665" y="6022"/>
                </a:cubicBezTo>
                <a:cubicBezTo>
                  <a:pt x="2891" y="6072"/>
                  <a:pt x="3117" y="6097"/>
                  <a:pt x="3340" y="6097"/>
                </a:cubicBezTo>
                <a:cubicBezTo>
                  <a:pt x="4737" y="6097"/>
                  <a:pt x="5994" y="5139"/>
                  <a:pt x="6312" y="3725"/>
                </a:cubicBezTo>
                <a:cubicBezTo>
                  <a:pt x="6688" y="2077"/>
                  <a:pt x="5654" y="447"/>
                  <a:pt x="4015" y="78"/>
                </a:cubicBezTo>
                <a:cubicBezTo>
                  <a:pt x="3787" y="26"/>
                  <a:pt x="3559" y="1"/>
                  <a:pt x="333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20"/>
          <p:cNvSpPr/>
          <p:nvPr/>
        </p:nvSpPr>
        <p:spPr>
          <a:xfrm>
            <a:off x="3555090" y="3759824"/>
            <a:ext cx="590543" cy="537844"/>
          </a:xfrm>
          <a:custGeom>
            <a:avLst/>
            <a:gdLst/>
            <a:ahLst/>
            <a:cxnLst/>
            <a:rect l="l" t="t" r="r" b="b"/>
            <a:pathLst>
              <a:path w="6690" h="6093" extrusionOk="0">
                <a:moveTo>
                  <a:pt x="3349" y="0"/>
                </a:moveTo>
                <a:cubicBezTo>
                  <a:pt x="2569" y="0"/>
                  <a:pt x="1789" y="298"/>
                  <a:pt x="1193" y="894"/>
                </a:cubicBezTo>
                <a:cubicBezTo>
                  <a:pt x="1" y="2078"/>
                  <a:pt x="1" y="4006"/>
                  <a:pt x="1193" y="5199"/>
                </a:cubicBezTo>
                <a:cubicBezTo>
                  <a:pt x="1789" y="5795"/>
                  <a:pt x="2569" y="6093"/>
                  <a:pt x="3349" y="6093"/>
                </a:cubicBezTo>
                <a:cubicBezTo>
                  <a:pt x="4129" y="6093"/>
                  <a:pt x="4910" y="5795"/>
                  <a:pt x="5506" y="5199"/>
                </a:cubicBezTo>
                <a:cubicBezTo>
                  <a:pt x="6689" y="4006"/>
                  <a:pt x="6689" y="2078"/>
                  <a:pt x="5506" y="894"/>
                </a:cubicBezTo>
                <a:cubicBezTo>
                  <a:pt x="4910" y="298"/>
                  <a:pt x="4129" y="0"/>
                  <a:pt x="3349" y="0"/>
                </a:cubicBezTo>
                <a:close/>
              </a:path>
            </a:pathLst>
          </a:custGeom>
          <a:solidFill>
            <a:schemeClr val="accent3"/>
          </a:solidFill>
          <a:ln w="3275" cap="rnd" cmpd="sng">
            <a:solidFill>
              <a:schemeClr val="accent3"/>
            </a:solidFill>
            <a:prstDash val="solid"/>
            <a:miter lim="876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37" name="Google Shape;337;p20"/>
          <p:cNvCxnSpPr/>
          <p:nvPr/>
        </p:nvCxnSpPr>
        <p:spPr>
          <a:xfrm flipH="1">
            <a:off x="5763200" y="2884225"/>
            <a:ext cx="713700" cy="3300"/>
          </a:xfrm>
          <a:prstGeom prst="straightConnector1">
            <a:avLst/>
          </a:prstGeom>
          <a:noFill/>
          <a:ln w="19050" cap="rnd" cmpd="sng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8" name="Google Shape;338;p20"/>
          <p:cNvSpPr/>
          <p:nvPr/>
        </p:nvSpPr>
        <p:spPr>
          <a:xfrm>
            <a:off x="5572001" y="2607229"/>
            <a:ext cx="580407" cy="527706"/>
          </a:xfrm>
          <a:custGeom>
            <a:avLst/>
            <a:gdLst/>
            <a:ahLst/>
            <a:cxnLst/>
            <a:rect l="l" t="t" r="r" b="b"/>
            <a:pathLst>
              <a:path w="6707" h="6098" extrusionOk="0">
                <a:moveTo>
                  <a:pt x="3351" y="1"/>
                </a:moveTo>
                <a:cubicBezTo>
                  <a:pt x="1972" y="1"/>
                  <a:pt x="723" y="940"/>
                  <a:pt x="386" y="2339"/>
                </a:cubicBezTo>
                <a:cubicBezTo>
                  <a:pt x="0" y="3978"/>
                  <a:pt x="1008" y="5617"/>
                  <a:pt x="2639" y="6012"/>
                </a:cubicBezTo>
                <a:cubicBezTo>
                  <a:pt x="2879" y="6070"/>
                  <a:pt x="3119" y="6097"/>
                  <a:pt x="3356" y="6097"/>
                </a:cubicBezTo>
                <a:cubicBezTo>
                  <a:pt x="4734" y="6097"/>
                  <a:pt x="5984" y="5158"/>
                  <a:pt x="6321" y="3759"/>
                </a:cubicBezTo>
                <a:cubicBezTo>
                  <a:pt x="6706" y="2129"/>
                  <a:pt x="5698" y="481"/>
                  <a:pt x="4068" y="86"/>
                </a:cubicBezTo>
                <a:cubicBezTo>
                  <a:pt x="3828" y="28"/>
                  <a:pt x="3587" y="1"/>
                  <a:pt x="33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0"/>
          <p:cNvSpPr/>
          <p:nvPr/>
        </p:nvSpPr>
        <p:spPr>
          <a:xfrm>
            <a:off x="4868058" y="3757999"/>
            <a:ext cx="626107" cy="556870"/>
          </a:xfrm>
          <a:custGeom>
            <a:avLst/>
            <a:gdLst/>
            <a:ahLst/>
            <a:cxnLst/>
            <a:rect l="l" t="t" r="r" b="b"/>
            <a:pathLst>
              <a:path w="6847" h="6090" extrusionOk="0">
                <a:moveTo>
                  <a:pt x="3427" y="0"/>
                </a:moveTo>
                <a:cubicBezTo>
                  <a:pt x="2745" y="0"/>
                  <a:pt x="2058" y="228"/>
                  <a:pt x="1491" y="696"/>
                </a:cubicBezTo>
                <a:cubicBezTo>
                  <a:pt x="185" y="1765"/>
                  <a:pt x="1" y="3685"/>
                  <a:pt x="1070" y="4982"/>
                </a:cubicBezTo>
                <a:cubicBezTo>
                  <a:pt x="1672" y="5712"/>
                  <a:pt x="2546" y="6090"/>
                  <a:pt x="3426" y="6090"/>
                </a:cubicBezTo>
                <a:cubicBezTo>
                  <a:pt x="4110" y="6090"/>
                  <a:pt x="4798" y="5862"/>
                  <a:pt x="5365" y="5394"/>
                </a:cubicBezTo>
                <a:cubicBezTo>
                  <a:pt x="6663" y="4325"/>
                  <a:pt x="6847" y="2405"/>
                  <a:pt x="5777" y="1108"/>
                </a:cubicBezTo>
                <a:cubicBezTo>
                  <a:pt x="5176" y="378"/>
                  <a:pt x="4305" y="0"/>
                  <a:pt x="342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0"/>
          <p:cNvSpPr txBox="1"/>
          <p:nvPr/>
        </p:nvSpPr>
        <p:spPr>
          <a:xfrm>
            <a:off x="544015" y="3559828"/>
            <a:ext cx="18996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 dirty="0">
                <a:solidFill>
                  <a:srgbClr val="000000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AWARENESS </a:t>
            </a:r>
            <a:endParaRPr sz="1600" dirty="0">
              <a:solidFill>
                <a:srgbClr val="00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41" name="Google Shape;341;p20"/>
          <p:cNvSpPr txBox="1"/>
          <p:nvPr/>
        </p:nvSpPr>
        <p:spPr>
          <a:xfrm>
            <a:off x="544024" y="3878445"/>
            <a:ext cx="2271083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Lack of awareness of early symptoms &amp; preventive care contributes to </a:t>
            </a:r>
            <a:r>
              <a:rPr lang="en-US" sz="12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delayed treatment</a:t>
            </a:r>
            <a:r>
              <a:rPr lang="en-US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[6].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20"/>
          <p:cNvSpPr txBox="1"/>
          <p:nvPr/>
        </p:nvSpPr>
        <p:spPr>
          <a:xfrm>
            <a:off x="6192074" y="1305040"/>
            <a:ext cx="2418526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SOCIONOMIC INEQUALITIES</a:t>
            </a:r>
            <a:endParaRPr sz="1600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43" name="Google Shape;343;p20"/>
          <p:cNvSpPr txBox="1"/>
          <p:nvPr/>
        </p:nvSpPr>
        <p:spPr>
          <a:xfrm>
            <a:off x="6148865" y="1649612"/>
            <a:ext cx="2461744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2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Large disparities </a:t>
            </a:r>
            <a:r>
              <a:rPr lang="en-CA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 healthcare systems, income  &amp; education levels [6]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20"/>
          <p:cNvSpPr txBox="1"/>
          <p:nvPr/>
        </p:nvSpPr>
        <p:spPr>
          <a:xfrm>
            <a:off x="544026" y="1305040"/>
            <a:ext cx="18996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COST</a:t>
            </a:r>
            <a:endParaRPr sz="1600" dirty="0">
              <a:solidFill>
                <a:srgbClr val="00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45" name="Google Shape;345;p20"/>
          <p:cNvSpPr txBox="1"/>
          <p:nvPr/>
        </p:nvSpPr>
        <p:spPr>
          <a:xfrm>
            <a:off x="544025" y="1636555"/>
            <a:ext cx="1899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CA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Dental care is one of the </a:t>
            </a:r>
            <a:r>
              <a:rPr lang="en-CA" sz="12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most unaffordable</a:t>
            </a:r>
            <a:r>
              <a:rPr lang="en-CA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health services [7]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20"/>
          <p:cNvSpPr txBox="1"/>
          <p:nvPr/>
        </p:nvSpPr>
        <p:spPr>
          <a:xfrm>
            <a:off x="544025" y="2436450"/>
            <a:ext cx="18996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DENTAL FEAR</a:t>
            </a:r>
            <a:endParaRPr sz="1600" dirty="0">
              <a:solidFill>
                <a:srgbClr val="00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47" name="Google Shape;347;p20"/>
          <p:cNvSpPr txBox="1"/>
          <p:nvPr/>
        </p:nvSpPr>
        <p:spPr>
          <a:xfrm>
            <a:off x="544025" y="2763624"/>
            <a:ext cx="1899600" cy="644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>
              <a:buSzPts val="1100"/>
            </a:pP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Anxiety/fear cause many individuals to </a:t>
            </a:r>
            <a:r>
              <a:rPr lang="en-US" sz="1200" b="1" dirty="0">
                <a:latin typeface="Roboto"/>
                <a:ea typeface="Roboto"/>
                <a:cs typeface="Roboto"/>
                <a:sym typeface="Roboto"/>
              </a:rPr>
              <a:t>avoid or postpone </a:t>
            </a: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treatment[6]</a:t>
            </a:r>
          </a:p>
        </p:txBody>
      </p:sp>
      <p:sp>
        <p:nvSpPr>
          <p:cNvPr id="348" name="Google Shape;348;p20"/>
          <p:cNvSpPr txBox="1"/>
          <p:nvPr/>
        </p:nvSpPr>
        <p:spPr>
          <a:xfrm>
            <a:off x="6257801" y="3547370"/>
            <a:ext cx="23528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LIMITED EARLY SELF- SCREENING TOOLS</a:t>
            </a:r>
            <a:endParaRPr sz="1600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49" name="Google Shape;349;p20"/>
          <p:cNvSpPr txBox="1"/>
          <p:nvPr/>
        </p:nvSpPr>
        <p:spPr>
          <a:xfrm>
            <a:off x="6148865" y="4050015"/>
            <a:ext cx="2461735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Lack of simple tools for early self-screening prevents timely recognition of problems.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20"/>
          <p:cNvSpPr txBox="1">
            <a:spLocks noGrp="1"/>
          </p:cNvSpPr>
          <p:nvPr>
            <p:ph type="title"/>
          </p:nvPr>
        </p:nvSpPr>
        <p:spPr>
          <a:xfrm>
            <a:off x="3510428" y="1461105"/>
            <a:ext cx="672900" cy="5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51" name="Google Shape;351;p20"/>
          <p:cNvSpPr txBox="1"/>
          <p:nvPr/>
        </p:nvSpPr>
        <p:spPr>
          <a:xfrm>
            <a:off x="6711000" y="2439825"/>
            <a:ext cx="18996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ACCESS</a:t>
            </a:r>
            <a:endParaRPr sz="1600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52" name="Google Shape;352;p20"/>
          <p:cNvSpPr txBox="1"/>
          <p:nvPr/>
        </p:nvSpPr>
        <p:spPr>
          <a:xfrm>
            <a:off x="6634809" y="2759398"/>
            <a:ext cx="1975791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algn="r">
              <a:buSzPts val="1100"/>
            </a:pPr>
            <a:r>
              <a:rPr lang="en-US" sz="1200" b="1" dirty="0">
                <a:latin typeface="Roboto"/>
                <a:ea typeface="Roboto"/>
                <a:cs typeface="Roboto"/>
                <a:sym typeface="Roboto"/>
              </a:rPr>
              <a:t>Limited</a:t>
            </a: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 resources and access in rural/remote areas [6]</a:t>
            </a:r>
          </a:p>
        </p:txBody>
      </p:sp>
      <p:grpSp>
        <p:nvGrpSpPr>
          <p:cNvPr id="353" name="Google Shape;353;p20"/>
          <p:cNvGrpSpPr/>
          <p:nvPr/>
        </p:nvGrpSpPr>
        <p:grpSpPr>
          <a:xfrm>
            <a:off x="4048225" y="2313813"/>
            <a:ext cx="958583" cy="1094355"/>
            <a:chOff x="4048225" y="2313813"/>
            <a:chExt cx="958583" cy="1094355"/>
          </a:xfrm>
        </p:grpSpPr>
        <p:sp>
          <p:nvSpPr>
            <p:cNvPr id="354" name="Google Shape;354;p20"/>
            <p:cNvSpPr/>
            <p:nvPr/>
          </p:nvSpPr>
          <p:spPr>
            <a:xfrm>
              <a:off x="4068288" y="2414082"/>
              <a:ext cx="917769" cy="917769"/>
            </a:xfrm>
            <a:custGeom>
              <a:avLst/>
              <a:gdLst/>
              <a:ahLst/>
              <a:cxnLst/>
              <a:rect l="l" t="t" r="r" b="b"/>
              <a:pathLst>
                <a:path w="13062" h="13062" extrusionOk="0">
                  <a:moveTo>
                    <a:pt x="6531" y="1"/>
                  </a:moveTo>
                  <a:cubicBezTo>
                    <a:pt x="2920" y="1"/>
                    <a:pt x="1" y="2920"/>
                    <a:pt x="1" y="6531"/>
                  </a:cubicBezTo>
                  <a:cubicBezTo>
                    <a:pt x="1" y="10134"/>
                    <a:pt x="2920" y="13062"/>
                    <a:pt x="6531" y="13062"/>
                  </a:cubicBezTo>
                  <a:cubicBezTo>
                    <a:pt x="10134" y="13062"/>
                    <a:pt x="13062" y="10134"/>
                    <a:pt x="13062" y="6531"/>
                  </a:cubicBezTo>
                  <a:cubicBezTo>
                    <a:pt x="13062" y="2920"/>
                    <a:pt x="10134" y="1"/>
                    <a:pt x="6531" y="1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0"/>
            <p:cNvSpPr/>
            <p:nvPr/>
          </p:nvSpPr>
          <p:spPr>
            <a:xfrm>
              <a:off x="4068288" y="2414082"/>
              <a:ext cx="917769" cy="917769"/>
            </a:xfrm>
            <a:custGeom>
              <a:avLst/>
              <a:gdLst/>
              <a:ahLst/>
              <a:cxnLst/>
              <a:rect l="l" t="t" r="r" b="b"/>
              <a:pathLst>
                <a:path w="13062" h="13062" extrusionOk="0">
                  <a:moveTo>
                    <a:pt x="6531" y="1"/>
                  </a:moveTo>
                  <a:cubicBezTo>
                    <a:pt x="2920" y="1"/>
                    <a:pt x="1" y="2920"/>
                    <a:pt x="1" y="6531"/>
                  </a:cubicBezTo>
                  <a:cubicBezTo>
                    <a:pt x="1" y="10134"/>
                    <a:pt x="2920" y="13062"/>
                    <a:pt x="6531" y="13062"/>
                  </a:cubicBezTo>
                  <a:cubicBezTo>
                    <a:pt x="10134" y="13062"/>
                    <a:pt x="13062" y="10134"/>
                    <a:pt x="13062" y="6531"/>
                  </a:cubicBezTo>
                  <a:cubicBezTo>
                    <a:pt x="13062" y="2920"/>
                    <a:pt x="10134" y="1"/>
                    <a:pt x="6531" y="1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0"/>
            <p:cNvSpPr/>
            <p:nvPr/>
          </p:nvSpPr>
          <p:spPr>
            <a:xfrm>
              <a:off x="4249354" y="2595782"/>
              <a:ext cx="736702" cy="736140"/>
            </a:xfrm>
            <a:custGeom>
              <a:avLst/>
              <a:gdLst/>
              <a:ahLst/>
              <a:cxnLst/>
              <a:rect l="l" t="t" r="r" b="b"/>
              <a:pathLst>
                <a:path w="10485" h="10477" extrusionOk="0">
                  <a:moveTo>
                    <a:pt x="7767" y="1"/>
                  </a:moveTo>
                  <a:lnTo>
                    <a:pt x="1" y="7759"/>
                  </a:lnTo>
                  <a:lnTo>
                    <a:pt x="2569" y="10327"/>
                  </a:lnTo>
                  <a:cubicBezTo>
                    <a:pt x="3038" y="10428"/>
                    <a:pt x="3504" y="10476"/>
                    <a:pt x="3961" y="10476"/>
                  </a:cubicBezTo>
                  <a:cubicBezTo>
                    <a:pt x="7472" y="10476"/>
                    <a:pt x="10485" y="7629"/>
                    <a:pt x="10485" y="3945"/>
                  </a:cubicBezTo>
                  <a:cubicBezTo>
                    <a:pt x="10485" y="3481"/>
                    <a:pt x="10432" y="3025"/>
                    <a:pt x="10336" y="2578"/>
                  </a:cubicBezTo>
                  <a:lnTo>
                    <a:pt x="7767" y="1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7" name="Google Shape;357;p20"/>
            <p:cNvGrpSpPr/>
            <p:nvPr/>
          </p:nvGrpSpPr>
          <p:grpSpPr>
            <a:xfrm>
              <a:off x="4048225" y="2313813"/>
              <a:ext cx="958583" cy="1094355"/>
              <a:chOff x="6623113" y="82550"/>
              <a:chExt cx="958583" cy="1094355"/>
            </a:xfrm>
          </p:grpSpPr>
          <p:sp>
            <p:nvSpPr>
              <p:cNvPr id="358" name="Google Shape;358;p20"/>
              <p:cNvSpPr/>
              <p:nvPr/>
            </p:nvSpPr>
            <p:spPr>
              <a:xfrm>
                <a:off x="6667808" y="82550"/>
                <a:ext cx="869522" cy="1094355"/>
              </a:xfrm>
              <a:custGeom>
                <a:avLst/>
                <a:gdLst/>
                <a:ahLst/>
                <a:cxnLst/>
                <a:rect l="l" t="t" r="r" b="b"/>
                <a:pathLst>
                  <a:path w="13112" h="16503" extrusionOk="0">
                    <a:moveTo>
                      <a:pt x="4158" y="1"/>
                    </a:moveTo>
                    <a:cubicBezTo>
                      <a:pt x="3454" y="1"/>
                      <a:pt x="2768" y="220"/>
                      <a:pt x="2064" y="663"/>
                    </a:cubicBezTo>
                    <a:cubicBezTo>
                      <a:pt x="0" y="1970"/>
                      <a:pt x="935" y="4833"/>
                      <a:pt x="1556" y="6731"/>
                    </a:cubicBezTo>
                    <a:cubicBezTo>
                      <a:pt x="1751" y="7317"/>
                      <a:pt x="1928" y="7873"/>
                      <a:pt x="1958" y="8168"/>
                    </a:cubicBezTo>
                    <a:cubicBezTo>
                      <a:pt x="2005" y="8695"/>
                      <a:pt x="1952" y="9369"/>
                      <a:pt x="1899" y="10084"/>
                    </a:cubicBezTo>
                    <a:cubicBezTo>
                      <a:pt x="1804" y="11220"/>
                      <a:pt x="1715" y="12391"/>
                      <a:pt x="1982" y="13379"/>
                    </a:cubicBezTo>
                    <a:cubicBezTo>
                      <a:pt x="2437" y="15052"/>
                      <a:pt x="3892" y="16265"/>
                      <a:pt x="3957" y="16318"/>
                    </a:cubicBezTo>
                    <a:cubicBezTo>
                      <a:pt x="4087" y="16424"/>
                      <a:pt x="4247" y="16489"/>
                      <a:pt x="4418" y="16501"/>
                    </a:cubicBezTo>
                    <a:lnTo>
                      <a:pt x="4466" y="16501"/>
                    </a:lnTo>
                    <a:cubicBezTo>
                      <a:pt x="4992" y="16501"/>
                      <a:pt x="5370" y="15999"/>
                      <a:pt x="5234" y="15490"/>
                    </a:cubicBezTo>
                    <a:cubicBezTo>
                      <a:pt x="5169" y="15094"/>
                      <a:pt x="4820" y="12829"/>
                      <a:pt x="5341" y="11386"/>
                    </a:cubicBezTo>
                    <a:cubicBezTo>
                      <a:pt x="5731" y="10309"/>
                      <a:pt x="6311" y="9747"/>
                      <a:pt x="6553" y="9594"/>
                    </a:cubicBezTo>
                    <a:cubicBezTo>
                      <a:pt x="6802" y="9741"/>
                      <a:pt x="7375" y="10309"/>
                      <a:pt x="7766" y="11386"/>
                    </a:cubicBezTo>
                    <a:cubicBezTo>
                      <a:pt x="8339" y="12965"/>
                      <a:pt x="7872" y="15525"/>
                      <a:pt x="7866" y="15555"/>
                    </a:cubicBezTo>
                    <a:cubicBezTo>
                      <a:pt x="7763" y="16090"/>
                      <a:pt x="8191" y="16502"/>
                      <a:pt x="8653" y="16502"/>
                    </a:cubicBezTo>
                    <a:cubicBezTo>
                      <a:pt x="8825" y="16502"/>
                      <a:pt x="9000" y="16446"/>
                      <a:pt x="9155" y="16318"/>
                    </a:cubicBezTo>
                    <a:cubicBezTo>
                      <a:pt x="9221" y="16265"/>
                      <a:pt x="10669" y="15052"/>
                      <a:pt x="11125" y="13379"/>
                    </a:cubicBezTo>
                    <a:cubicBezTo>
                      <a:pt x="11397" y="12391"/>
                      <a:pt x="11302" y="11214"/>
                      <a:pt x="11214" y="10084"/>
                    </a:cubicBezTo>
                    <a:cubicBezTo>
                      <a:pt x="11160" y="9369"/>
                      <a:pt x="11107" y="8695"/>
                      <a:pt x="11154" y="8168"/>
                    </a:cubicBezTo>
                    <a:cubicBezTo>
                      <a:pt x="11178" y="7873"/>
                      <a:pt x="11361" y="7317"/>
                      <a:pt x="11551" y="6731"/>
                    </a:cubicBezTo>
                    <a:cubicBezTo>
                      <a:pt x="12172" y="4833"/>
                      <a:pt x="13112" y="1970"/>
                      <a:pt x="11048" y="663"/>
                    </a:cubicBezTo>
                    <a:cubicBezTo>
                      <a:pt x="10344" y="220"/>
                      <a:pt x="9658" y="1"/>
                      <a:pt x="8954" y="1"/>
                    </a:cubicBezTo>
                    <a:cubicBezTo>
                      <a:pt x="8197" y="1"/>
                      <a:pt x="7576" y="267"/>
                      <a:pt x="7121" y="456"/>
                    </a:cubicBezTo>
                    <a:cubicBezTo>
                      <a:pt x="6914" y="545"/>
                      <a:pt x="6660" y="657"/>
                      <a:pt x="6553" y="657"/>
                    </a:cubicBezTo>
                    <a:cubicBezTo>
                      <a:pt x="6453" y="657"/>
                      <a:pt x="6192" y="545"/>
                      <a:pt x="5985" y="456"/>
                    </a:cubicBezTo>
                    <a:cubicBezTo>
                      <a:pt x="5536" y="267"/>
                      <a:pt x="4915" y="1"/>
                      <a:pt x="415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20"/>
              <p:cNvSpPr/>
              <p:nvPr/>
            </p:nvSpPr>
            <p:spPr>
              <a:xfrm>
                <a:off x="6840292" y="136330"/>
                <a:ext cx="290393" cy="95092"/>
              </a:xfrm>
              <a:custGeom>
                <a:avLst/>
                <a:gdLst/>
                <a:ahLst/>
                <a:cxnLst/>
                <a:rect l="l" t="t" r="r" b="b"/>
                <a:pathLst>
                  <a:path w="4379" h="1434" extrusionOk="0">
                    <a:moveTo>
                      <a:pt x="433" y="0"/>
                    </a:moveTo>
                    <a:lnTo>
                      <a:pt x="433" y="0"/>
                    </a:lnTo>
                    <a:cubicBezTo>
                      <a:pt x="1" y="1166"/>
                      <a:pt x="1194" y="1433"/>
                      <a:pt x="2379" y="1433"/>
                    </a:cubicBezTo>
                    <a:cubicBezTo>
                      <a:pt x="3382" y="1433"/>
                      <a:pt x="4378" y="1242"/>
                      <a:pt x="4378" y="1242"/>
                    </a:cubicBezTo>
                    <a:lnTo>
                      <a:pt x="4378" y="1242"/>
                    </a:lnTo>
                    <a:cubicBezTo>
                      <a:pt x="4378" y="1242"/>
                      <a:pt x="4205" y="1254"/>
                      <a:pt x="3930" y="1254"/>
                    </a:cubicBezTo>
                    <a:cubicBezTo>
                      <a:pt x="3031" y="1254"/>
                      <a:pt x="1044" y="1123"/>
                      <a:pt x="433" y="0"/>
                    </a:cubicBezTo>
                    <a:close/>
                  </a:path>
                </a:pathLst>
              </a:custGeom>
              <a:solidFill>
                <a:srgbClr val="ECEC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20"/>
              <p:cNvSpPr/>
              <p:nvPr/>
            </p:nvSpPr>
            <p:spPr>
              <a:xfrm>
                <a:off x="7199982" y="149262"/>
                <a:ext cx="287144" cy="356562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5377" extrusionOk="0">
                    <a:moveTo>
                      <a:pt x="1822" y="0"/>
                    </a:moveTo>
                    <a:cubicBezTo>
                      <a:pt x="1080" y="917"/>
                      <a:pt x="205" y="965"/>
                      <a:pt x="32" y="965"/>
                    </a:cubicBezTo>
                    <a:cubicBezTo>
                      <a:pt x="12" y="965"/>
                      <a:pt x="1" y="964"/>
                      <a:pt x="1" y="964"/>
                    </a:cubicBezTo>
                    <a:lnTo>
                      <a:pt x="1" y="964"/>
                    </a:lnTo>
                    <a:cubicBezTo>
                      <a:pt x="811" y="1142"/>
                      <a:pt x="1533" y="1615"/>
                      <a:pt x="2012" y="2289"/>
                    </a:cubicBezTo>
                    <a:cubicBezTo>
                      <a:pt x="2816" y="3419"/>
                      <a:pt x="2816" y="5376"/>
                      <a:pt x="2816" y="5376"/>
                    </a:cubicBezTo>
                    <a:cubicBezTo>
                      <a:pt x="2816" y="5376"/>
                      <a:pt x="4330" y="633"/>
                      <a:pt x="1822" y="0"/>
                    </a:cubicBezTo>
                    <a:close/>
                  </a:path>
                </a:pathLst>
              </a:custGeom>
              <a:solidFill>
                <a:srgbClr val="ECEC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20"/>
              <p:cNvSpPr/>
              <p:nvPr/>
            </p:nvSpPr>
            <p:spPr>
              <a:xfrm>
                <a:off x="6930546" y="419490"/>
                <a:ext cx="344042" cy="245157"/>
              </a:xfrm>
              <a:custGeom>
                <a:avLst/>
                <a:gdLst/>
                <a:ahLst/>
                <a:cxnLst/>
                <a:rect l="l" t="t" r="r" b="b"/>
                <a:pathLst>
                  <a:path w="5188" h="3697" extrusionOk="0">
                    <a:moveTo>
                      <a:pt x="261" y="0"/>
                    </a:moveTo>
                    <a:lnTo>
                      <a:pt x="4927" y="0"/>
                    </a:lnTo>
                    <a:cubicBezTo>
                      <a:pt x="5069" y="0"/>
                      <a:pt x="5188" y="112"/>
                      <a:pt x="5188" y="260"/>
                    </a:cubicBezTo>
                    <a:lnTo>
                      <a:pt x="5188" y="3436"/>
                    </a:lnTo>
                    <a:cubicBezTo>
                      <a:pt x="5188" y="3578"/>
                      <a:pt x="5069" y="3696"/>
                      <a:pt x="4927" y="3696"/>
                    </a:cubicBezTo>
                    <a:lnTo>
                      <a:pt x="261" y="3696"/>
                    </a:lnTo>
                    <a:cubicBezTo>
                      <a:pt x="119" y="3696"/>
                      <a:pt x="1" y="3578"/>
                      <a:pt x="1" y="3436"/>
                    </a:cubicBezTo>
                    <a:lnTo>
                      <a:pt x="1" y="260"/>
                    </a:lnTo>
                    <a:cubicBezTo>
                      <a:pt x="1" y="112"/>
                      <a:pt x="119" y="0"/>
                      <a:pt x="2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20"/>
              <p:cNvSpPr/>
              <p:nvPr/>
            </p:nvSpPr>
            <p:spPr>
              <a:xfrm>
                <a:off x="6974115" y="411201"/>
                <a:ext cx="110680" cy="25616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3863" extrusionOk="0">
                    <a:moveTo>
                      <a:pt x="864" y="1"/>
                    </a:moveTo>
                    <a:cubicBezTo>
                      <a:pt x="426" y="1"/>
                      <a:pt x="0" y="350"/>
                      <a:pt x="0" y="793"/>
                    </a:cubicBezTo>
                    <a:lnTo>
                      <a:pt x="0" y="3053"/>
                    </a:lnTo>
                    <a:cubicBezTo>
                      <a:pt x="0" y="3490"/>
                      <a:pt x="420" y="3863"/>
                      <a:pt x="864" y="3863"/>
                    </a:cubicBezTo>
                    <a:cubicBezTo>
                      <a:pt x="1307" y="3863"/>
                      <a:pt x="1668" y="3502"/>
                      <a:pt x="1668" y="3064"/>
                    </a:cubicBezTo>
                    <a:lnTo>
                      <a:pt x="1668" y="805"/>
                    </a:lnTo>
                    <a:cubicBezTo>
                      <a:pt x="1668" y="362"/>
                      <a:pt x="1307" y="1"/>
                      <a:pt x="8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20"/>
              <p:cNvSpPr/>
              <p:nvPr/>
            </p:nvSpPr>
            <p:spPr>
              <a:xfrm>
                <a:off x="7116492" y="411201"/>
                <a:ext cx="111011" cy="256165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3863" extrusionOk="0">
                    <a:moveTo>
                      <a:pt x="870" y="1"/>
                    </a:moveTo>
                    <a:cubicBezTo>
                      <a:pt x="426" y="1"/>
                      <a:pt x="0" y="350"/>
                      <a:pt x="0" y="793"/>
                    </a:cubicBezTo>
                    <a:lnTo>
                      <a:pt x="6" y="3053"/>
                    </a:lnTo>
                    <a:cubicBezTo>
                      <a:pt x="6" y="3490"/>
                      <a:pt x="426" y="3863"/>
                      <a:pt x="870" y="3863"/>
                    </a:cubicBezTo>
                    <a:cubicBezTo>
                      <a:pt x="1313" y="3863"/>
                      <a:pt x="1668" y="3502"/>
                      <a:pt x="1674" y="3064"/>
                    </a:cubicBezTo>
                    <a:lnTo>
                      <a:pt x="1674" y="805"/>
                    </a:lnTo>
                    <a:cubicBezTo>
                      <a:pt x="1674" y="362"/>
                      <a:pt x="1313" y="1"/>
                      <a:pt x="87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20"/>
              <p:cNvSpPr/>
              <p:nvPr/>
            </p:nvSpPr>
            <p:spPr>
              <a:xfrm>
                <a:off x="6623113" y="506891"/>
                <a:ext cx="958583" cy="62864"/>
              </a:xfrm>
              <a:custGeom>
                <a:avLst/>
                <a:gdLst/>
                <a:ahLst/>
                <a:cxnLst/>
                <a:rect l="l" t="t" r="r" b="b"/>
                <a:pathLst>
                  <a:path w="14455" h="948" extrusionOk="0">
                    <a:moveTo>
                      <a:pt x="0" y="1"/>
                    </a:moveTo>
                    <a:lnTo>
                      <a:pt x="0" y="947"/>
                    </a:lnTo>
                    <a:lnTo>
                      <a:pt x="14454" y="947"/>
                    </a:lnTo>
                    <a:lnTo>
                      <a:pt x="1445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65" name="Google Shape;365;p20"/>
          <p:cNvSpPr txBox="1">
            <a:spLocks noGrp="1"/>
          </p:cNvSpPr>
          <p:nvPr>
            <p:ph type="title"/>
          </p:nvPr>
        </p:nvSpPr>
        <p:spPr>
          <a:xfrm>
            <a:off x="4844294" y="1454737"/>
            <a:ext cx="672900" cy="5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6" name="Google Shape;366;p20"/>
          <p:cNvSpPr txBox="1">
            <a:spLocks noGrp="1"/>
          </p:cNvSpPr>
          <p:nvPr>
            <p:ph type="title"/>
          </p:nvPr>
        </p:nvSpPr>
        <p:spPr>
          <a:xfrm>
            <a:off x="2841012" y="2624468"/>
            <a:ext cx="672900" cy="5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7" name="Google Shape;367;p20"/>
          <p:cNvSpPr txBox="1">
            <a:spLocks noGrp="1"/>
          </p:cNvSpPr>
          <p:nvPr>
            <p:ph type="title"/>
          </p:nvPr>
        </p:nvSpPr>
        <p:spPr>
          <a:xfrm>
            <a:off x="5527462" y="2624468"/>
            <a:ext cx="672900" cy="50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lt1"/>
                </a:solidFill>
              </a:rPr>
              <a:t>3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368" name="Google Shape;368;p20"/>
          <p:cNvSpPr txBox="1">
            <a:spLocks noGrp="1"/>
          </p:cNvSpPr>
          <p:nvPr>
            <p:ph type="title"/>
          </p:nvPr>
        </p:nvSpPr>
        <p:spPr>
          <a:xfrm>
            <a:off x="3513912" y="3769218"/>
            <a:ext cx="672900" cy="5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9" name="Google Shape;369;p20"/>
          <p:cNvSpPr txBox="1">
            <a:spLocks noGrp="1"/>
          </p:cNvSpPr>
          <p:nvPr>
            <p:ph type="title"/>
          </p:nvPr>
        </p:nvSpPr>
        <p:spPr>
          <a:xfrm>
            <a:off x="4844661" y="3776022"/>
            <a:ext cx="672900" cy="5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4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30"/>
          <p:cNvSpPr/>
          <p:nvPr/>
        </p:nvSpPr>
        <p:spPr>
          <a:xfrm>
            <a:off x="6651713" y="1765075"/>
            <a:ext cx="1879500" cy="2648428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30"/>
          <p:cNvSpPr/>
          <p:nvPr/>
        </p:nvSpPr>
        <p:spPr>
          <a:xfrm>
            <a:off x="4638738" y="1765074"/>
            <a:ext cx="1879500" cy="2648429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30"/>
          <p:cNvSpPr/>
          <p:nvPr/>
        </p:nvSpPr>
        <p:spPr>
          <a:xfrm>
            <a:off x="2625763" y="1744500"/>
            <a:ext cx="1879500" cy="2669004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30"/>
          <p:cNvSpPr/>
          <p:nvPr/>
        </p:nvSpPr>
        <p:spPr>
          <a:xfrm>
            <a:off x="612788" y="1744499"/>
            <a:ext cx="1879500" cy="2669003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30"/>
          <p:cNvSpPr txBox="1">
            <a:spLocks noGrp="1"/>
          </p:cNvSpPr>
          <p:nvPr>
            <p:ph type="title"/>
          </p:nvPr>
        </p:nvSpPr>
        <p:spPr>
          <a:xfrm>
            <a:off x="457200" y="4845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dirty="0"/>
              <a:t>Most Affected Populations</a:t>
            </a:r>
            <a:endParaRPr dirty="0"/>
          </a:p>
        </p:txBody>
      </p:sp>
      <p:sp>
        <p:nvSpPr>
          <p:cNvPr id="908" name="Google Shape;908;p30"/>
          <p:cNvSpPr txBox="1"/>
          <p:nvPr/>
        </p:nvSpPr>
        <p:spPr>
          <a:xfrm>
            <a:off x="4737065" y="2903487"/>
            <a:ext cx="16764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CA" sz="1600" dirty="0">
                <a:solidFill>
                  <a:schemeClr val="accent2">
                    <a:lumMod val="25000"/>
                  </a:schemeClr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ELDERS</a:t>
            </a:r>
            <a:endParaRPr sz="1600" dirty="0">
              <a:solidFill>
                <a:schemeClr val="accent2">
                  <a:lumMod val="25000"/>
                </a:schemeClr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09" name="Google Shape;909;p30"/>
          <p:cNvSpPr txBox="1"/>
          <p:nvPr/>
        </p:nvSpPr>
        <p:spPr>
          <a:xfrm>
            <a:off x="698216" y="2895350"/>
            <a:ext cx="16764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CA" sz="1600" dirty="0">
                <a:solidFill>
                  <a:schemeClr val="accent2">
                    <a:lumMod val="25000"/>
                  </a:schemeClr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Groups</a:t>
            </a:r>
            <a:endParaRPr sz="1600" dirty="0">
              <a:solidFill>
                <a:schemeClr val="accent2">
                  <a:lumMod val="25000"/>
                </a:schemeClr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10" name="Google Shape;910;p30"/>
          <p:cNvSpPr txBox="1"/>
          <p:nvPr/>
        </p:nvSpPr>
        <p:spPr>
          <a:xfrm>
            <a:off x="2724089" y="2905300"/>
            <a:ext cx="16764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dirty="0">
                <a:solidFill>
                  <a:schemeClr val="accent2">
                    <a:lumMod val="25000"/>
                  </a:schemeClr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CHILDREN</a:t>
            </a:r>
            <a:endParaRPr sz="1600" dirty="0">
              <a:solidFill>
                <a:schemeClr val="accent2">
                  <a:lumMod val="25000"/>
                </a:schemeClr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11" name="Google Shape;911;p30"/>
          <p:cNvSpPr txBox="1"/>
          <p:nvPr/>
        </p:nvSpPr>
        <p:spPr>
          <a:xfrm>
            <a:off x="6743590" y="2907150"/>
            <a:ext cx="16764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CA" sz="1600" dirty="0">
                <a:solidFill>
                  <a:schemeClr val="accent2">
                    <a:lumMod val="25000"/>
                  </a:schemeClr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Rural Populations</a:t>
            </a:r>
            <a:endParaRPr sz="1600" dirty="0">
              <a:solidFill>
                <a:schemeClr val="accent2">
                  <a:lumMod val="25000"/>
                </a:schemeClr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12" name="Google Shape;912;p30"/>
          <p:cNvSpPr txBox="1"/>
          <p:nvPr/>
        </p:nvSpPr>
        <p:spPr>
          <a:xfrm>
            <a:off x="2736983" y="3246604"/>
            <a:ext cx="168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dirty="0">
                <a:latin typeface="Roboto"/>
                <a:ea typeface="Roboto"/>
                <a:cs typeface="Roboto"/>
                <a:sym typeface="Roboto"/>
              </a:rPr>
              <a:t>Children from low-income families:</a:t>
            </a:r>
            <a:br>
              <a:rPr lang="en-CA" sz="1200" dirty="0">
                <a:latin typeface="Roboto"/>
                <a:ea typeface="Roboto"/>
                <a:cs typeface="Roboto"/>
                <a:sym typeface="Roboto"/>
              </a:rPr>
            </a:br>
            <a:r>
              <a:rPr lang="en-CA" sz="1200" b="1" dirty="0">
                <a:latin typeface="Roboto"/>
                <a:ea typeface="Roboto"/>
                <a:cs typeface="Roboto"/>
                <a:sym typeface="Roboto"/>
              </a:rPr>
              <a:t>2x higher </a:t>
            </a:r>
            <a:r>
              <a:rPr lang="en-CA" sz="1200" dirty="0">
                <a:latin typeface="Roboto"/>
                <a:ea typeface="Roboto"/>
                <a:cs typeface="Roboto"/>
                <a:sym typeface="Roboto"/>
              </a:rPr>
              <a:t>untreated cavity rates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3" name="Google Shape;913;p30"/>
          <p:cNvSpPr txBox="1"/>
          <p:nvPr/>
        </p:nvSpPr>
        <p:spPr>
          <a:xfrm>
            <a:off x="4743509" y="3318507"/>
            <a:ext cx="1682850" cy="575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Older adults face literacy and resource challenges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4" name="Google Shape;914;p30"/>
          <p:cNvSpPr txBox="1"/>
          <p:nvPr/>
        </p:nvSpPr>
        <p:spPr>
          <a:xfrm>
            <a:off x="717559" y="3238467"/>
            <a:ext cx="168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Lower-income &amp;</a:t>
            </a:r>
            <a:br>
              <a:rPr lang="en-US" sz="1200" dirty="0">
                <a:latin typeface="Roboto"/>
                <a:ea typeface="Roboto"/>
                <a:cs typeface="Roboto"/>
                <a:sym typeface="Roboto"/>
              </a:rPr>
            </a:b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Middle-income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Uninsured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Minority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Immigrants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5" name="Google Shape;915;p30"/>
          <p:cNvSpPr txBox="1"/>
          <p:nvPr/>
        </p:nvSpPr>
        <p:spPr>
          <a:xfrm>
            <a:off x="6756484" y="3298244"/>
            <a:ext cx="168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Rural populations lack consistent access to dentists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16" name="Google Shape;916;p30"/>
          <p:cNvGrpSpPr/>
          <p:nvPr/>
        </p:nvGrpSpPr>
        <p:grpSpPr>
          <a:xfrm>
            <a:off x="3261433" y="2071509"/>
            <a:ext cx="540278" cy="754854"/>
            <a:chOff x="1672062" y="1100575"/>
            <a:chExt cx="416143" cy="581462"/>
          </a:xfrm>
        </p:grpSpPr>
        <p:sp>
          <p:nvSpPr>
            <p:cNvPr id="917" name="Google Shape;917;p30"/>
            <p:cNvSpPr/>
            <p:nvPr/>
          </p:nvSpPr>
          <p:spPr>
            <a:xfrm>
              <a:off x="1808995" y="1620764"/>
              <a:ext cx="208376" cy="61273"/>
            </a:xfrm>
            <a:custGeom>
              <a:avLst/>
              <a:gdLst/>
              <a:ahLst/>
              <a:cxnLst/>
              <a:rect l="l" t="t" r="r" b="b"/>
              <a:pathLst>
                <a:path w="44788" h="13170" extrusionOk="0">
                  <a:moveTo>
                    <a:pt x="22370" y="0"/>
                  </a:moveTo>
                  <a:cubicBezTo>
                    <a:pt x="9994" y="0"/>
                    <a:pt x="0" y="2942"/>
                    <a:pt x="0" y="6585"/>
                  </a:cubicBezTo>
                  <a:cubicBezTo>
                    <a:pt x="0" y="10228"/>
                    <a:pt x="9994" y="13170"/>
                    <a:pt x="22370" y="13170"/>
                  </a:cubicBezTo>
                  <a:cubicBezTo>
                    <a:pt x="34746" y="13170"/>
                    <a:pt x="44787" y="10228"/>
                    <a:pt x="44787" y="6585"/>
                  </a:cubicBezTo>
                  <a:cubicBezTo>
                    <a:pt x="44787" y="2942"/>
                    <a:pt x="34746" y="0"/>
                    <a:pt x="223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0"/>
            <p:cNvSpPr/>
            <p:nvPr/>
          </p:nvSpPr>
          <p:spPr>
            <a:xfrm>
              <a:off x="1672062" y="1386916"/>
              <a:ext cx="123636" cy="136114"/>
            </a:xfrm>
            <a:custGeom>
              <a:avLst/>
              <a:gdLst/>
              <a:ahLst/>
              <a:cxnLst/>
              <a:rect l="l" t="t" r="r" b="b"/>
              <a:pathLst>
                <a:path w="26574" h="29256" extrusionOk="0">
                  <a:moveTo>
                    <a:pt x="9201" y="1"/>
                  </a:moveTo>
                  <a:cubicBezTo>
                    <a:pt x="8937" y="1"/>
                    <a:pt x="8672" y="15"/>
                    <a:pt x="8407" y="43"/>
                  </a:cubicBezTo>
                  <a:cubicBezTo>
                    <a:pt x="6258" y="416"/>
                    <a:pt x="4344" y="2191"/>
                    <a:pt x="4204" y="4386"/>
                  </a:cubicBezTo>
                  <a:cubicBezTo>
                    <a:pt x="4157" y="5554"/>
                    <a:pt x="4577" y="6674"/>
                    <a:pt x="4904" y="7795"/>
                  </a:cubicBezTo>
                  <a:cubicBezTo>
                    <a:pt x="5184" y="8916"/>
                    <a:pt x="5371" y="10224"/>
                    <a:pt x="4764" y="11205"/>
                  </a:cubicBezTo>
                  <a:cubicBezTo>
                    <a:pt x="4204" y="12139"/>
                    <a:pt x="3223" y="12652"/>
                    <a:pt x="2429" y="13353"/>
                  </a:cubicBezTo>
                  <a:cubicBezTo>
                    <a:pt x="0" y="15548"/>
                    <a:pt x="187" y="19471"/>
                    <a:pt x="2849" y="21385"/>
                  </a:cubicBezTo>
                  <a:cubicBezTo>
                    <a:pt x="4297" y="22460"/>
                    <a:pt x="6165" y="22740"/>
                    <a:pt x="7940" y="23067"/>
                  </a:cubicBezTo>
                  <a:cubicBezTo>
                    <a:pt x="9714" y="23394"/>
                    <a:pt x="11629" y="23907"/>
                    <a:pt x="12750" y="25308"/>
                  </a:cubicBezTo>
                  <a:cubicBezTo>
                    <a:pt x="13684" y="26476"/>
                    <a:pt x="14058" y="28111"/>
                    <a:pt x="15319" y="28858"/>
                  </a:cubicBezTo>
                  <a:cubicBezTo>
                    <a:pt x="15855" y="29126"/>
                    <a:pt x="16421" y="29255"/>
                    <a:pt x="16992" y="29255"/>
                  </a:cubicBezTo>
                  <a:cubicBezTo>
                    <a:pt x="17416" y="29255"/>
                    <a:pt x="17843" y="29184"/>
                    <a:pt x="18261" y="29045"/>
                  </a:cubicBezTo>
                  <a:cubicBezTo>
                    <a:pt x="19802" y="28718"/>
                    <a:pt x="21156" y="27737"/>
                    <a:pt x="21903" y="26336"/>
                  </a:cubicBezTo>
                  <a:cubicBezTo>
                    <a:pt x="23071" y="23907"/>
                    <a:pt x="21623" y="20825"/>
                    <a:pt x="22791" y="18397"/>
                  </a:cubicBezTo>
                  <a:cubicBezTo>
                    <a:pt x="23258" y="17556"/>
                    <a:pt x="23818" y="16762"/>
                    <a:pt x="24472" y="16015"/>
                  </a:cubicBezTo>
                  <a:cubicBezTo>
                    <a:pt x="26480" y="13073"/>
                    <a:pt x="26574" y="9196"/>
                    <a:pt x="24659" y="6161"/>
                  </a:cubicBezTo>
                  <a:cubicBezTo>
                    <a:pt x="24239" y="5507"/>
                    <a:pt x="23678" y="4900"/>
                    <a:pt x="23024" y="4480"/>
                  </a:cubicBezTo>
                  <a:cubicBezTo>
                    <a:pt x="22143" y="3951"/>
                    <a:pt x="21133" y="3681"/>
                    <a:pt x="20122" y="3681"/>
                  </a:cubicBezTo>
                  <a:cubicBezTo>
                    <a:pt x="19524" y="3681"/>
                    <a:pt x="18926" y="3775"/>
                    <a:pt x="18354" y="3966"/>
                  </a:cubicBezTo>
                  <a:cubicBezTo>
                    <a:pt x="17747" y="4153"/>
                    <a:pt x="17140" y="4386"/>
                    <a:pt x="16579" y="4713"/>
                  </a:cubicBezTo>
                  <a:cubicBezTo>
                    <a:pt x="15972" y="3732"/>
                    <a:pt x="15225" y="2845"/>
                    <a:pt x="14384" y="2051"/>
                  </a:cubicBezTo>
                  <a:cubicBezTo>
                    <a:pt x="12988" y="737"/>
                    <a:pt x="11123" y="1"/>
                    <a:pt x="92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0"/>
            <p:cNvSpPr/>
            <p:nvPr/>
          </p:nvSpPr>
          <p:spPr>
            <a:xfrm>
              <a:off x="1878765" y="1100575"/>
              <a:ext cx="186649" cy="142906"/>
            </a:xfrm>
            <a:custGeom>
              <a:avLst/>
              <a:gdLst/>
              <a:ahLst/>
              <a:cxnLst/>
              <a:rect l="l" t="t" r="r" b="b"/>
              <a:pathLst>
                <a:path w="40118" h="30716" extrusionOk="0">
                  <a:moveTo>
                    <a:pt x="18487" y="0"/>
                  </a:moveTo>
                  <a:cubicBezTo>
                    <a:pt x="10196" y="0"/>
                    <a:pt x="3141" y="4610"/>
                    <a:pt x="1682" y="11551"/>
                  </a:cubicBezTo>
                  <a:cubicBezTo>
                    <a:pt x="1" y="19724"/>
                    <a:pt x="6819" y="28131"/>
                    <a:pt x="16953" y="30232"/>
                  </a:cubicBezTo>
                  <a:cubicBezTo>
                    <a:pt x="18530" y="30559"/>
                    <a:pt x="20094" y="30715"/>
                    <a:pt x="21618" y="30715"/>
                  </a:cubicBezTo>
                  <a:cubicBezTo>
                    <a:pt x="29890" y="30715"/>
                    <a:pt x="36977" y="26112"/>
                    <a:pt x="38436" y="19211"/>
                  </a:cubicBezTo>
                  <a:cubicBezTo>
                    <a:pt x="40117" y="10991"/>
                    <a:pt x="33299" y="2631"/>
                    <a:pt x="23164" y="483"/>
                  </a:cubicBezTo>
                  <a:cubicBezTo>
                    <a:pt x="21581" y="156"/>
                    <a:pt x="20013" y="0"/>
                    <a:pt x="184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0"/>
            <p:cNvSpPr/>
            <p:nvPr/>
          </p:nvSpPr>
          <p:spPr>
            <a:xfrm>
              <a:off x="1762264" y="1168411"/>
              <a:ext cx="321362" cy="264858"/>
            </a:xfrm>
            <a:custGeom>
              <a:avLst/>
              <a:gdLst/>
              <a:ahLst/>
              <a:cxnLst/>
              <a:rect l="l" t="t" r="r" b="b"/>
              <a:pathLst>
                <a:path w="69073" h="56928" extrusionOk="0">
                  <a:moveTo>
                    <a:pt x="32157" y="1"/>
                  </a:moveTo>
                  <a:cubicBezTo>
                    <a:pt x="29213" y="1"/>
                    <a:pt x="25956" y="428"/>
                    <a:pt x="22557" y="1599"/>
                  </a:cubicBezTo>
                  <a:cubicBezTo>
                    <a:pt x="2616" y="8511"/>
                    <a:pt x="1" y="26211"/>
                    <a:pt x="4110" y="40922"/>
                  </a:cubicBezTo>
                  <a:cubicBezTo>
                    <a:pt x="7276" y="52328"/>
                    <a:pt x="17853" y="56927"/>
                    <a:pt x="31314" y="56927"/>
                  </a:cubicBezTo>
                  <a:cubicBezTo>
                    <a:pt x="32348" y="56927"/>
                    <a:pt x="33400" y="56900"/>
                    <a:pt x="34466" y="56847"/>
                  </a:cubicBezTo>
                  <a:cubicBezTo>
                    <a:pt x="49457" y="56146"/>
                    <a:pt x="61460" y="55913"/>
                    <a:pt x="65710" y="37699"/>
                  </a:cubicBezTo>
                  <a:cubicBezTo>
                    <a:pt x="69072" y="23222"/>
                    <a:pt x="61180" y="3327"/>
                    <a:pt x="45815" y="3140"/>
                  </a:cubicBezTo>
                  <a:cubicBezTo>
                    <a:pt x="45815" y="3140"/>
                    <a:pt x="40134" y="1"/>
                    <a:pt x="321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0"/>
            <p:cNvSpPr/>
            <p:nvPr/>
          </p:nvSpPr>
          <p:spPr>
            <a:xfrm>
              <a:off x="1918325" y="1525562"/>
              <a:ext cx="43026" cy="114293"/>
            </a:xfrm>
            <a:custGeom>
              <a:avLst/>
              <a:gdLst/>
              <a:ahLst/>
              <a:cxnLst/>
              <a:rect l="l" t="t" r="r" b="b"/>
              <a:pathLst>
                <a:path w="9248" h="24566" extrusionOk="0">
                  <a:moveTo>
                    <a:pt x="9247" y="1"/>
                  </a:moveTo>
                  <a:lnTo>
                    <a:pt x="0" y="1168"/>
                  </a:lnTo>
                  <a:cubicBezTo>
                    <a:pt x="0" y="1168"/>
                    <a:pt x="841" y="17747"/>
                    <a:pt x="2522" y="24379"/>
                  </a:cubicBezTo>
                  <a:cubicBezTo>
                    <a:pt x="2770" y="24314"/>
                    <a:pt x="3015" y="24289"/>
                    <a:pt x="3259" y="24289"/>
                  </a:cubicBezTo>
                  <a:cubicBezTo>
                    <a:pt x="4073" y="24289"/>
                    <a:pt x="4872" y="24566"/>
                    <a:pt x="5698" y="24566"/>
                  </a:cubicBezTo>
                  <a:cubicBezTo>
                    <a:pt x="7613" y="17794"/>
                    <a:pt x="9247" y="1"/>
                    <a:pt x="9247" y="1"/>
                  </a:cubicBezTo>
                  <a:close/>
                </a:path>
              </a:pathLst>
            </a:custGeom>
            <a:solidFill>
              <a:srgbClr val="00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0"/>
            <p:cNvSpPr/>
            <p:nvPr/>
          </p:nvSpPr>
          <p:spPr>
            <a:xfrm>
              <a:off x="1859204" y="1528173"/>
              <a:ext cx="43026" cy="113642"/>
            </a:xfrm>
            <a:custGeom>
              <a:avLst/>
              <a:gdLst/>
              <a:ahLst/>
              <a:cxnLst/>
              <a:rect l="l" t="t" r="r" b="b"/>
              <a:pathLst>
                <a:path w="9248" h="24426" extrusionOk="0">
                  <a:moveTo>
                    <a:pt x="0" y="0"/>
                  </a:moveTo>
                  <a:cubicBezTo>
                    <a:pt x="0" y="0"/>
                    <a:pt x="2102" y="18354"/>
                    <a:pt x="4063" y="24285"/>
                  </a:cubicBezTo>
                  <a:cubicBezTo>
                    <a:pt x="5091" y="24285"/>
                    <a:pt x="6118" y="24332"/>
                    <a:pt x="7146" y="24425"/>
                  </a:cubicBezTo>
                  <a:cubicBezTo>
                    <a:pt x="8126" y="18821"/>
                    <a:pt x="9247" y="607"/>
                    <a:pt x="9247" y="60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0"/>
            <p:cNvSpPr/>
            <p:nvPr/>
          </p:nvSpPr>
          <p:spPr>
            <a:xfrm>
              <a:off x="1746398" y="1443624"/>
              <a:ext cx="133285" cy="34214"/>
            </a:xfrm>
            <a:custGeom>
              <a:avLst/>
              <a:gdLst/>
              <a:ahLst/>
              <a:cxnLst/>
              <a:rect l="l" t="t" r="r" b="b"/>
              <a:pathLst>
                <a:path w="28648" h="7354" extrusionOk="0">
                  <a:moveTo>
                    <a:pt x="3269" y="0"/>
                  </a:moveTo>
                  <a:cubicBezTo>
                    <a:pt x="2335" y="0"/>
                    <a:pt x="0" y="1588"/>
                    <a:pt x="234" y="2662"/>
                  </a:cubicBezTo>
                  <a:cubicBezTo>
                    <a:pt x="374" y="3456"/>
                    <a:pt x="2989" y="3690"/>
                    <a:pt x="2989" y="3690"/>
                  </a:cubicBezTo>
                  <a:cubicBezTo>
                    <a:pt x="2989" y="3690"/>
                    <a:pt x="0" y="3923"/>
                    <a:pt x="421" y="4904"/>
                  </a:cubicBezTo>
                  <a:cubicBezTo>
                    <a:pt x="639" y="5362"/>
                    <a:pt x="1599" y="5484"/>
                    <a:pt x="2561" y="5484"/>
                  </a:cubicBezTo>
                  <a:cubicBezTo>
                    <a:pt x="3661" y="5484"/>
                    <a:pt x="4764" y="5324"/>
                    <a:pt x="4764" y="5324"/>
                  </a:cubicBezTo>
                  <a:lnTo>
                    <a:pt x="4764" y="5324"/>
                  </a:lnTo>
                  <a:cubicBezTo>
                    <a:pt x="4764" y="5324"/>
                    <a:pt x="2896" y="6819"/>
                    <a:pt x="3830" y="7286"/>
                  </a:cubicBezTo>
                  <a:cubicBezTo>
                    <a:pt x="3905" y="7332"/>
                    <a:pt x="4000" y="7354"/>
                    <a:pt x="4111" y="7354"/>
                  </a:cubicBezTo>
                  <a:cubicBezTo>
                    <a:pt x="4898" y="7354"/>
                    <a:pt x="6485" y="6254"/>
                    <a:pt x="7426" y="4904"/>
                  </a:cubicBezTo>
                  <a:cubicBezTo>
                    <a:pt x="9294" y="5558"/>
                    <a:pt x="12330" y="5745"/>
                    <a:pt x="15739" y="5978"/>
                  </a:cubicBezTo>
                  <a:cubicBezTo>
                    <a:pt x="18917" y="6178"/>
                    <a:pt x="21841" y="6547"/>
                    <a:pt x="24073" y="6547"/>
                  </a:cubicBezTo>
                  <a:cubicBezTo>
                    <a:pt x="26532" y="6547"/>
                    <a:pt x="28152" y="6099"/>
                    <a:pt x="28348" y="4484"/>
                  </a:cubicBezTo>
                  <a:cubicBezTo>
                    <a:pt x="28648" y="1658"/>
                    <a:pt x="25023" y="245"/>
                    <a:pt x="19057" y="245"/>
                  </a:cubicBezTo>
                  <a:cubicBezTo>
                    <a:pt x="18515" y="245"/>
                    <a:pt x="17953" y="257"/>
                    <a:pt x="17373" y="280"/>
                  </a:cubicBezTo>
                  <a:cubicBezTo>
                    <a:pt x="13590" y="374"/>
                    <a:pt x="9761" y="514"/>
                    <a:pt x="7426" y="1168"/>
                  </a:cubicBezTo>
                  <a:cubicBezTo>
                    <a:pt x="6212" y="47"/>
                    <a:pt x="4017" y="0"/>
                    <a:pt x="3269" y="0"/>
                  </a:cubicBezTo>
                  <a:close/>
                </a:path>
              </a:pathLst>
            </a:custGeom>
            <a:solidFill>
              <a:srgbClr val="EED1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0"/>
            <p:cNvSpPr/>
            <p:nvPr/>
          </p:nvSpPr>
          <p:spPr>
            <a:xfrm>
              <a:off x="1785520" y="1441795"/>
              <a:ext cx="94222" cy="32293"/>
            </a:xfrm>
            <a:custGeom>
              <a:avLst/>
              <a:gdLst/>
              <a:ahLst/>
              <a:cxnLst/>
              <a:rect l="l" t="t" r="r" b="b"/>
              <a:pathLst>
                <a:path w="20252" h="6941" extrusionOk="0">
                  <a:moveTo>
                    <a:pt x="9791" y="1"/>
                  </a:moveTo>
                  <a:cubicBezTo>
                    <a:pt x="9430" y="1"/>
                    <a:pt x="9062" y="7"/>
                    <a:pt x="8687" y="20"/>
                  </a:cubicBezTo>
                  <a:cubicBezTo>
                    <a:pt x="5511" y="160"/>
                    <a:pt x="2289" y="253"/>
                    <a:pt x="1" y="673"/>
                  </a:cubicBezTo>
                  <a:cubicBezTo>
                    <a:pt x="514" y="2588"/>
                    <a:pt x="608" y="4643"/>
                    <a:pt x="234" y="6605"/>
                  </a:cubicBezTo>
                  <a:cubicBezTo>
                    <a:pt x="560" y="6665"/>
                    <a:pt x="918" y="6688"/>
                    <a:pt x="1301" y="6688"/>
                  </a:cubicBezTo>
                  <a:cubicBezTo>
                    <a:pt x="2764" y="6688"/>
                    <a:pt x="4594" y="6341"/>
                    <a:pt x="6437" y="6341"/>
                  </a:cubicBezTo>
                  <a:cubicBezTo>
                    <a:pt x="6735" y="6341"/>
                    <a:pt x="7035" y="6350"/>
                    <a:pt x="7333" y="6371"/>
                  </a:cubicBezTo>
                  <a:cubicBezTo>
                    <a:pt x="10511" y="6571"/>
                    <a:pt x="13435" y="6940"/>
                    <a:pt x="15667" y="6940"/>
                  </a:cubicBezTo>
                  <a:cubicBezTo>
                    <a:pt x="18126" y="6940"/>
                    <a:pt x="19746" y="6492"/>
                    <a:pt x="19942" y="4877"/>
                  </a:cubicBezTo>
                  <a:cubicBezTo>
                    <a:pt x="20251" y="1916"/>
                    <a:pt x="16129" y="1"/>
                    <a:pt x="97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0"/>
            <p:cNvSpPr/>
            <p:nvPr/>
          </p:nvSpPr>
          <p:spPr>
            <a:xfrm>
              <a:off x="1938319" y="1440995"/>
              <a:ext cx="73230" cy="102364"/>
            </a:xfrm>
            <a:custGeom>
              <a:avLst/>
              <a:gdLst/>
              <a:ahLst/>
              <a:cxnLst/>
              <a:rect l="l" t="t" r="r" b="b"/>
              <a:pathLst>
                <a:path w="15740" h="22002" extrusionOk="0">
                  <a:moveTo>
                    <a:pt x="3457" y="0"/>
                  </a:moveTo>
                  <a:cubicBezTo>
                    <a:pt x="3036" y="0"/>
                    <a:pt x="2629" y="123"/>
                    <a:pt x="2242" y="378"/>
                  </a:cubicBezTo>
                  <a:cubicBezTo>
                    <a:pt x="1" y="1826"/>
                    <a:pt x="3083" y="4488"/>
                    <a:pt x="6025" y="9485"/>
                  </a:cubicBezTo>
                  <a:cubicBezTo>
                    <a:pt x="7520" y="12007"/>
                    <a:pt x="8827" y="15416"/>
                    <a:pt x="10042" y="16631"/>
                  </a:cubicBezTo>
                  <a:cubicBezTo>
                    <a:pt x="9248" y="18078"/>
                    <a:pt x="9061" y="19993"/>
                    <a:pt x="9575" y="20320"/>
                  </a:cubicBezTo>
                  <a:cubicBezTo>
                    <a:pt x="9661" y="20380"/>
                    <a:pt x="9743" y="20406"/>
                    <a:pt x="9821" y="20406"/>
                  </a:cubicBezTo>
                  <a:cubicBezTo>
                    <a:pt x="10413" y="20406"/>
                    <a:pt x="10742" y="18872"/>
                    <a:pt x="10742" y="18872"/>
                  </a:cubicBezTo>
                  <a:cubicBezTo>
                    <a:pt x="10742" y="18872"/>
                    <a:pt x="11801" y="22002"/>
                    <a:pt x="12730" y="22002"/>
                  </a:cubicBezTo>
                  <a:cubicBezTo>
                    <a:pt x="12737" y="22002"/>
                    <a:pt x="12743" y="22002"/>
                    <a:pt x="12750" y="22001"/>
                  </a:cubicBezTo>
                  <a:cubicBezTo>
                    <a:pt x="13684" y="21955"/>
                    <a:pt x="12704" y="19573"/>
                    <a:pt x="12704" y="19573"/>
                  </a:cubicBezTo>
                  <a:lnTo>
                    <a:pt x="12704" y="19573"/>
                  </a:lnTo>
                  <a:cubicBezTo>
                    <a:pt x="12704" y="19573"/>
                    <a:pt x="13765" y="21314"/>
                    <a:pt x="14431" y="21314"/>
                  </a:cubicBezTo>
                  <a:cubicBezTo>
                    <a:pt x="14463" y="21314"/>
                    <a:pt x="14495" y="21309"/>
                    <a:pt x="14525" y="21301"/>
                  </a:cubicBezTo>
                  <a:cubicBezTo>
                    <a:pt x="15459" y="21067"/>
                    <a:pt x="15739" y="18685"/>
                    <a:pt x="15412" y="17938"/>
                  </a:cubicBezTo>
                  <a:cubicBezTo>
                    <a:pt x="15132" y="17378"/>
                    <a:pt x="14245" y="15697"/>
                    <a:pt x="12890" y="15183"/>
                  </a:cubicBezTo>
                  <a:cubicBezTo>
                    <a:pt x="12517" y="13175"/>
                    <a:pt x="11116" y="10092"/>
                    <a:pt x="9761" y="7197"/>
                  </a:cubicBezTo>
                  <a:cubicBezTo>
                    <a:pt x="7722" y="2695"/>
                    <a:pt x="5429" y="0"/>
                    <a:pt x="3457" y="0"/>
                  </a:cubicBezTo>
                  <a:close/>
                </a:path>
              </a:pathLst>
            </a:custGeom>
            <a:solidFill>
              <a:srgbClr val="EED1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0"/>
            <p:cNvSpPr/>
            <p:nvPr/>
          </p:nvSpPr>
          <p:spPr>
            <a:xfrm>
              <a:off x="1938319" y="1440916"/>
              <a:ext cx="61711" cy="77892"/>
            </a:xfrm>
            <a:custGeom>
              <a:avLst/>
              <a:gdLst/>
              <a:ahLst/>
              <a:cxnLst/>
              <a:rect l="l" t="t" r="r" b="b"/>
              <a:pathLst>
                <a:path w="13264" h="16742" extrusionOk="0">
                  <a:moveTo>
                    <a:pt x="3558" y="1"/>
                  </a:moveTo>
                  <a:cubicBezTo>
                    <a:pt x="3093" y="1"/>
                    <a:pt x="2651" y="129"/>
                    <a:pt x="2242" y="395"/>
                  </a:cubicBezTo>
                  <a:cubicBezTo>
                    <a:pt x="1" y="1843"/>
                    <a:pt x="3130" y="5626"/>
                    <a:pt x="6025" y="10670"/>
                  </a:cubicBezTo>
                  <a:cubicBezTo>
                    <a:pt x="7333" y="12865"/>
                    <a:pt x="7940" y="15433"/>
                    <a:pt x="9014" y="16741"/>
                  </a:cubicBezTo>
                  <a:cubicBezTo>
                    <a:pt x="9995" y="16087"/>
                    <a:pt x="12190" y="14733"/>
                    <a:pt x="13264" y="14126"/>
                  </a:cubicBezTo>
                  <a:cubicBezTo>
                    <a:pt x="12423" y="11744"/>
                    <a:pt x="11489" y="9456"/>
                    <a:pt x="10368" y="7214"/>
                  </a:cubicBezTo>
                  <a:cubicBezTo>
                    <a:pt x="8335" y="2724"/>
                    <a:pt x="5702" y="1"/>
                    <a:pt x="35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0"/>
            <p:cNvSpPr/>
            <p:nvPr/>
          </p:nvSpPr>
          <p:spPr>
            <a:xfrm>
              <a:off x="1848988" y="1397508"/>
              <a:ext cx="125157" cy="148940"/>
            </a:xfrm>
            <a:custGeom>
              <a:avLst/>
              <a:gdLst/>
              <a:ahLst/>
              <a:cxnLst/>
              <a:rect l="l" t="t" r="r" b="b"/>
              <a:pathLst>
                <a:path w="26901" h="32013" extrusionOk="0">
                  <a:moveTo>
                    <a:pt x="12144" y="0"/>
                  </a:moveTo>
                  <a:cubicBezTo>
                    <a:pt x="8375" y="0"/>
                    <a:pt x="6819" y="5006"/>
                    <a:pt x="6819" y="5006"/>
                  </a:cubicBezTo>
                  <a:cubicBezTo>
                    <a:pt x="6819" y="5006"/>
                    <a:pt x="0" y="16261"/>
                    <a:pt x="2709" y="31439"/>
                  </a:cubicBezTo>
                  <a:cubicBezTo>
                    <a:pt x="2709" y="31439"/>
                    <a:pt x="7838" y="32012"/>
                    <a:pt x="11642" y="32012"/>
                  </a:cubicBezTo>
                  <a:cubicBezTo>
                    <a:pt x="12314" y="32012"/>
                    <a:pt x="12944" y="31994"/>
                    <a:pt x="13497" y="31952"/>
                  </a:cubicBezTo>
                  <a:cubicBezTo>
                    <a:pt x="17233" y="31719"/>
                    <a:pt x="23398" y="29804"/>
                    <a:pt x="23398" y="29804"/>
                  </a:cubicBezTo>
                  <a:cubicBezTo>
                    <a:pt x="23398" y="29804"/>
                    <a:pt x="26901" y="12898"/>
                    <a:pt x="18448" y="3745"/>
                  </a:cubicBezTo>
                  <a:cubicBezTo>
                    <a:pt x="15882" y="966"/>
                    <a:pt x="13800" y="0"/>
                    <a:pt x="12144" y="0"/>
                  </a:cubicBezTo>
                  <a:close/>
                </a:path>
              </a:pathLst>
            </a:custGeom>
            <a:solidFill>
              <a:srgbClr val="F4D3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0"/>
            <p:cNvSpPr/>
            <p:nvPr/>
          </p:nvSpPr>
          <p:spPr>
            <a:xfrm>
              <a:off x="1850729" y="1432227"/>
              <a:ext cx="127330" cy="183025"/>
            </a:xfrm>
            <a:custGeom>
              <a:avLst/>
              <a:gdLst/>
              <a:ahLst/>
              <a:cxnLst/>
              <a:rect l="l" t="t" r="r" b="b"/>
              <a:pathLst>
                <a:path w="27368" h="39339" extrusionOk="0">
                  <a:moveTo>
                    <a:pt x="5425" y="0"/>
                  </a:moveTo>
                  <a:cubicBezTo>
                    <a:pt x="5246" y="0"/>
                    <a:pt x="5086" y="36"/>
                    <a:pt x="4950" y="114"/>
                  </a:cubicBezTo>
                  <a:cubicBezTo>
                    <a:pt x="0" y="9174"/>
                    <a:pt x="280" y="28789"/>
                    <a:pt x="1401" y="38643"/>
                  </a:cubicBezTo>
                  <a:cubicBezTo>
                    <a:pt x="5204" y="39007"/>
                    <a:pt x="9062" y="39338"/>
                    <a:pt x="12905" y="39338"/>
                  </a:cubicBezTo>
                  <a:cubicBezTo>
                    <a:pt x="16944" y="39338"/>
                    <a:pt x="20967" y="38973"/>
                    <a:pt x="24892" y="37896"/>
                  </a:cubicBezTo>
                  <a:cubicBezTo>
                    <a:pt x="25125" y="34113"/>
                    <a:pt x="27367" y="10622"/>
                    <a:pt x="21296" y="1048"/>
                  </a:cubicBezTo>
                  <a:cubicBezTo>
                    <a:pt x="21213" y="1011"/>
                    <a:pt x="21117" y="993"/>
                    <a:pt x="21010" y="993"/>
                  </a:cubicBezTo>
                  <a:cubicBezTo>
                    <a:pt x="19124" y="993"/>
                    <a:pt x="13730" y="6512"/>
                    <a:pt x="13730" y="6512"/>
                  </a:cubicBezTo>
                  <a:cubicBezTo>
                    <a:pt x="13730" y="6512"/>
                    <a:pt x="7825" y="0"/>
                    <a:pt x="54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0"/>
            <p:cNvSpPr/>
            <p:nvPr/>
          </p:nvSpPr>
          <p:spPr>
            <a:xfrm>
              <a:off x="1781825" y="1191546"/>
              <a:ext cx="260089" cy="251188"/>
            </a:xfrm>
            <a:custGeom>
              <a:avLst/>
              <a:gdLst/>
              <a:ahLst/>
              <a:cxnLst/>
              <a:rect l="l" t="t" r="r" b="b"/>
              <a:pathLst>
                <a:path w="55903" h="53990" extrusionOk="0">
                  <a:moveTo>
                    <a:pt x="28983" y="1"/>
                  </a:moveTo>
                  <a:cubicBezTo>
                    <a:pt x="20807" y="1"/>
                    <a:pt x="12558" y="2982"/>
                    <a:pt x="8080" y="8210"/>
                  </a:cubicBezTo>
                  <a:cubicBezTo>
                    <a:pt x="1" y="17597"/>
                    <a:pt x="514" y="41835"/>
                    <a:pt x="7426" y="48747"/>
                  </a:cubicBezTo>
                  <a:cubicBezTo>
                    <a:pt x="11156" y="52477"/>
                    <a:pt x="19206" y="53989"/>
                    <a:pt x="27370" y="53989"/>
                  </a:cubicBezTo>
                  <a:cubicBezTo>
                    <a:pt x="37093" y="53989"/>
                    <a:pt x="46980" y="51844"/>
                    <a:pt x="49925" y="48747"/>
                  </a:cubicBezTo>
                  <a:cubicBezTo>
                    <a:pt x="55389" y="43049"/>
                    <a:pt x="55902" y="13627"/>
                    <a:pt x="45488" y="5221"/>
                  </a:cubicBezTo>
                  <a:cubicBezTo>
                    <a:pt x="41073" y="1641"/>
                    <a:pt x="35048" y="1"/>
                    <a:pt x="28983" y="1"/>
                  </a:cubicBezTo>
                  <a:close/>
                </a:path>
              </a:pathLst>
            </a:custGeom>
            <a:solidFill>
              <a:srgbClr val="EED1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0"/>
            <p:cNvSpPr/>
            <p:nvPr/>
          </p:nvSpPr>
          <p:spPr>
            <a:xfrm>
              <a:off x="1940278" y="1372977"/>
              <a:ext cx="40635" cy="23704"/>
            </a:xfrm>
            <a:custGeom>
              <a:avLst/>
              <a:gdLst/>
              <a:ahLst/>
              <a:cxnLst/>
              <a:rect l="l" t="t" r="r" b="b"/>
              <a:pathLst>
                <a:path w="8734" h="5095" extrusionOk="0">
                  <a:moveTo>
                    <a:pt x="4287" y="1"/>
                  </a:moveTo>
                  <a:cubicBezTo>
                    <a:pt x="1973" y="1"/>
                    <a:pt x="93" y="1059"/>
                    <a:pt x="47" y="2431"/>
                  </a:cubicBezTo>
                  <a:cubicBezTo>
                    <a:pt x="0" y="3832"/>
                    <a:pt x="1915" y="4999"/>
                    <a:pt x="4297" y="5093"/>
                  </a:cubicBezTo>
                  <a:cubicBezTo>
                    <a:pt x="4347" y="5094"/>
                    <a:pt x="4396" y="5094"/>
                    <a:pt x="4446" y="5094"/>
                  </a:cubicBezTo>
                  <a:cubicBezTo>
                    <a:pt x="6760" y="5094"/>
                    <a:pt x="8641" y="4036"/>
                    <a:pt x="8687" y="2664"/>
                  </a:cubicBezTo>
                  <a:cubicBezTo>
                    <a:pt x="8733" y="1263"/>
                    <a:pt x="6818" y="96"/>
                    <a:pt x="4437" y="2"/>
                  </a:cubicBezTo>
                  <a:cubicBezTo>
                    <a:pt x="4387" y="1"/>
                    <a:pt x="4337" y="1"/>
                    <a:pt x="4287" y="1"/>
                  </a:cubicBezTo>
                  <a:close/>
                </a:path>
              </a:pathLst>
            </a:custGeom>
            <a:solidFill>
              <a:srgbClr val="EAC5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0"/>
            <p:cNvSpPr/>
            <p:nvPr/>
          </p:nvSpPr>
          <p:spPr>
            <a:xfrm>
              <a:off x="1811388" y="1373829"/>
              <a:ext cx="40635" cy="23504"/>
            </a:xfrm>
            <a:custGeom>
              <a:avLst/>
              <a:gdLst/>
              <a:ahLst/>
              <a:cxnLst/>
              <a:rect l="l" t="t" r="r" b="b"/>
              <a:pathLst>
                <a:path w="8734" h="5052" extrusionOk="0">
                  <a:moveTo>
                    <a:pt x="4149" y="0"/>
                  </a:moveTo>
                  <a:cubicBezTo>
                    <a:pt x="1899" y="0"/>
                    <a:pt x="92" y="1044"/>
                    <a:pt x="47" y="2388"/>
                  </a:cubicBezTo>
                  <a:cubicBezTo>
                    <a:pt x="0" y="3789"/>
                    <a:pt x="1915" y="4956"/>
                    <a:pt x="4297" y="5050"/>
                  </a:cubicBezTo>
                  <a:cubicBezTo>
                    <a:pt x="4347" y="5051"/>
                    <a:pt x="4396" y="5051"/>
                    <a:pt x="4446" y="5051"/>
                  </a:cubicBezTo>
                  <a:cubicBezTo>
                    <a:pt x="6760" y="5051"/>
                    <a:pt x="8641" y="3993"/>
                    <a:pt x="8687" y="2621"/>
                  </a:cubicBezTo>
                  <a:cubicBezTo>
                    <a:pt x="8733" y="1267"/>
                    <a:pt x="6819" y="53"/>
                    <a:pt x="4437" y="6"/>
                  </a:cubicBezTo>
                  <a:cubicBezTo>
                    <a:pt x="4340" y="2"/>
                    <a:pt x="4244" y="0"/>
                    <a:pt x="4149" y="0"/>
                  </a:cubicBezTo>
                  <a:close/>
                </a:path>
              </a:pathLst>
            </a:custGeom>
            <a:solidFill>
              <a:srgbClr val="EAC5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0"/>
            <p:cNvSpPr/>
            <p:nvPr/>
          </p:nvSpPr>
          <p:spPr>
            <a:xfrm>
              <a:off x="1883545" y="1377133"/>
              <a:ext cx="28687" cy="16498"/>
            </a:xfrm>
            <a:custGeom>
              <a:avLst/>
              <a:gdLst/>
              <a:ahLst/>
              <a:cxnLst/>
              <a:rect l="l" t="t" r="r" b="b"/>
              <a:pathLst>
                <a:path w="6166" h="3546" extrusionOk="0">
                  <a:moveTo>
                    <a:pt x="4459" y="0"/>
                  </a:moveTo>
                  <a:cubicBezTo>
                    <a:pt x="4068" y="0"/>
                    <a:pt x="3668" y="119"/>
                    <a:pt x="3317" y="370"/>
                  </a:cubicBezTo>
                  <a:cubicBezTo>
                    <a:pt x="2811" y="153"/>
                    <a:pt x="2376" y="66"/>
                    <a:pt x="2005" y="66"/>
                  </a:cubicBezTo>
                  <a:cubicBezTo>
                    <a:pt x="457" y="66"/>
                    <a:pt x="1" y="1584"/>
                    <a:pt x="1" y="1584"/>
                  </a:cubicBezTo>
                  <a:cubicBezTo>
                    <a:pt x="1" y="1584"/>
                    <a:pt x="702" y="3546"/>
                    <a:pt x="3457" y="3546"/>
                  </a:cubicBezTo>
                  <a:cubicBezTo>
                    <a:pt x="5652" y="3546"/>
                    <a:pt x="6166" y="1071"/>
                    <a:pt x="6166" y="1071"/>
                  </a:cubicBezTo>
                  <a:cubicBezTo>
                    <a:pt x="5836" y="382"/>
                    <a:pt x="5160" y="0"/>
                    <a:pt x="4459" y="0"/>
                  </a:cubicBezTo>
                  <a:close/>
                </a:path>
              </a:pathLst>
            </a:custGeom>
            <a:solidFill>
              <a:srgbClr val="BF4C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0"/>
            <p:cNvSpPr/>
            <p:nvPr/>
          </p:nvSpPr>
          <p:spPr>
            <a:xfrm>
              <a:off x="1946361" y="1347934"/>
              <a:ext cx="33033" cy="24695"/>
            </a:xfrm>
            <a:custGeom>
              <a:avLst/>
              <a:gdLst/>
              <a:ahLst/>
              <a:cxnLst/>
              <a:rect l="l" t="t" r="r" b="b"/>
              <a:pathLst>
                <a:path w="7100" h="5308" extrusionOk="0">
                  <a:moveTo>
                    <a:pt x="6639" y="1"/>
                  </a:moveTo>
                  <a:cubicBezTo>
                    <a:pt x="6604" y="1"/>
                    <a:pt x="6570" y="5"/>
                    <a:pt x="6539" y="13"/>
                  </a:cubicBezTo>
                  <a:lnTo>
                    <a:pt x="4858" y="666"/>
                  </a:lnTo>
                  <a:cubicBezTo>
                    <a:pt x="4481" y="415"/>
                    <a:pt x="4029" y="239"/>
                    <a:pt x="3569" y="239"/>
                  </a:cubicBezTo>
                  <a:cubicBezTo>
                    <a:pt x="3516" y="239"/>
                    <a:pt x="3463" y="241"/>
                    <a:pt x="3410" y="246"/>
                  </a:cubicBezTo>
                  <a:cubicBezTo>
                    <a:pt x="1122" y="246"/>
                    <a:pt x="1" y="2955"/>
                    <a:pt x="1589" y="4543"/>
                  </a:cubicBezTo>
                  <a:cubicBezTo>
                    <a:pt x="2118" y="5072"/>
                    <a:pt x="2761" y="5308"/>
                    <a:pt x="3387" y="5308"/>
                  </a:cubicBezTo>
                  <a:cubicBezTo>
                    <a:pt x="4694" y="5308"/>
                    <a:pt x="5932" y="4283"/>
                    <a:pt x="5932" y="2768"/>
                  </a:cubicBezTo>
                  <a:cubicBezTo>
                    <a:pt x="5932" y="2488"/>
                    <a:pt x="5885" y="2254"/>
                    <a:pt x="5792" y="1974"/>
                  </a:cubicBezTo>
                  <a:lnTo>
                    <a:pt x="6959" y="713"/>
                  </a:lnTo>
                  <a:cubicBezTo>
                    <a:pt x="7099" y="573"/>
                    <a:pt x="7099" y="433"/>
                    <a:pt x="7053" y="293"/>
                  </a:cubicBezTo>
                  <a:cubicBezTo>
                    <a:pt x="7014" y="98"/>
                    <a:pt x="6813" y="1"/>
                    <a:pt x="6639" y="1"/>
                  </a:cubicBezTo>
                  <a:close/>
                </a:path>
              </a:pathLst>
            </a:custGeom>
            <a:solidFill>
              <a:srgbClr val="3D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0"/>
            <p:cNvSpPr/>
            <p:nvPr/>
          </p:nvSpPr>
          <p:spPr>
            <a:xfrm>
              <a:off x="1812472" y="1348190"/>
              <a:ext cx="32163" cy="24119"/>
            </a:xfrm>
            <a:custGeom>
              <a:avLst/>
              <a:gdLst/>
              <a:ahLst/>
              <a:cxnLst/>
              <a:rect l="l" t="t" r="r" b="b"/>
              <a:pathLst>
                <a:path w="6913" h="5184" extrusionOk="0">
                  <a:moveTo>
                    <a:pt x="432" y="0"/>
                  </a:moveTo>
                  <a:cubicBezTo>
                    <a:pt x="332" y="0"/>
                    <a:pt x="227" y="40"/>
                    <a:pt x="141" y="98"/>
                  </a:cubicBezTo>
                  <a:cubicBezTo>
                    <a:pt x="1" y="284"/>
                    <a:pt x="1" y="518"/>
                    <a:pt x="141" y="705"/>
                  </a:cubicBezTo>
                  <a:lnTo>
                    <a:pt x="1355" y="2012"/>
                  </a:lnTo>
                  <a:cubicBezTo>
                    <a:pt x="1215" y="2526"/>
                    <a:pt x="1215" y="3040"/>
                    <a:pt x="1402" y="3554"/>
                  </a:cubicBezTo>
                  <a:cubicBezTo>
                    <a:pt x="1810" y="4634"/>
                    <a:pt x="2798" y="5184"/>
                    <a:pt x="3789" y="5184"/>
                  </a:cubicBezTo>
                  <a:cubicBezTo>
                    <a:pt x="4725" y="5184"/>
                    <a:pt x="5665" y="4692"/>
                    <a:pt x="6118" y="3694"/>
                  </a:cubicBezTo>
                  <a:cubicBezTo>
                    <a:pt x="6912" y="1948"/>
                    <a:pt x="5548" y="100"/>
                    <a:pt x="3830" y="100"/>
                  </a:cubicBezTo>
                  <a:cubicBezTo>
                    <a:pt x="3527" y="100"/>
                    <a:pt x="3212" y="158"/>
                    <a:pt x="2896" y="284"/>
                  </a:cubicBezTo>
                  <a:cubicBezTo>
                    <a:pt x="2663" y="378"/>
                    <a:pt x="2429" y="518"/>
                    <a:pt x="2196" y="658"/>
                  </a:cubicBezTo>
                  <a:lnTo>
                    <a:pt x="608" y="51"/>
                  </a:lnTo>
                  <a:cubicBezTo>
                    <a:pt x="554" y="15"/>
                    <a:pt x="494" y="0"/>
                    <a:pt x="432" y="0"/>
                  </a:cubicBezTo>
                  <a:close/>
                </a:path>
              </a:pathLst>
            </a:custGeom>
            <a:solidFill>
              <a:srgbClr val="3D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0"/>
            <p:cNvSpPr/>
            <p:nvPr/>
          </p:nvSpPr>
          <p:spPr>
            <a:xfrm>
              <a:off x="1738788" y="1184714"/>
              <a:ext cx="349417" cy="282951"/>
            </a:xfrm>
            <a:custGeom>
              <a:avLst/>
              <a:gdLst/>
              <a:ahLst/>
              <a:cxnLst/>
              <a:rect l="l" t="t" r="r" b="b"/>
              <a:pathLst>
                <a:path w="75103" h="60817" extrusionOk="0">
                  <a:moveTo>
                    <a:pt x="38113" y="1"/>
                  </a:moveTo>
                  <a:cubicBezTo>
                    <a:pt x="37804" y="1"/>
                    <a:pt x="37491" y="4"/>
                    <a:pt x="37175" y="11"/>
                  </a:cubicBezTo>
                  <a:cubicBezTo>
                    <a:pt x="1" y="805"/>
                    <a:pt x="7566" y="44657"/>
                    <a:pt x="9154" y="49047"/>
                  </a:cubicBezTo>
                  <a:cubicBezTo>
                    <a:pt x="9855" y="50962"/>
                    <a:pt x="10742" y="52924"/>
                    <a:pt x="10369" y="54885"/>
                  </a:cubicBezTo>
                  <a:cubicBezTo>
                    <a:pt x="10075" y="56461"/>
                    <a:pt x="8575" y="57835"/>
                    <a:pt x="7130" y="57835"/>
                  </a:cubicBezTo>
                  <a:cubicBezTo>
                    <a:pt x="6733" y="57835"/>
                    <a:pt x="6341" y="57732"/>
                    <a:pt x="5979" y="57500"/>
                  </a:cubicBezTo>
                  <a:lnTo>
                    <a:pt x="5979" y="57500"/>
                  </a:lnTo>
                  <a:cubicBezTo>
                    <a:pt x="6375" y="59048"/>
                    <a:pt x="8020" y="60022"/>
                    <a:pt x="9623" y="60022"/>
                  </a:cubicBezTo>
                  <a:cubicBezTo>
                    <a:pt x="9906" y="60022"/>
                    <a:pt x="10188" y="59992"/>
                    <a:pt x="10462" y="59929"/>
                  </a:cubicBezTo>
                  <a:cubicBezTo>
                    <a:pt x="12283" y="59462"/>
                    <a:pt x="13684" y="57827"/>
                    <a:pt x="14198" y="56053"/>
                  </a:cubicBezTo>
                  <a:cubicBezTo>
                    <a:pt x="14665" y="54185"/>
                    <a:pt x="14572" y="52270"/>
                    <a:pt x="14011" y="50495"/>
                  </a:cubicBezTo>
                  <a:cubicBezTo>
                    <a:pt x="13638" y="49047"/>
                    <a:pt x="11069" y="41669"/>
                    <a:pt x="11676" y="33963"/>
                  </a:cubicBezTo>
                  <a:cubicBezTo>
                    <a:pt x="20643" y="22147"/>
                    <a:pt x="41985" y="26350"/>
                    <a:pt x="47403" y="15702"/>
                  </a:cubicBezTo>
                  <a:cubicBezTo>
                    <a:pt x="49037" y="22941"/>
                    <a:pt x="52306" y="25463"/>
                    <a:pt x="55389" y="28872"/>
                  </a:cubicBezTo>
                  <a:cubicBezTo>
                    <a:pt x="59498" y="39380"/>
                    <a:pt x="55949" y="49514"/>
                    <a:pt x="55482" y="51289"/>
                  </a:cubicBezTo>
                  <a:cubicBezTo>
                    <a:pt x="54922" y="53064"/>
                    <a:pt x="54875" y="55025"/>
                    <a:pt x="55295" y="56847"/>
                  </a:cubicBezTo>
                  <a:cubicBezTo>
                    <a:pt x="55809" y="58715"/>
                    <a:pt x="57210" y="60162"/>
                    <a:pt x="59078" y="60723"/>
                  </a:cubicBezTo>
                  <a:cubicBezTo>
                    <a:pt x="59352" y="60786"/>
                    <a:pt x="59633" y="60816"/>
                    <a:pt x="59915" y="60816"/>
                  </a:cubicBezTo>
                  <a:cubicBezTo>
                    <a:pt x="61508" y="60816"/>
                    <a:pt x="63125" y="59842"/>
                    <a:pt x="63562" y="58294"/>
                  </a:cubicBezTo>
                  <a:lnTo>
                    <a:pt x="63562" y="58294"/>
                  </a:lnTo>
                  <a:cubicBezTo>
                    <a:pt x="63199" y="58526"/>
                    <a:pt x="62807" y="58629"/>
                    <a:pt x="62411" y="58629"/>
                  </a:cubicBezTo>
                  <a:cubicBezTo>
                    <a:pt x="60966" y="58629"/>
                    <a:pt x="59465" y="57255"/>
                    <a:pt x="59172" y="55679"/>
                  </a:cubicBezTo>
                  <a:cubicBezTo>
                    <a:pt x="58798" y="53718"/>
                    <a:pt x="59639" y="51756"/>
                    <a:pt x="60339" y="49841"/>
                  </a:cubicBezTo>
                  <a:cubicBezTo>
                    <a:pt x="61497" y="46738"/>
                    <a:pt x="75102" y="1"/>
                    <a:pt x="381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0"/>
            <p:cNvSpPr/>
            <p:nvPr/>
          </p:nvSpPr>
          <p:spPr>
            <a:xfrm>
              <a:off x="1923323" y="1633804"/>
              <a:ext cx="48023" cy="23672"/>
            </a:xfrm>
            <a:custGeom>
              <a:avLst/>
              <a:gdLst/>
              <a:ahLst/>
              <a:cxnLst/>
              <a:rect l="l" t="t" r="r" b="b"/>
              <a:pathLst>
                <a:path w="10322" h="5088" extrusionOk="0">
                  <a:moveTo>
                    <a:pt x="5091" y="0"/>
                  </a:moveTo>
                  <a:cubicBezTo>
                    <a:pt x="3994" y="445"/>
                    <a:pt x="3367" y="739"/>
                    <a:pt x="2613" y="739"/>
                  </a:cubicBezTo>
                  <a:cubicBezTo>
                    <a:pt x="2180" y="739"/>
                    <a:pt x="1705" y="642"/>
                    <a:pt x="1074" y="420"/>
                  </a:cubicBezTo>
                  <a:cubicBezTo>
                    <a:pt x="888" y="887"/>
                    <a:pt x="94" y="1635"/>
                    <a:pt x="0" y="2802"/>
                  </a:cubicBezTo>
                  <a:cubicBezTo>
                    <a:pt x="0" y="2802"/>
                    <a:pt x="3296" y="5088"/>
                    <a:pt x="6419" y="5088"/>
                  </a:cubicBezTo>
                  <a:cubicBezTo>
                    <a:pt x="7435" y="5088"/>
                    <a:pt x="8434" y="4846"/>
                    <a:pt x="9294" y="4203"/>
                  </a:cubicBezTo>
                  <a:cubicBezTo>
                    <a:pt x="10321" y="2242"/>
                    <a:pt x="6072" y="420"/>
                    <a:pt x="50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0"/>
            <p:cNvSpPr/>
            <p:nvPr/>
          </p:nvSpPr>
          <p:spPr>
            <a:xfrm>
              <a:off x="1851813" y="1634018"/>
              <a:ext cx="47804" cy="23458"/>
            </a:xfrm>
            <a:custGeom>
              <a:avLst/>
              <a:gdLst/>
              <a:ahLst/>
              <a:cxnLst/>
              <a:rect l="l" t="t" r="r" b="b"/>
              <a:pathLst>
                <a:path w="10275" h="5042" extrusionOk="0">
                  <a:moveTo>
                    <a:pt x="5044" y="1"/>
                  </a:moveTo>
                  <a:cubicBezTo>
                    <a:pt x="3877" y="515"/>
                    <a:pt x="1" y="2243"/>
                    <a:pt x="981" y="4157"/>
                  </a:cubicBezTo>
                  <a:cubicBezTo>
                    <a:pt x="1842" y="4800"/>
                    <a:pt x="2840" y="5042"/>
                    <a:pt x="3857" y="5042"/>
                  </a:cubicBezTo>
                  <a:cubicBezTo>
                    <a:pt x="6979" y="5042"/>
                    <a:pt x="10275" y="2756"/>
                    <a:pt x="10275" y="2756"/>
                  </a:cubicBezTo>
                  <a:cubicBezTo>
                    <a:pt x="10181" y="1495"/>
                    <a:pt x="9341" y="701"/>
                    <a:pt x="9107" y="281"/>
                  </a:cubicBezTo>
                  <a:cubicBezTo>
                    <a:pt x="8348" y="705"/>
                    <a:pt x="7653" y="948"/>
                    <a:pt x="7007" y="948"/>
                  </a:cubicBezTo>
                  <a:cubicBezTo>
                    <a:pt x="6301" y="948"/>
                    <a:pt x="5654" y="659"/>
                    <a:pt x="50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2" name="Google Shape;982;p30"/>
          <p:cNvGrpSpPr/>
          <p:nvPr/>
        </p:nvGrpSpPr>
        <p:grpSpPr>
          <a:xfrm>
            <a:off x="7279807" y="2068741"/>
            <a:ext cx="603965" cy="678077"/>
            <a:chOff x="7070101" y="1410651"/>
            <a:chExt cx="603965" cy="678077"/>
          </a:xfrm>
        </p:grpSpPr>
        <p:sp>
          <p:nvSpPr>
            <p:cNvPr id="983" name="Google Shape;983;p30"/>
            <p:cNvSpPr/>
            <p:nvPr/>
          </p:nvSpPr>
          <p:spPr>
            <a:xfrm>
              <a:off x="7247502" y="1410651"/>
              <a:ext cx="426564" cy="368940"/>
            </a:xfrm>
            <a:custGeom>
              <a:avLst/>
              <a:gdLst/>
              <a:ahLst/>
              <a:cxnLst/>
              <a:rect l="l" t="t" r="r" b="b"/>
              <a:pathLst>
                <a:path w="66912" h="57873" extrusionOk="0">
                  <a:moveTo>
                    <a:pt x="30750" y="1"/>
                  </a:moveTo>
                  <a:cubicBezTo>
                    <a:pt x="27915" y="1"/>
                    <a:pt x="24819" y="493"/>
                    <a:pt x="21624" y="1819"/>
                  </a:cubicBezTo>
                  <a:cubicBezTo>
                    <a:pt x="748" y="10412"/>
                    <a:pt x="1" y="29934"/>
                    <a:pt x="5465" y="45018"/>
                  </a:cubicBezTo>
                  <a:cubicBezTo>
                    <a:pt x="7746" y="51267"/>
                    <a:pt x="20540" y="57873"/>
                    <a:pt x="32143" y="57873"/>
                  </a:cubicBezTo>
                  <a:cubicBezTo>
                    <a:pt x="32420" y="57873"/>
                    <a:pt x="32697" y="57869"/>
                    <a:pt x="32972" y="57861"/>
                  </a:cubicBezTo>
                  <a:cubicBezTo>
                    <a:pt x="45208" y="57488"/>
                    <a:pt x="59405" y="50202"/>
                    <a:pt x="62441" y="41049"/>
                  </a:cubicBezTo>
                  <a:cubicBezTo>
                    <a:pt x="66912" y="27245"/>
                    <a:pt x="61619" y="3638"/>
                    <a:pt x="48101" y="3638"/>
                  </a:cubicBezTo>
                  <a:cubicBezTo>
                    <a:pt x="47075" y="3638"/>
                    <a:pt x="46001" y="3774"/>
                    <a:pt x="44881" y="4061"/>
                  </a:cubicBezTo>
                  <a:cubicBezTo>
                    <a:pt x="44881" y="4061"/>
                    <a:pt x="38894" y="1"/>
                    <a:pt x="307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0"/>
            <p:cNvSpPr/>
            <p:nvPr/>
          </p:nvSpPr>
          <p:spPr>
            <a:xfrm>
              <a:off x="7470149" y="1908010"/>
              <a:ext cx="58956" cy="156608"/>
            </a:xfrm>
            <a:custGeom>
              <a:avLst/>
              <a:gdLst/>
              <a:ahLst/>
              <a:cxnLst/>
              <a:rect l="l" t="t" r="r" b="b"/>
              <a:pathLst>
                <a:path w="9248" h="24566" extrusionOk="0">
                  <a:moveTo>
                    <a:pt x="9247" y="0"/>
                  </a:moveTo>
                  <a:lnTo>
                    <a:pt x="1" y="1168"/>
                  </a:lnTo>
                  <a:cubicBezTo>
                    <a:pt x="1" y="1168"/>
                    <a:pt x="841" y="17747"/>
                    <a:pt x="2522" y="24379"/>
                  </a:cubicBezTo>
                  <a:cubicBezTo>
                    <a:pt x="2746" y="24328"/>
                    <a:pt x="2971" y="24308"/>
                    <a:pt x="3199" y="24308"/>
                  </a:cubicBezTo>
                  <a:cubicBezTo>
                    <a:pt x="4017" y="24308"/>
                    <a:pt x="4858" y="24565"/>
                    <a:pt x="5698" y="24565"/>
                  </a:cubicBezTo>
                  <a:cubicBezTo>
                    <a:pt x="7613" y="17794"/>
                    <a:pt x="9247" y="1"/>
                    <a:pt x="92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0"/>
            <p:cNvSpPr/>
            <p:nvPr/>
          </p:nvSpPr>
          <p:spPr>
            <a:xfrm>
              <a:off x="7388893" y="1911579"/>
              <a:ext cx="58950" cy="155716"/>
            </a:xfrm>
            <a:custGeom>
              <a:avLst/>
              <a:gdLst/>
              <a:ahLst/>
              <a:cxnLst/>
              <a:rect l="l" t="t" r="r" b="b"/>
              <a:pathLst>
                <a:path w="9247" h="24426" extrusionOk="0">
                  <a:moveTo>
                    <a:pt x="0" y="1"/>
                  </a:moveTo>
                  <a:cubicBezTo>
                    <a:pt x="0" y="1"/>
                    <a:pt x="2102" y="18355"/>
                    <a:pt x="4063" y="24286"/>
                  </a:cubicBezTo>
                  <a:cubicBezTo>
                    <a:pt x="5091" y="24286"/>
                    <a:pt x="6118" y="24332"/>
                    <a:pt x="7145" y="24426"/>
                  </a:cubicBezTo>
                  <a:cubicBezTo>
                    <a:pt x="8126" y="18822"/>
                    <a:pt x="9247" y="561"/>
                    <a:pt x="9247" y="56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0"/>
            <p:cNvSpPr/>
            <p:nvPr/>
          </p:nvSpPr>
          <p:spPr>
            <a:xfrm>
              <a:off x="7498129" y="1789037"/>
              <a:ext cx="110460" cy="148767"/>
            </a:xfrm>
            <a:custGeom>
              <a:avLst/>
              <a:gdLst/>
              <a:ahLst/>
              <a:cxnLst/>
              <a:rect l="l" t="t" r="r" b="b"/>
              <a:pathLst>
                <a:path w="17327" h="23336" extrusionOk="0">
                  <a:moveTo>
                    <a:pt x="3028" y="0"/>
                  </a:moveTo>
                  <a:cubicBezTo>
                    <a:pt x="2823" y="0"/>
                    <a:pt x="2623" y="41"/>
                    <a:pt x="2429" y="127"/>
                  </a:cubicBezTo>
                  <a:cubicBezTo>
                    <a:pt x="1" y="1201"/>
                    <a:pt x="2756" y="6385"/>
                    <a:pt x="5978" y="11429"/>
                  </a:cubicBezTo>
                  <a:cubicBezTo>
                    <a:pt x="7706" y="14184"/>
                    <a:pt x="9481" y="16986"/>
                    <a:pt x="10975" y="18434"/>
                  </a:cubicBezTo>
                  <a:cubicBezTo>
                    <a:pt x="10648" y="19788"/>
                    <a:pt x="11582" y="21469"/>
                    <a:pt x="11909" y="22030"/>
                  </a:cubicBezTo>
                  <a:cubicBezTo>
                    <a:pt x="12277" y="22581"/>
                    <a:pt x="13686" y="23335"/>
                    <a:pt x="14611" y="23335"/>
                  </a:cubicBezTo>
                  <a:cubicBezTo>
                    <a:pt x="14861" y="23335"/>
                    <a:pt x="15076" y="23280"/>
                    <a:pt x="15225" y="23151"/>
                  </a:cubicBezTo>
                  <a:cubicBezTo>
                    <a:pt x="15739" y="22684"/>
                    <a:pt x="14758" y="20629"/>
                    <a:pt x="14758" y="20629"/>
                  </a:cubicBezTo>
                  <a:lnTo>
                    <a:pt x="14758" y="20629"/>
                  </a:lnTo>
                  <a:cubicBezTo>
                    <a:pt x="14758" y="20629"/>
                    <a:pt x="15843" y="22188"/>
                    <a:pt x="16510" y="22188"/>
                  </a:cubicBezTo>
                  <a:cubicBezTo>
                    <a:pt x="16627" y="22188"/>
                    <a:pt x="16730" y="22141"/>
                    <a:pt x="16813" y="22030"/>
                  </a:cubicBezTo>
                  <a:cubicBezTo>
                    <a:pt x="17327" y="21236"/>
                    <a:pt x="15225" y="18621"/>
                    <a:pt x="15225" y="18621"/>
                  </a:cubicBezTo>
                  <a:lnTo>
                    <a:pt x="15225" y="18621"/>
                  </a:lnTo>
                  <a:cubicBezTo>
                    <a:pt x="15225" y="18621"/>
                    <a:pt x="15943" y="18883"/>
                    <a:pt x="16489" y="18883"/>
                  </a:cubicBezTo>
                  <a:cubicBezTo>
                    <a:pt x="16835" y="18883"/>
                    <a:pt x="17111" y="18778"/>
                    <a:pt x="17093" y="18434"/>
                  </a:cubicBezTo>
                  <a:cubicBezTo>
                    <a:pt x="17093" y="17873"/>
                    <a:pt x="15365" y="16939"/>
                    <a:pt x="13777" y="16799"/>
                  </a:cubicBezTo>
                  <a:cubicBezTo>
                    <a:pt x="13404" y="15118"/>
                    <a:pt x="12236" y="12783"/>
                    <a:pt x="10929" y="10168"/>
                  </a:cubicBezTo>
                  <a:cubicBezTo>
                    <a:pt x="8522" y="5440"/>
                    <a:pt x="5403" y="0"/>
                    <a:pt x="3028" y="0"/>
                  </a:cubicBezTo>
                  <a:close/>
                </a:path>
              </a:pathLst>
            </a:custGeom>
            <a:solidFill>
              <a:srgbClr val="FFDF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0"/>
            <p:cNvSpPr/>
            <p:nvPr/>
          </p:nvSpPr>
          <p:spPr>
            <a:xfrm>
              <a:off x="7497536" y="1789037"/>
              <a:ext cx="86343" cy="116031"/>
            </a:xfrm>
            <a:custGeom>
              <a:avLst/>
              <a:gdLst/>
              <a:ahLst/>
              <a:cxnLst/>
              <a:rect l="l" t="t" r="r" b="b"/>
              <a:pathLst>
                <a:path w="13544" h="18201" extrusionOk="0">
                  <a:moveTo>
                    <a:pt x="3121" y="0"/>
                  </a:moveTo>
                  <a:cubicBezTo>
                    <a:pt x="2916" y="0"/>
                    <a:pt x="2716" y="41"/>
                    <a:pt x="2522" y="127"/>
                  </a:cubicBezTo>
                  <a:cubicBezTo>
                    <a:pt x="0" y="1248"/>
                    <a:pt x="2242" y="6338"/>
                    <a:pt x="5464" y="11382"/>
                  </a:cubicBezTo>
                  <a:cubicBezTo>
                    <a:pt x="6959" y="13717"/>
                    <a:pt x="8406" y="16659"/>
                    <a:pt x="9714" y="18200"/>
                  </a:cubicBezTo>
                  <a:cubicBezTo>
                    <a:pt x="10835" y="17500"/>
                    <a:pt x="12469" y="16332"/>
                    <a:pt x="13544" y="15772"/>
                  </a:cubicBezTo>
                  <a:cubicBezTo>
                    <a:pt x="12843" y="13857"/>
                    <a:pt x="11956" y="11989"/>
                    <a:pt x="11022" y="10168"/>
                  </a:cubicBezTo>
                  <a:cubicBezTo>
                    <a:pt x="8615" y="5440"/>
                    <a:pt x="5496" y="0"/>
                    <a:pt x="31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0"/>
            <p:cNvSpPr/>
            <p:nvPr/>
          </p:nvSpPr>
          <p:spPr>
            <a:xfrm>
              <a:off x="7253455" y="1732389"/>
              <a:ext cx="162862" cy="88313"/>
            </a:xfrm>
            <a:custGeom>
              <a:avLst/>
              <a:gdLst/>
              <a:ahLst/>
              <a:cxnLst/>
              <a:rect l="l" t="t" r="r" b="b"/>
              <a:pathLst>
                <a:path w="25547" h="13853" extrusionOk="0">
                  <a:moveTo>
                    <a:pt x="5068" y="0"/>
                  </a:moveTo>
                  <a:cubicBezTo>
                    <a:pt x="5060" y="0"/>
                    <a:pt x="5052" y="1"/>
                    <a:pt x="5045" y="1"/>
                  </a:cubicBezTo>
                  <a:cubicBezTo>
                    <a:pt x="4111" y="95"/>
                    <a:pt x="5045" y="1869"/>
                    <a:pt x="5045" y="1869"/>
                  </a:cubicBezTo>
                  <a:cubicBezTo>
                    <a:pt x="5045" y="1869"/>
                    <a:pt x="2952" y="531"/>
                    <a:pt x="1913" y="531"/>
                  </a:cubicBezTo>
                  <a:cubicBezTo>
                    <a:pt x="1739" y="531"/>
                    <a:pt x="1595" y="569"/>
                    <a:pt x="1495" y="655"/>
                  </a:cubicBezTo>
                  <a:cubicBezTo>
                    <a:pt x="795" y="1262"/>
                    <a:pt x="3083" y="2523"/>
                    <a:pt x="3083" y="2523"/>
                  </a:cubicBezTo>
                  <a:cubicBezTo>
                    <a:pt x="3083" y="2523"/>
                    <a:pt x="1972" y="2128"/>
                    <a:pt x="1204" y="2128"/>
                  </a:cubicBezTo>
                  <a:cubicBezTo>
                    <a:pt x="916" y="2128"/>
                    <a:pt x="676" y="2184"/>
                    <a:pt x="561" y="2336"/>
                  </a:cubicBezTo>
                  <a:cubicBezTo>
                    <a:pt x="1" y="3084"/>
                    <a:pt x="1262" y="5139"/>
                    <a:pt x="2009" y="5512"/>
                  </a:cubicBezTo>
                  <a:cubicBezTo>
                    <a:pt x="2441" y="5728"/>
                    <a:pt x="3597" y="6223"/>
                    <a:pt x="4724" y="6223"/>
                  </a:cubicBezTo>
                  <a:cubicBezTo>
                    <a:pt x="5058" y="6223"/>
                    <a:pt x="5389" y="6179"/>
                    <a:pt x="5698" y="6073"/>
                  </a:cubicBezTo>
                  <a:cubicBezTo>
                    <a:pt x="7240" y="7427"/>
                    <a:pt x="10229" y="8921"/>
                    <a:pt x="13124" y="10369"/>
                  </a:cubicBezTo>
                  <a:cubicBezTo>
                    <a:pt x="16841" y="12211"/>
                    <a:pt x="20602" y="13852"/>
                    <a:pt x="22830" y="13852"/>
                  </a:cubicBezTo>
                  <a:cubicBezTo>
                    <a:pt x="23821" y="13852"/>
                    <a:pt x="24508" y="13528"/>
                    <a:pt x="24753" y="12751"/>
                  </a:cubicBezTo>
                  <a:cubicBezTo>
                    <a:pt x="25547" y="10182"/>
                    <a:pt x="19289" y="7380"/>
                    <a:pt x="13871" y="5325"/>
                  </a:cubicBezTo>
                  <a:cubicBezTo>
                    <a:pt x="11116" y="4251"/>
                    <a:pt x="8687" y="3364"/>
                    <a:pt x="7006" y="3177"/>
                  </a:cubicBezTo>
                  <a:cubicBezTo>
                    <a:pt x="6684" y="1611"/>
                    <a:pt x="5635" y="0"/>
                    <a:pt x="5068" y="0"/>
                  </a:cubicBezTo>
                  <a:close/>
                </a:path>
              </a:pathLst>
            </a:custGeom>
            <a:solidFill>
              <a:srgbClr val="FFDF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0"/>
            <p:cNvSpPr/>
            <p:nvPr/>
          </p:nvSpPr>
          <p:spPr>
            <a:xfrm>
              <a:off x="7288580" y="1753230"/>
              <a:ext cx="128029" cy="68480"/>
            </a:xfrm>
            <a:custGeom>
              <a:avLst/>
              <a:gdLst/>
              <a:ahLst/>
              <a:cxnLst/>
              <a:rect l="l" t="t" r="r" b="b"/>
              <a:pathLst>
                <a:path w="20083" h="10742" extrusionOk="0">
                  <a:moveTo>
                    <a:pt x="2242" y="1"/>
                  </a:moveTo>
                  <a:cubicBezTo>
                    <a:pt x="1542" y="1308"/>
                    <a:pt x="841" y="2522"/>
                    <a:pt x="1" y="3737"/>
                  </a:cubicBezTo>
                  <a:cubicBezTo>
                    <a:pt x="1589" y="4998"/>
                    <a:pt x="4951" y="6305"/>
                    <a:pt x="7706" y="7660"/>
                  </a:cubicBezTo>
                  <a:cubicBezTo>
                    <a:pt x="11190" y="9417"/>
                    <a:pt x="14655" y="10741"/>
                    <a:pt x="16888" y="10741"/>
                  </a:cubicBezTo>
                  <a:cubicBezTo>
                    <a:pt x="18098" y="10741"/>
                    <a:pt x="18946" y="10353"/>
                    <a:pt x="19242" y="9434"/>
                  </a:cubicBezTo>
                  <a:cubicBezTo>
                    <a:pt x="20082" y="6866"/>
                    <a:pt x="13731" y="4110"/>
                    <a:pt x="8360" y="2009"/>
                  </a:cubicBezTo>
                  <a:cubicBezTo>
                    <a:pt x="6352" y="1215"/>
                    <a:pt x="4297" y="514"/>
                    <a:pt x="22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0"/>
            <p:cNvSpPr/>
            <p:nvPr/>
          </p:nvSpPr>
          <p:spPr>
            <a:xfrm>
              <a:off x="7375196" y="1732510"/>
              <a:ext cx="171494" cy="204210"/>
            </a:xfrm>
            <a:custGeom>
              <a:avLst/>
              <a:gdLst/>
              <a:ahLst/>
              <a:cxnLst/>
              <a:rect l="l" t="t" r="r" b="b"/>
              <a:pathLst>
                <a:path w="26901" h="32033" extrusionOk="0">
                  <a:moveTo>
                    <a:pt x="12142" y="0"/>
                  </a:moveTo>
                  <a:cubicBezTo>
                    <a:pt x="8374" y="0"/>
                    <a:pt x="6819" y="5026"/>
                    <a:pt x="6819" y="5026"/>
                  </a:cubicBezTo>
                  <a:cubicBezTo>
                    <a:pt x="6819" y="5026"/>
                    <a:pt x="1" y="16281"/>
                    <a:pt x="2709" y="31459"/>
                  </a:cubicBezTo>
                  <a:cubicBezTo>
                    <a:pt x="2709" y="31459"/>
                    <a:pt x="7838" y="32033"/>
                    <a:pt x="11643" y="32033"/>
                  </a:cubicBezTo>
                  <a:cubicBezTo>
                    <a:pt x="12314" y="32033"/>
                    <a:pt x="12944" y="32015"/>
                    <a:pt x="13498" y="31973"/>
                  </a:cubicBezTo>
                  <a:cubicBezTo>
                    <a:pt x="17187" y="31739"/>
                    <a:pt x="23398" y="29825"/>
                    <a:pt x="23398" y="29825"/>
                  </a:cubicBezTo>
                  <a:cubicBezTo>
                    <a:pt x="23398" y="29825"/>
                    <a:pt x="26901" y="12919"/>
                    <a:pt x="18448" y="3765"/>
                  </a:cubicBezTo>
                  <a:cubicBezTo>
                    <a:pt x="15881" y="971"/>
                    <a:pt x="13798" y="0"/>
                    <a:pt x="12142" y="0"/>
                  </a:cubicBez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0"/>
            <p:cNvSpPr/>
            <p:nvPr/>
          </p:nvSpPr>
          <p:spPr>
            <a:xfrm>
              <a:off x="7367159" y="1780184"/>
              <a:ext cx="178047" cy="244054"/>
            </a:xfrm>
            <a:custGeom>
              <a:avLst/>
              <a:gdLst/>
              <a:ahLst/>
              <a:cxnLst/>
              <a:rect l="l" t="t" r="r" b="b"/>
              <a:pathLst>
                <a:path w="27929" h="38283" extrusionOk="0">
                  <a:moveTo>
                    <a:pt x="6970" y="1"/>
                  </a:moveTo>
                  <a:cubicBezTo>
                    <a:pt x="6849" y="1"/>
                    <a:pt x="6722" y="37"/>
                    <a:pt x="6586" y="115"/>
                  </a:cubicBezTo>
                  <a:cubicBezTo>
                    <a:pt x="1" y="12117"/>
                    <a:pt x="2056" y="27762"/>
                    <a:pt x="3177" y="37569"/>
                  </a:cubicBezTo>
                  <a:cubicBezTo>
                    <a:pt x="6949" y="37953"/>
                    <a:pt x="10502" y="38283"/>
                    <a:pt x="14033" y="38283"/>
                  </a:cubicBezTo>
                  <a:cubicBezTo>
                    <a:pt x="17802" y="38283"/>
                    <a:pt x="21545" y="37907"/>
                    <a:pt x="25500" y="36822"/>
                  </a:cubicBezTo>
                  <a:cubicBezTo>
                    <a:pt x="25733" y="33039"/>
                    <a:pt x="27928" y="10062"/>
                    <a:pt x="22931" y="1049"/>
                  </a:cubicBezTo>
                  <a:cubicBezTo>
                    <a:pt x="22846" y="1011"/>
                    <a:pt x="22764" y="993"/>
                    <a:pt x="22683" y="993"/>
                  </a:cubicBezTo>
                  <a:cubicBezTo>
                    <a:pt x="21267" y="993"/>
                    <a:pt x="20459" y="6513"/>
                    <a:pt x="14759" y="6513"/>
                  </a:cubicBezTo>
                  <a:cubicBezTo>
                    <a:pt x="9108" y="6513"/>
                    <a:pt x="8595" y="1"/>
                    <a:pt x="69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0"/>
            <p:cNvSpPr/>
            <p:nvPr/>
          </p:nvSpPr>
          <p:spPr>
            <a:xfrm>
              <a:off x="7282926" y="1450587"/>
              <a:ext cx="356382" cy="344180"/>
            </a:xfrm>
            <a:custGeom>
              <a:avLst/>
              <a:gdLst/>
              <a:ahLst/>
              <a:cxnLst/>
              <a:rect l="l" t="t" r="r" b="b"/>
              <a:pathLst>
                <a:path w="55903" h="53989" extrusionOk="0">
                  <a:moveTo>
                    <a:pt x="28991" y="0"/>
                  </a:moveTo>
                  <a:cubicBezTo>
                    <a:pt x="20806" y="0"/>
                    <a:pt x="12557" y="2981"/>
                    <a:pt x="8080" y="8209"/>
                  </a:cubicBezTo>
                  <a:cubicBezTo>
                    <a:pt x="0" y="17597"/>
                    <a:pt x="514" y="41835"/>
                    <a:pt x="7426" y="48746"/>
                  </a:cubicBezTo>
                  <a:cubicBezTo>
                    <a:pt x="11156" y="52477"/>
                    <a:pt x="19205" y="53989"/>
                    <a:pt x="27374" y="53989"/>
                  </a:cubicBezTo>
                  <a:cubicBezTo>
                    <a:pt x="37103" y="53989"/>
                    <a:pt x="47001" y="51844"/>
                    <a:pt x="49971" y="48746"/>
                  </a:cubicBezTo>
                  <a:cubicBezTo>
                    <a:pt x="55388" y="43049"/>
                    <a:pt x="55902" y="13627"/>
                    <a:pt x="45534" y="5221"/>
                  </a:cubicBezTo>
                  <a:cubicBezTo>
                    <a:pt x="41099" y="1641"/>
                    <a:pt x="35063" y="0"/>
                    <a:pt x="28991" y="0"/>
                  </a:cubicBezTo>
                  <a:close/>
                </a:path>
              </a:pathLst>
            </a:custGeom>
            <a:solidFill>
              <a:srgbClr val="FFE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0"/>
            <p:cNvSpPr/>
            <p:nvPr/>
          </p:nvSpPr>
          <p:spPr>
            <a:xfrm>
              <a:off x="7526109" y="1717800"/>
              <a:ext cx="55679" cy="32181"/>
            </a:xfrm>
            <a:custGeom>
              <a:avLst/>
              <a:gdLst/>
              <a:ahLst/>
              <a:cxnLst/>
              <a:rect l="l" t="t" r="r" b="b"/>
              <a:pathLst>
                <a:path w="8734" h="5048" extrusionOk="0">
                  <a:moveTo>
                    <a:pt x="4288" y="1"/>
                  </a:moveTo>
                  <a:cubicBezTo>
                    <a:pt x="1974" y="1"/>
                    <a:pt x="93" y="1059"/>
                    <a:pt x="47" y="2431"/>
                  </a:cubicBezTo>
                  <a:cubicBezTo>
                    <a:pt x="0" y="3785"/>
                    <a:pt x="1915" y="4999"/>
                    <a:pt x="4297" y="5046"/>
                  </a:cubicBezTo>
                  <a:cubicBezTo>
                    <a:pt x="4347" y="5047"/>
                    <a:pt x="4397" y="5047"/>
                    <a:pt x="4446" y="5047"/>
                  </a:cubicBezTo>
                  <a:cubicBezTo>
                    <a:pt x="6760" y="5047"/>
                    <a:pt x="8641" y="3989"/>
                    <a:pt x="8687" y="2617"/>
                  </a:cubicBezTo>
                  <a:cubicBezTo>
                    <a:pt x="8734" y="1263"/>
                    <a:pt x="6819" y="49"/>
                    <a:pt x="4437" y="2"/>
                  </a:cubicBezTo>
                  <a:cubicBezTo>
                    <a:pt x="4387" y="1"/>
                    <a:pt x="4337" y="1"/>
                    <a:pt x="4288" y="1"/>
                  </a:cubicBezTo>
                  <a:close/>
                </a:path>
              </a:pathLst>
            </a:custGeom>
            <a:solidFill>
              <a:srgbClr val="F7CE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0"/>
            <p:cNvSpPr/>
            <p:nvPr/>
          </p:nvSpPr>
          <p:spPr>
            <a:xfrm>
              <a:off x="7349600" y="1718967"/>
              <a:ext cx="55679" cy="32206"/>
            </a:xfrm>
            <a:custGeom>
              <a:avLst/>
              <a:gdLst/>
              <a:ahLst/>
              <a:cxnLst/>
              <a:rect l="l" t="t" r="r" b="b"/>
              <a:pathLst>
                <a:path w="8734" h="5052" extrusionOk="0">
                  <a:moveTo>
                    <a:pt x="4149" y="0"/>
                  </a:moveTo>
                  <a:cubicBezTo>
                    <a:pt x="1899" y="0"/>
                    <a:pt x="92" y="1043"/>
                    <a:pt x="47" y="2388"/>
                  </a:cubicBezTo>
                  <a:cubicBezTo>
                    <a:pt x="0" y="3789"/>
                    <a:pt x="1915" y="4956"/>
                    <a:pt x="4297" y="5050"/>
                  </a:cubicBezTo>
                  <a:cubicBezTo>
                    <a:pt x="4347" y="5051"/>
                    <a:pt x="4397" y="5051"/>
                    <a:pt x="4446" y="5051"/>
                  </a:cubicBezTo>
                  <a:cubicBezTo>
                    <a:pt x="6760" y="5051"/>
                    <a:pt x="8641" y="3993"/>
                    <a:pt x="8687" y="2621"/>
                  </a:cubicBezTo>
                  <a:cubicBezTo>
                    <a:pt x="8734" y="1267"/>
                    <a:pt x="6819" y="53"/>
                    <a:pt x="4437" y="6"/>
                  </a:cubicBezTo>
                  <a:cubicBezTo>
                    <a:pt x="4340" y="2"/>
                    <a:pt x="4244" y="0"/>
                    <a:pt x="4149" y="0"/>
                  </a:cubicBezTo>
                  <a:close/>
                </a:path>
              </a:pathLst>
            </a:custGeom>
            <a:solidFill>
              <a:srgbClr val="F7CE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0"/>
            <p:cNvSpPr/>
            <p:nvPr/>
          </p:nvSpPr>
          <p:spPr>
            <a:xfrm>
              <a:off x="7448422" y="1730312"/>
              <a:ext cx="39009" cy="17276"/>
            </a:xfrm>
            <a:custGeom>
              <a:avLst/>
              <a:gdLst/>
              <a:ahLst/>
              <a:cxnLst/>
              <a:rect l="l" t="t" r="r" b="b"/>
              <a:pathLst>
                <a:path w="6119" h="2710" fill="none" extrusionOk="0">
                  <a:moveTo>
                    <a:pt x="0" y="468"/>
                  </a:moveTo>
                  <a:cubicBezTo>
                    <a:pt x="514" y="1869"/>
                    <a:pt x="1962" y="2709"/>
                    <a:pt x="3410" y="2429"/>
                  </a:cubicBezTo>
                  <a:cubicBezTo>
                    <a:pt x="4811" y="2382"/>
                    <a:pt x="5931" y="1355"/>
                    <a:pt x="6118" y="1"/>
                  </a:cubicBezTo>
                </a:path>
              </a:pathLst>
            </a:custGeom>
            <a:noFill/>
            <a:ln w="15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0"/>
            <p:cNvSpPr/>
            <p:nvPr/>
          </p:nvSpPr>
          <p:spPr>
            <a:xfrm>
              <a:off x="7537422" y="1684773"/>
              <a:ext cx="31263" cy="30970"/>
            </a:xfrm>
            <a:custGeom>
              <a:avLst/>
              <a:gdLst/>
              <a:ahLst/>
              <a:cxnLst/>
              <a:rect l="l" t="t" r="r" b="b"/>
              <a:pathLst>
                <a:path w="4904" h="4858" extrusionOk="0">
                  <a:moveTo>
                    <a:pt x="2475" y="0"/>
                  </a:moveTo>
                  <a:cubicBezTo>
                    <a:pt x="1121" y="0"/>
                    <a:pt x="0" y="1074"/>
                    <a:pt x="0" y="2429"/>
                  </a:cubicBezTo>
                  <a:cubicBezTo>
                    <a:pt x="0" y="3783"/>
                    <a:pt x="1121" y="4857"/>
                    <a:pt x="2475" y="4857"/>
                  </a:cubicBezTo>
                  <a:cubicBezTo>
                    <a:pt x="3830" y="4857"/>
                    <a:pt x="4904" y="3783"/>
                    <a:pt x="4904" y="2429"/>
                  </a:cubicBezTo>
                  <a:cubicBezTo>
                    <a:pt x="4904" y="1074"/>
                    <a:pt x="3830" y="0"/>
                    <a:pt x="24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0"/>
            <p:cNvSpPr/>
            <p:nvPr/>
          </p:nvSpPr>
          <p:spPr>
            <a:xfrm>
              <a:off x="7360314" y="1684773"/>
              <a:ext cx="30970" cy="30970"/>
            </a:xfrm>
            <a:custGeom>
              <a:avLst/>
              <a:gdLst/>
              <a:ahLst/>
              <a:cxnLst/>
              <a:rect l="l" t="t" r="r" b="b"/>
              <a:pathLst>
                <a:path w="4858" h="4858" extrusionOk="0">
                  <a:moveTo>
                    <a:pt x="2429" y="0"/>
                  </a:moveTo>
                  <a:cubicBezTo>
                    <a:pt x="1075" y="0"/>
                    <a:pt x="1" y="1074"/>
                    <a:pt x="1" y="2429"/>
                  </a:cubicBezTo>
                  <a:cubicBezTo>
                    <a:pt x="1" y="3783"/>
                    <a:pt x="1075" y="4857"/>
                    <a:pt x="2429" y="4857"/>
                  </a:cubicBezTo>
                  <a:cubicBezTo>
                    <a:pt x="3784" y="4857"/>
                    <a:pt x="4858" y="3783"/>
                    <a:pt x="4858" y="2429"/>
                  </a:cubicBezTo>
                  <a:cubicBezTo>
                    <a:pt x="4858" y="1074"/>
                    <a:pt x="3784" y="0"/>
                    <a:pt x="2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0"/>
            <p:cNvSpPr/>
            <p:nvPr/>
          </p:nvSpPr>
          <p:spPr>
            <a:xfrm>
              <a:off x="7281435" y="1441294"/>
              <a:ext cx="358167" cy="218924"/>
            </a:xfrm>
            <a:custGeom>
              <a:avLst/>
              <a:gdLst/>
              <a:ahLst/>
              <a:cxnLst/>
              <a:rect l="l" t="t" r="r" b="b"/>
              <a:pathLst>
                <a:path w="56183" h="34341" extrusionOk="0">
                  <a:moveTo>
                    <a:pt x="27601" y="0"/>
                  </a:moveTo>
                  <a:cubicBezTo>
                    <a:pt x="655" y="0"/>
                    <a:pt x="1" y="25032"/>
                    <a:pt x="1075" y="34046"/>
                  </a:cubicBezTo>
                  <a:cubicBezTo>
                    <a:pt x="1157" y="34141"/>
                    <a:pt x="3152" y="34340"/>
                    <a:pt x="6381" y="34340"/>
                  </a:cubicBezTo>
                  <a:cubicBezTo>
                    <a:pt x="14203" y="34340"/>
                    <a:pt x="29264" y="33171"/>
                    <a:pt x="41892" y="26527"/>
                  </a:cubicBezTo>
                  <a:cubicBezTo>
                    <a:pt x="44628" y="30711"/>
                    <a:pt x="49200" y="33370"/>
                    <a:pt x="53280" y="33370"/>
                  </a:cubicBezTo>
                  <a:cubicBezTo>
                    <a:pt x="53937" y="33370"/>
                    <a:pt x="54581" y="33301"/>
                    <a:pt x="55202" y="33158"/>
                  </a:cubicBezTo>
                  <a:cubicBezTo>
                    <a:pt x="56183" y="22651"/>
                    <a:pt x="54548" y="0"/>
                    <a:pt x="27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9" name="Google Shape;999;p30"/>
            <p:cNvSpPr/>
            <p:nvPr/>
          </p:nvSpPr>
          <p:spPr>
            <a:xfrm>
              <a:off x="7476701" y="2040163"/>
              <a:ext cx="66396" cy="48565"/>
            </a:xfrm>
            <a:custGeom>
              <a:avLst/>
              <a:gdLst/>
              <a:ahLst/>
              <a:cxnLst/>
              <a:rect l="l" t="t" r="r" b="b"/>
              <a:pathLst>
                <a:path w="10415" h="7618" extrusionOk="0">
                  <a:moveTo>
                    <a:pt x="5884" y="1"/>
                  </a:moveTo>
                  <a:lnTo>
                    <a:pt x="280" y="468"/>
                  </a:lnTo>
                  <a:lnTo>
                    <a:pt x="701" y="2616"/>
                  </a:lnTo>
                  <a:cubicBezTo>
                    <a:pt x="280" y="3457"/>
                    <a:pt x="47" y="4391"/>
                    <a:pt x="0" y="5372"/>
                  </a:cubicBezTo>
                  <a:cubicBezTo>
                    <a:pt x="0" y="5372"/>
                    <a:pt x="3277" y="7618"/>
                    <a:pt x="6391" y="7618"/>
                  </a:cubicBezTo>
                  <a:cubicBezTo>
                    <a:pt x="7417" y="7618"/>
                    <a:pt x="8426" y="7374"/>
                    <a:pt x="9294" y="6726"/>
                  </a:cubicBezTo>
                  <a:cubicBezTo>
                    <a:pt x="10414" y="4578"/>
                    <a:pt x="6118" y="2710"/>
                    <a:pt x="5511" y="2429"/>
                  </a:cubicBezTo>
                  <a:lnTo>
                    <a:pt x="58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0"/>
            <p:cNvSpPr/>
            <p:nvPr/>
          </p:nvSpPr>
          <p:spPr>
            <a:xfrm>
              <a:off x="7378472" y="2040163"/>
              <a:ext cx="66102" cy="48565"/>
            </a:xfrm>
            <a:custGeom>
              <a:avLst/>
              <a:gdLst/>
              <a:ahLst/>
              <a:cxnLst/>
              <a:rect l="l" t="t" r="r" b="b"/>
              <a:pathLst>
                <a:path w="10369" h="7618" extrusionOk="0">
                  <a:moveTo>
                    <a:pt x="4390" y="1"/>
                  </a:moveTo>
                  <a:lnTo>
                    <a:pt x="4764" y="2476"/>
                  </a:lnTo>
                  <a:cubicBezTo>
                    <a:pt x="3923" y="2850"/>
                    <a:pt x="1" y="4671"/>
                    <a:pt x="1075" y="6726"/>
                  </a:cubicBezTo>
                  <a:cubicBezTo>
                    <a:pt x="1943" y="7374"/>
                    <a:pt x="2951" y="7618"/>
                    <a:pt x="3977" y="7618"/>
                  </a:cubicBezTo>
                  <a:cubicBezTo>
                    <a:pt x="7092" y="7618"/>
                    <a:pt x="10368" y="5372"/>
                    <a:pt x="10368" y="5372"/>
                  </a:cubicBezTo>
                  <a:cubicBezTo>
                    <a:pt x="10322" y="4344"/>
                    <a:pt x="10088" y="3363"/>
                    <a:pt x="9574" y="2523"/>
                  </a:cubicBezTo>
                  <a:lnTo>
                    <a:pt x="9995" y="468"/>
                  </a:lnTo>
                  <a:lnTo>
                    <a:pt x="439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0"/>
            <p:cNvSpPr/>
            <p:nvPr/>
          </p:nvSpPr>
          <p:spPr>
            <a:xfrm>
              <a:off x="7146003" y="1588929"/>
              <a:ext cx="39901" cy="55380"/>
            </a:xfrm>
            <a:custGeom>
              <a:avLst/>
              <a:gdLst/>
              <a:ahLst/>
              <a:cxnLst/>
              <a:rect l="l" t="t" r="r" b="b"/>
              <a:pathLst>
                <a:path w="6259" h="8687" fill="none" extrusionOk="0">
                  <a:moveTo>
                    <a:pt x="1" y="0"/>
                  </a:moveTo>
                  <a:lnTo>
                    <a:pt x="6259" y="8687"/>
                  </a:lnTo>
                </a:path>
              </a:pathLst>
            </a:custGeom>
            <a:noFill/>
            <a:ln w="29200" cap="flat" cmpd="sng">
              <a:solidFill>
                <a:srgbClr val="EDF9F5"/>
              </a:solidFill>
              <a:prstDash val="solid"/>
              <a:miter lim="4670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0"/>
            <p:cNvSpPr/>
            <p:nvPr/>
          </p:nvSpPr>
          <p:spPr>
            <a:xfrm>
              <a:off x="7332933" y="1855881"/>
              <a:ext cx="32755" cy="30052"/>
            </a:xfrm>
            <a:custGeom>
              <a:avLst/>
              <a:gdLst/>
              <a:ahLst/>
              <a:cxnLst/>
              <a:rect l="l" t="t" r="r" b="b"/>
              <a:pathLst>
                <a:path w="5138" h="4714" extrusionOk="0">
                  <a:moveTo>
                    <a:pt x="3228" y="1"/>
                  </a:moveTo>
                  <a:cubicBezTo>
                    <a:pt x="3060" y="1"/>
                    <a:pt x="2892" y="49"/>
                    <a:pt x="2756" y="147"/>
                  </a:cubicBezTo>
                  <a:lnTo>
                    <a:pt x="421" y="1828"/>
                  </a:lnTo>
                  <a:cubicBezTo>
                    <a:pt x="47" y="2061"/>
                    <a:pt x="0" y="2575"/>
                    <a:pt x="234" y="2902"/>
                  </a:cubicBezTo>
                  <a:lnTo>
                    <a:pt x="1308" y="4397"/>
                  </a:lnTo>
                  <a:cubicBezTo>
                    <a:pt x="1453" y="4600"/>
                    <a:pt x="1707" y="4713"/>
                    <a:pt x="1957" y="4713"/>
                  </a:cubicBezTo>
                  <a:cubicBezTo>
                    <a:pt x="2109" y="4713"/>
                    <a:pt x="2259" y="4671"/>
                    <a:pt x="2382" y="4583"/>
                  </a:cubicBezTo>
                  <a:lnTo>
                    <a:pt x="4717" y="2855"/>
                  </a:lnTo>
                  <a:cubicBezTo>
                    <a:pt x="5091" y="2622"/>
                    <a:pt x="5137" y="2155"/>
                    <a:pt x="4904" y="1828"/>
                  </a:cubicBezTo>
                  <a:lnTo>
                    <a:pt x="3830" y="287"/>
                  </a:lnTo>
                  <a:cubicBezTo>
                    <a:pt x="3694" y="96"/>
                    <a:pt x="3462" y="1"/>
                    <a:pt x="3228" y="1"/>
                  </a:cubicBezTo>
                  <a:close/>
                </a:path>
              </a:pathLst>
            </a:custGeom>
            <a:solidFill>
              <a:srgbClr val="EDF9F5"/>
            </a:solidFill>
            <a:ln w="14000" cap="flat" cmpd="sng">
              <a:solidFill>
                <a:schemeClr val="accent4"/>
              </a:solidFill>
              <a:prstDash val="solid"/>
              <a:miter lim="4670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0"/>
            <p:cNvSpPr/>
            <p:nvPr/>
          </p:nvSpPr>
          <p:spPr>
            <a:xfrm>
              <a:off x="7170707" y="1631077"/>
              <a:ext cx="36032" cy="34909"/>
            </a:xfrm>
            <a:custGeom>
              <a:avLst/>
              <a:gdLst/>
              <a:ahLst/>
              <a:cxnLst/>
              <a:rect l="l" t="t" r="r" b="b"/>
              <a:pathLst>
                <a:path w="5652" h="5476" extrusionOk="0">
                  <a:moveTo>
                    <a:pt x="3186" y="0"/>
                  </a:moveTo>
                  <a:cubicBezTo>
                    <a:pt x="3050" y="0"/>
                    <a:pt x="2915" y="38"/>
                    <a:pt x="2803" y="112"/>
                  </a:cubicBezTo>
                  <a:lnTo>
                    <a:pt x="374" y="1840"/>
                  </a:lnTo>
                  <a:cubicBezTo>
                    <a:pt x="94" y="2074"/>
                    <a:pt x="1" y="2494"/>
                    <a:pt x="234" y="2774"/>
                  </a:cubicBezTo>
                  <a:lnTo>
                    <a:pt x="1962" y="5203"/>
                  </a:lnTo>
                  <a:cubicBezTo>
                    <a:pt x="2105" y="5374"/>
                    <a:pt x="2317" y="5475"/>
                    <a:pt x="2524" y="5475"/>
                  </a:cubicBezTo>
                  <a:cubicBezTo>
                    <a:pt x="2657" y="5475"/>
                    <a:pt x="2787" y="5434"/>
                    <a:pt x="2896" y="5343"/>
                  </a:cubicBezTo>
                  <a:lnTo>
                    <a:pt x="5325" y="3615"/>
                  </a:lnTo>
                  <a:cubicBezTo>
                    <a:pt x="5605" y="3381"/>
                    <a:pt x="5652" y="2961"/>
                    <a:pt x="5465" y="2681"/>
                  </a:cubicBezTo>
                  <a:lnTo>
                    <a:pt x="3737" y="252"/>
                  </a:lnTo>
                  <a:cubicBezTo>
                    <a:pt x="3597" y="84"/>
                    <a:pt x="3390" y="0"/>
                    <a:pt x="3186" y="0"/>
                  </a:cubicBezTo>
                  <a:close/>
                </a:path>
              </a:pathLst>
            </a:custGeom>
            <a:solidFill>
              <a:srgbClr val="EDF9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0"/>
            <p:cNvSpPr/>
            <p:nvPr/>
          </p:nvSpPr>
          <p:spPr>
            <a:xfrm>
              <a:off x="7070101" y="1508662"/>
              <a:ext cx="103320" cy="95370"/>
            </a:xfrm>
            <a:custGeom>
              <a:avLst/>
              <a:gdLst/>
              <a:ahLst/>
              <a:cxnLst/>
              <a:rect l="l" t="t" r="r" b="b"/>
              <a:pathLst>
                <a:path w="16207" h="14960" extrusionOk="0">
                  <a:moveTo>
                    <a:pt x="8127" y="1"/>
                  </a:moveTo>
                  <a:cubicBezTo>
                    <a:pt x="7680" y="1"/>
                    <a:pt x="7227" y="41"/>
                    <a:pt x="6772" y="125"/>
                  </a:cubicBezTo>
                  <a:cubicBezTo>
                    <a:pt x="2709" y="872"/>
                    <a:pt x="1" y="4748"/>
                    <a:pt x="748" y="8811"/>
                  </a:cubicBezTo>
                  <a:cubicBezTo>
                    <a:pt x="1412" y="12420"/>
                    <a:pt x="4543" y="14960"/>
                    <a:pt x="8114" y="14960"/>
                  </a:cubicBezTo>
                  <a:cubicBezTo>
                    <a:pt x="8564" y="14960"/>
                    <a:pt x="9021" y="14920"/>
                    <a:pt x="9481" y="14836"/>
                  </a:cubicBezTo>
                  <a:cubicBezTo>
                    <a:pt x="13544" y="14089"/>
                    <a:pt x="16206" y="10212"/>
                    <a:pt x="15506" y="6149"/>
                  </a:cubicBezTo>
                  <a:cubicBezTo>
                    <a:pt x="14842" y="2541"/>
                    <a:pt x="11674" y="1"/>
                    <a:pt x="8127" y="1"/>
                  </a:cubicBezTo>
                  <a:close/>
                </a:path>
              </a:pathLst>
            </a:custGeom>
            <a:solidFill>
              <a:srgbClr val="EDF9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0"/>
            <p:cNvSpPr/>
            <p:nvPr/>
          </p:nvSpPr>
          <p:spPr>
            <a:xfrm>
              <a:off x="7080222" y="1524615"/>
              <a:ext cx="82888" cy="63572"/>
            </a:xfrm>
            <a:custGeom>
              <a:avLst/>
              <a:gdLst/>
              <a:ahLst/>
              <a:cxnLst/>
              <a:rect l="l" t="t" r="r" b="b"/>
              <a:pathLst>
                <a:path w="13002" h="9972" extrusionOk="0">
                  <a:moveTo>
                    <a:pt x="6545" y="1"/>
                  </a:moveTo>
                  <a:cubicBezTo>
                    <a:pt x="5534" y="1"/>
                    <a:pt x="4515" y="307"/>
                    <a:pt x="3643" y="938"/>
                  </a:cubicBezTo>
                  <a:cubicBezTo>
                    <a:pt x="1" y="3553"/>
                    <a:pt x="1355" y="9204"/>
                    <a:pt x="5745" y="9904"/>
                  </a:cubicBezTo>
                  <a:cubicBezTo>
                    <a:pt x="6028" y="9950"/>
                    <a:pt x="6306" y="9971"/>
                    <a:pt x="6577" y="9971"/>
                  </a:cubicBezTo>
                  <a:cubicBezTo>
                    <a:pt x="10503" y="9971"/>
                    <a:pt x="13002" y="5422"/>
                    <a:pt x="10555" y="2059"/>
                  </a:cubicBezTo>
                  <a:cubicBezTo>
                    <a:pt x="9598" y="707"/>
                    <a:pt x="8080" y="1"/>
                    <a:pt x="65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0"/>
            <p:cNvSpPr/>
            <p:nvPr/>
          </p:nvSpPr>
          <p:spPr>
            <a:xfrm>
              <a:off x="7177259" y="1645098"/>
              <a:ext cx="184888" cy="231126"/>
            </a:xfrm>
            <a:custGeom>
              <a:avLst/>
              <a:gdLst/>
              <a:ahLst/>
              <a:cxnLst/>
              <a:rect l="l" t="t" r="r" b="b"/>
              <a:pathLst>
                <a:path w="29002" h="36255" extrusionOk="0">
                  <a:moveTo>
                    <a:pt x="4760" y="0"/>
                  </a:moveTo>
                  <a:cubicBezTo>
                    <a:pt x="4344" y="0"/>
                    <a:pt x="3921" y="127"/>
                    <a:pt x="3550" y="387"/>
                  </a:cubicBezTo>
                  <a:lnTo>
                    <a:pt x="1121" y="2115"/>
                  </a:lnTo>
                  <a:cubicBezTo>
                    <a:pt x="234" y="2769"/>
                    <a:pt x="0" y="4030"/>
                    <a:pt x="654" y="4964"/>
                  </a:cubicBezTo>
                  <a:lnTo>
                    <a:pt x="22604" y="35414"/>
                  </a:lnTo>
                  <a:cubicBezTo>
                    <a:pt x="23004" y="35956"/>
                    <a:pt x="23631" y="36255"/>
                    <a:pt x="24272" y="36255"/>
                  </a:cubicBezTo>
                  <a:cubicBezTo>
                    <a:pt x="24678" y="36255"/>
                    <a:pt x="25090" y="36135"/>
                    <a:pt x="25453" y="35881"/>
                  </a:cubicBezTo>
                  <a:lnTo>
                    <a:pt x="27881" y="34106"/>
                  </a:lnTo>
                  <a:cubicBezTo>
                    <a:pt x="28768" y="33452"/>
                    <a:pt x="29002" y="32191"/>
                    <a:pt x="28348" y="31257"/>
                  </a:cubicBezTo>
                  <a:lnTo>
                    <a:pt x="6398" y="854"/>
                  </a:lnTo>
                  <a:cubicBezTo>
                    <a:pt x="6005" y="292"/>
                    <a:pt x="5391" y="0"/>
                    <a:pt x="47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0"/>
            <p:cNvSpPr/>
            <p:nvPr/>
          </p:nvSpPr>
          <p:spPr>
            <a:xfrm>
              <a:off x="7189758" y="1660962"/>
              <a:ext cx="57171" cy="79496"/>
            </a:xfrm>
            <a:custGeom>
              <a:avLst/>
              <a:gdLst/>
              <a:ahLst/>
              <a:cxnLst/>
              <a:rect l="l" t="t" r="r" b="b"/>
              <a:pathLst>
                <a:path w="8968" h="12470" fill="none" extrusionOk="0">
                  <a:moveTo>
                    <a:pt x="1" y="0"/>
                  </a:moveTo>
                  <a:lnTo>
                    <a:pt x="8967" y="12469"/>
                  </a:lnTo>
                </a:path>
              </a:pathLst>
            </a:custGeom>
            <a:noFill/>
            <a:ln w="15175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" name="Google Shape;6501;p77">
            <a:extLst>
              <a:ext uri="{FF2B5EF4-FFF2-40B4-BE49-F238E27FC236}">
                <a16:creationId xmlns:a16="http://schemas.microsoft.com/office/drawing/2014/main" id="{3E9DF558-8D3D-229D-A77D-AD7905BE47B1}"/>
              </a:ext>
            </a:extLst>
          </p:cNvPr>
          <p:cNvGrpSpPr/>
          <p:nvPr/>
        </p:nvGrpSpPr>
        <p:grpSpPr>
          <a:xfrm>
            <a:off x="1224657" y="2118269"/>
            <a:ext cx="642864" cy="592681"/>
            <a:chOff x="7385600" y="4177035"/>
            <a:chExt cx="388728" cy="358383"/>
          </a:xfrm>
        </p:grpSpPr>
        <p:sp>
          <p:nvSpPr>
            <p:cNvPr id="4" name="Google Shape;6502;p77">
              <a:extLst>
                <a:ext uri="{FF2B5EF4-FFF2-40B4-BE49-F238E27FC236}">
                  <a16:creationId xmlns:a16="http://schemas.microsoft.com/office/drawing/2014/main" id="{AE731402-0E0A-5C6E-8D47-6AC8D2101861}"/>
                </a:ext>
              </a:extLst>
            </p:cNvPr>
            <p:cNvSpPr/>
            <p:nvPr/>
          </p:nvSpPr>
          <p:spPr>
            <a:xfrm>
              <a:off x="7385600" y="4314808"/>
              <a:ext cx="230541" cy="220610"/>
            </a:xfrm>
            <a:custGeom>
              <a:avLst/>
              <a:gdLst/>
              <a:ahLst/>
              <a:cxnLst/>
              <a:rect l="l" t="t" r="r" b="b"/>
              <a:pathLst>
                <a:path w="8775" h="8397" extrusionOk="0">
                  <a:moveTo>
                    <a:pt x="6790" y="0"/>
                  </a:moveTo>
                  <a:cubicBezTo>
                    <a:pt x="6786" y="0"/>
                    <a:pt x="6781" y="0"/>
                    <a:pt x="6777" y="0"/>
                  </a:cubicBezTo>
                  <a:lnTo>
                    <a:pt x="1942" y="35"/>
                  </a:lnTo>
                  <a:cubicBezTo>
                    <a:pt x="867" y="49"/>
                    <a:pt x="0" y="923"/>
                    <a:pt x="7" y="1998"/>
                  </a:cubicBezTo>
                  <a:lnTo>
                    <a:pt x="35" y="4939"/>
                  </a:lnTo>
                  <a:cubicBezTo>
                    <a:pt x="42" y="6017"/>
                    <a:pt x="916" y="6874"/>
                    <a:pt x="1985" y="6874"/>
                  </a:cubicBezTo>
                  <a:cubicBezTo>
                    <a:pt x="1989" y="6874"/>
                    <a:pt x="1994" y="6874"/>
                    <a:pt x="1998" y="6874"/>
                  </a:cubicBezTo>
                  <a:lnTo>
                    <a:pt x="4474" y="6860"/>
                  </a:lnTo>
                  <a:cubicBezTo>
                    <a:pt x="4478" y="6860"/>
                    <a:pt x="4481" y="6859"/>
                    <a:pt x="4485" y="6859"/>
                  </a:cubicBezTo>
                  <a:cubicBezTo>
                    <a:pt x="4522" y="6859"/>
                    <a:pt x="4551" y="6892"/>
                    <a:pt x="4557" y="6930"/>
                  </a:cubicBezTo>
                  <a:cubicBezTo>
                    <a:pt x="4613" y="7172"/>
                    <a:pt x="4738" y="8005"/>
                    <a:pt x="3982" y="8248"/>
                  </a:cubicBezTo>
                  <a:cubicBezTo>
                    <a:pt x="3919" y="8261"/>
                    <a:pt x="3919" y="8352"/>
                    <a:pt x="3989" y="8359"/>
                  </a:cubicBezTo>
                  <a:cubicBezTo>
                    <a:pt x="4102" y="8379"/>
                    <a:pt x="4244" y="8397"/>
                    <a:pt x="4399" y="8397"/>
                  </a:cubicBezTo>
                  <a:cubicBezTo>
                    <a:pt x="4974" y="8397"/>
                    <a:pt x="5715" y="8155"/>
                    <a:pt x="5737" y="6937"/>
                  </a:cubicBezTo>
                  <a:cubicBezTo>
                    <a:pt x="5737" y="6888"/>
                    <a:pt x="5771" y="6846"/>
                    <a:pt x="5820" y="6846"/>
                  </a:cubicBezTo>
                  <a:lnTo>
                    <a:pt x="6832" y="6839"/>
                  </a:lnTo>
                  <a:cubicBezTo>
                    <a:pt x="7908" y="6826"/>
                    <a:pt x="8775" y="5952"/>
                    <a:pt x="8768" y="4877"/>
                  </a:cubicBezTo>
                  <a:lnTo>
                    <a:pt x="8747" y="1936"/>
                  </a:lnTo>
                  <a:cubicBezTo>
                    <a:pt x="8733" y="858"/>
                    <a:pt x="7859" y="0"/>
                    <a:pt x="6790" y="0"/>
                  </a:cubicBezTo>
                  <a:close/>
                </a:path>
              </a:pathLst>
            </a:custGeom>
            <a:solidFill>
              <a:srgbClr val="9FA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6503;p77">
              <a:extLst>
                <a:ext uri="{FF2B5EF4-FFF2-40B4-BE49-F238E27FC236}">
                  <a16:creationId xmlns:a16="http://schemas.microsoft.com/office/drawing/2014/main" id="{497FB8C7-490A-7992-4382-56F5BE108EF4}"/>
                </a:ext>
              </a:extLst>
            </p:cNvPr>
            <p:cNvSpPr/>
            <p:nvPr/>
          </p:nvSpPr>
          <p:spPr>
            <a:xfrm>
              <a:off x="7541212" y="4315176"/>
              <a:ext cx="74561" cy="179704"/>
            </a:xfrm>
            <a:custGeom>
              <a:avLst/>
              <a:gdLst/>
              <a:ahLst/>
              <a:cxnLst/>
              <a:rect l="l" t="t" r="r" b="b"/>
              <a:pathLst>
                <a:path w="2838" h="6840" extrusionOk="0">
                  <a:moveTo>
                    <a:pt x="1" y="0"/>
                  </a:moveTo>
                  <a:cubicBezTo>
                    <a:pt x="1076" y="7"/>
                    <a:pt x="1943" y="881"/>
                    <a:pt x="1950" y="1956"/>
                  </a:cubicBezTo>
                  <a:lnTo>
                    <a:pt x="1950" y="4890"/>
                  </a:lnTo>
                  <a:cubicBezTo>
                    <a:pt x="1943" y="5965"/>
                    <a:pt x="1076" y="6839"/>
                    <a:pt x="1" y="6839"/>
                  </a:cubicBezTo>
                  <a:lnTo>
                    <a:pt x="889" y="6839"/>
                  </a:lnTo>
                  <a:cubicBezTo>
                    <a:pt x="1964" y="6839"/>
                    <a:pt x="2838" y="5965"/>
                    <a:pt x="2838" y="4890"/>
                  </a:cubicBezTo>
                  <a:lnTo>
                    <a:pt x="2838" y="1956"/>
                  </a:lnTo>
                  <a:cubicBezTo>
                    <a:pt x="2838" y="881"/>
                    <a:pt x="1964" y="7"/>
                    <a:pt x="889" y="0"/>
                  </a:cubicBezTo>
                  <a:close/>
                </a:path>
              </a:pathLst>
            </a:custGeom>
            <a:solidFill>
              <a:srgbClr val="7F91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504;p77">
              <a:extLst>
                <a:ext uri="{FF2B5EF4-FFF2-40B4-BE49-F238E27FC236}">
                  <a16:creationId xmlns:a16="http://schemas.microsoft.com/office/drawing/2014/main" id="{EDA8F2F7-35D0-23E4-2777-A0DA2A121DA4}"/>
                </a:ext>
              </a:extLst>
            </p:cNvPr>
            <p:cNvSpPr/>
            <p:nvPr/>
          </p:nvSpPr>
          <p:spPr>
            <a:xfrm>
              <a:off x="7435334" y="4177035"/>
              <a:ext cx="338994" cy="281011"/>
            </a:xfrm>
            <a:custGeom>
              <a:avLst/>
              <a:gdLst/>
              <a:ahLst/>
              <a:cxnLst/>
              <a:rect l="l" t="t" r="r" b="b"/>
              <a:pathLst>
                <a:path w="12903" h="10696" extrusionOk="0">
                  <a:moveTo>
                    <a:pt x="1908" y="1"/>
                  </a:moveTo>
                  <a:cubicBezTo>
                    <a:pt x="854" y="1"/>
                    <a:pt x="1" y="854"/>
                    <a:pt x="1" y="1908"/>
                  </a:cubicBezTo>
                  <a:lnTo>
                    <a:pt x="1" y="6285"/>
                  </a:lnTo>
                  <a:cubicBezTo>
                    <a:pt x="1" y="7339"/>
                    <a:pt x="854" y="8192"/>
                    <a:pt x="1908" y="8192"/>
                  </a:cubicBezTo>
                  <a:lnTo>
                    <a:pt x="7797" y="8192"/>
                  </a:lnTo>
                  <a:cubicBezTo>
                    <a:pt x="7922" y="8192"/>
                    <a:pt x="8019" y="8303"/>
                    <a:pt x="8005" y="8428"/>
                  </a:cubicBezTo>
                  <a:cubicBezTo>
                    <a:pt x="7926" y="9062"/>
                    <a:pt x="7891" y="10695"/>
                    <a:pt x="9647" y="10695"/>
                  </a:cubicBezTo>
                  <a:cubicBezTo>
                    <a:pt x="9735" y="10695"/>
                    <a:pt x="9829" y="10691"/>
                    <a:pt x="9927" y="10682"/>
                  </a:cubicBezTo>
                  <a:cubicBezTo>
                    <a:pt x="9996" y="10675"/>
                    <a:pt x="10017" y="10585"/>
                    <a:pt x="9961" y="10551"/>
                  </a:cubicBezTo>
                  <a:cubicBezTo>
                    <a:pt x="9559" y="10322"/>
                    <a:pt x="8796" y="9684"/>
                    <a:pt x="9344" y="8331"/>
                  </a:cubicBezTo>
                  <a:cubicBezTo>
                    <a:pt x="9379" y="8255"/>
                    <a:pt x="9455" y="8206"/>
                    <a:pt x="9538" y="8206"/>
                  </a:cubicBezTo>
                  <a:lnTo>
                    <a:pt x="10995" y="8206"/>
                  </a:lnTo>
                  <a:cubicBezTo>
                    <a:pt x="12049" y="8206"/>
                    <a:pt x="12902" y="7353"/>
                    <a:pt x="12902" y="6299"/>
                  </a:cubicBezTo>
                  <a:lnTo>
                    <a:pt x="12902" y="1908"/>
                  </a:lnTo>
                  <a:cubicBezTo>
                    <a:pt x="12902" y="854"/>
                    <a:pt x="12049" y="1"/>
                    <a:pt x="10995" y="1"/>
                  </a:cubicBez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6505;p77">
              <a:extLst>
                <a:ext uri="{FF2B5EF4-FFF2-40B4-BE49-F238E27FC236}">
                  <a16:creationId xmlns:a16="http://schemas.microsoft.com/office/drawing/2014/main" id="{4B9DF0CF-488A-8F17-4EB4-9DDFE97BAD33}"/>
                </a:ext>
              </a:extLst>
            </p:cNvPr>
            <p:cNvSpPr/>
            <p:nvPr/>
          </p:nvSpPr>
          <p:spPr>
            <a:xfrm>
              <a:off x="7700843" y="4177035"/>
              <a:ext cx="73484" cy="215618"/>
            </a:xfrm>
            <a:custGeom>
              <a:avLst/>
              <a:gdLst/>
              <a:ahLst/>
              <a:cxnLst/>
              <a:rect l="l" t="t" r="r" b="b"/>
              <a:pathLst>
                <a:path w="2797" h="8207" extrusionOk="0">
                  <a:moveTo>
                    <a:pt x="889" y="1"/>
                  </a:moveTo>
                  <a:lnTo>
                    <a:pt x="889" y="8"/>
                  </a:lnTo>
                  <a:lnTo>
                    <a:pt x="1" y="8"/>
                  </a:lnTo>
                  <a:cubicBezTo>
                    <a:pt x="1048" y="8"/>
                    <a:pt x="1908" y="861"/>
                    <a:pt x="1908" y="1915"/>
                  </a:cubicBezTo>
                  <a:lnTo>
                    <a:pt x="1908" y="6299"/>
                  </a:lnTo>
                  <a:cubicBezTo>
                    <a:pt x="1908" y="7353"/>
                    <a:pt x="1048" y="8206"/>
                    <a:pt x="1" y="8206"/>
                  </a:cubicBezTo>
                  <a:lnTo>
                    <a:pt x="889" y="8206"/>
                  </a:lnTo>
                  <a:cubicBezTo>
                    <a:pt x="1943" y="8206"/>
                    <a:pt x="2796" y="7353"/>
                    <a:pt x="2796" y="6299"/>
                  </a:cubicBezTo>
                  <a:lnTo>
                    <a:pt x="2796" y="1908"/>
                  </a:lnTo>
                  <a:cubicBezTo>
                    <a:pt x="2796" y="854"/>
                    <a:pt x="1943" y="1"/>
                    <a:pt x="889" y="1"/>
                  </a:cubicBezTo>
                  <a:close/>
                </a:path>
              </a:pathLst>
            </a:custGeom>
            <a:solidFill>
              <a:srgbClr val="C0CD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506;p77">
              <a:extLst>
                <a:ext uri="{FF2B5EF4-FFF2-40B4-BE49-F238E27FC236}">
                  <a16:creationId xmlns:a16="http://schemas.microsoft.com/office/drawing/2014/main" id="{F2D8B70F-CF24-0ED9-E1D7-0669EC40FEC1}"/>
                </a:ext>
              </a:extLst>
            </p:cNvPr>
            <p:cNvSpPr/>
            <p:nvPr/>
          </p:nvSpPr>
          <p:spPr>
            <a:xfrm>
              <a:off x="7516069" y="4261764"/>
              <a:ext cx="28085" cy="28112"/>
            </a:xfrm>
            <a:custGeom>
              <a:avLst/>
              <a:gdLst/>
              <a:ahLst/>
              <a:cxnLst/>
              <a:rect l="l" t="t" r="r" b="b"/>
              <a:pathLst>
                <a:path w="1069" h="1070" extrusionOk="0">
                  <a:moveTo>
                    <a:pt x="535" y="1"/>
                  </a:moveTo>
                  <a:cubicBezTo>
                    <a:pt x="236" y="1"/>
                    <a:pt x="1" y="244"/>
                    <a:pt x="1" y="535"/>
                  </a:cubicBezTo>
                  <a:cubicBezTo>
                    <a:pt x="1" y="833"/>
                    <a:pt x="236" y="1069"/>
                    <a:pt x="535" y="1069"/>
                  </a:cubicBezTo>
                  <a:cubicBezTo>
                    <a:pt x="826" y="1069"/>
                    <a:pt x="1069" y="833"/>
                    <a:pt x="1069" y="535"/>
                  </a:cubicBezTo>
                  <a:cubicBezTo>
                    <a:pt x="1069" y="244"/>
                    <a:pt x="826" y="1"/>
                    <a:pt x="535" y="1"/>
                  </a:cubicBezTo>
                  <a:close/>
                </a:path>
              </a:pathLst>
            </a:custGeom>
            <a:solidFill>
              <a:srgbClr val="5769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507;p77">
              <a:extLst>
                <a:ext uri="{FF2B5EF4-FFF2-40B4-BE49-F238E27FC236}">
                  <a16:creationId xmlns:a16="http://schemas.microsoft.com/office/drawing/2014/main" id="{5EE4CF39-AAFC-904F-6C2D-E59C2007DB80}"/>
                </a:ext>
              </a:extLst>
            </p:cNvPr>
            <p:cNvSpPr/>
            <p:nvPr/>
          </p:nvSpPr>
          <p:spPr>
            <a:xfrm>
              <a:off x="7586059" y="4261764"/>
              <a:ext cx="28085" cy="28112"/>
            </a:xfrm>
            <a:custGeom>
              <a:avLst/>
              <a:gdLst/>
              <a:ahLst/>
              <a:cxnLst/>
              <a:rect l="l" t="t" r="r" b="b"/>
              <a:pathLst>
                <a:path w="1069" h="1070" extrusionOk="0">
                  <a:moveTo>
                    <a:pt x="534" y="1"/>
                  </a:moveTo>
                  <a:cubicBezTo>
                    <a:pt x="236" y="1"/>
                    <a:pt x="0" y="244"/>
                    <a:pt x="0" y="535"/>
                  </a:cubicBezTo>
                  <a:cubicBezTo>
                    <a:pt x="0" y="833"/>
                    <a:pt x="236" y="1069"/>
                    <a:pt x="534" y="1069"/>
                  </a:cubicBezTo>
                  <a:cubicBezTo>
                    <a:pt x="826" y="1069"/>
                    <a:pt x="1068" y="833"/>
                    <a:pt x="1068" y="535"/>
                  </a:cubicBezTo>
                  <a:cubicBezTo>
                    <a:pt x="1068" y="244"/>
                    <a:pt x="826" y="1"/>
                    <a:pt x="534" y="1"/>
                  </a:cubicBezTo>
                  <a:close/>
                </a:path>
              </a:pathLst>
            </a:custGeom>
            <a:solidFill>
              <a:srgbClr val="5769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6508;p77">
              <a:extLst>
                <a:ext uri="{FF2B5EF4-FFF2-40B4-BE49-F238E27FC236}">
                  <a16:creationId xmlns:a16="http://schemas.microsoft.com/office/drawing/2014/main" id="{03ADCF8D-9598-4B02-FB91-1EC1255E1636}"/>
                </a:ext>
              </a:extLst>
            </p:cNvPr>
            <p:cNvSpPr/>
            <p:nvPr/>
          </p:nvSpPr>
          <p:spPr>
            <a:xfrm>
              <a:off x="7655839" y="4261764"/>
              <a:ext cx="28269" cy="28112"/>
            </a:xfrm>
            <a:custGeom>
              <a:avLst/>
              <a:gdLst/>
              <a:ahLst/>
              <a:cxnLst/>
              <a:rect l="l" t="t" r="r" b="b"/>
              <a:pathLst>
                <a:path w="1076" h="1070" extrusionOk="0">
                  <a:moveTo>
                    <a:pt x="535" y="1"/>
                  </a:moveTo>
                  <a:cubicBezTo>
                    <a:pt x="243" y="1"/>
                    <a:pt x="1" y="244"/>
                    <a:pt x="1" y="535"/>
                  </a:cubicBezTo>
                  <a:cubicBezTo>
                    <a:pt x="1" y="833"/>
                    <a:pt x="243" y="1069"/>
                    <a:pt x="535" y="1069"/>
                  </a:cubicBezTo>
                  <a:cubicBezTo>
                    <a:pt x="833" y="1069"/>
                    <a:pt x="1076" y="833"/>
                    <a:pt x="1076" y="535"/>
                  </a:cubicBezTo>
                  <a:cubicBezTo>
                    <a:pt x="1076" y="244"/>
                    <a:pt x="833" y="1"/>
                    <a:pt x="535" y="1"/>
                  </a:cubicBezTo>
                  <a:close/>
                </a:path>
              </a:pathLst>
            </a:custGeom>
            <a:solidFill>
              <a:srgbClr val="5769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" name="Google Shape;6417;p77">
            <a:extLst>
              <a:ext uri="{FF2B5EF4-FFF2-40B4-BE49-F238E27FC236}">
                <a16:creationId xmlns:a16="http://schemas.microsoft.com/office/drawing/2014/main" id="{707DF811-DE73-FB17-D3BD-FDB02D24FE2D}"/>
              </a:ext>
            </a:extLst>
          </p:cNvPr>
          <p:cNvGrpSpPr/>
          <p:nvPr/>
        </p:nvGrpSpPr>
        <p:grpSpPr>
          <a:xfrm>
            <a:off x="7132505" y="2026127"/>
            <a:ext cx="898570" cy="820210"/>
            <a:chOff x="4111994" y="3682455"/>
            <a:chExt cx="387992" cy="371625"/>
          </a:xfrm>
          <a:solidFill>
            <a:srgbClr val="FF0000"/>
          </a:solidFill>
        </p:grpSpPr>
        <p:sp>
          <p:nvSpPr>
            <p:cNvPr id="12" name="Google Shape;6418;p77">
              <a:extLst>
                <a:ext uri="{FF2B5EF4-FFF2-40B4-BE49-F238E27FC236}">
                  <a16:creationId xmlns:a16="http://schemas.microsoft.com/office/drawing/2014/main" id="{F59FA513-E3AD-70C1-4D6A-5EC64EF1D17E}"/>
                </a:ext>
              </a:extLst>
            </p:cNvPr>
            <p:cNvSpPr/>
            <p:nvPr/>
          </p:nvSpPr>
          <p:spPr>
            <a:xfrm>
              <a:off x="4111994" y="3682455"/>
              <a:ext cx="386179" cy="371572"/>
            </a:xfrm>
            <a:custGeom>
              <a:avLst/>
              <a:gdLst/>
              <a:ahLst/>
              <a:cxnLst/>
              <a:rect l="l" t="t" r="r" b="b"/>
              <a:pathLst>
                <a:path w="14699" h="14143" extrusionOk="0">
                  <a:moveTo>
                    <a:pt x="7623" y="1546"/>
                  </a:moveTo>
                  <a:cubicBezTo>
                    <a:pt x="9044" y="1546"/>
                    <a:pt x="10458" y="2093"/>
                    <a:pt x="11529" y="3164"/>
                  </a:cubicBezTo>
                  <a:cubicBezTo>
                    <a:pt x="13485" y="5113"/>
                    <a:pt x="13700" y="8199"/>
                    <a:pt x="12035" y="10398"/>
                  </a:cubicBezTo>
                  <a:lnTo>
                    <a:pt x="12028" y="10398"/>
                  </a:lnTo>
                  <a:lnTo>
                    <a:pt x="4294" y="2664"/>
                  </a:lnTo>
                  <a:cubicBezTo>
                    <a:pt x="5285" y="1914"/>
                    <a:pt x="6456" y="1546"/>
                    <a:pt x="7623" y="1546"/>
                  </a:cubicBezTo>
                  <a:close/>
                  <a:moveTo>
                    <a:pt x="3198" y="3760"/>
                  </a:moveTo>
                  <a:lnTo>
                    <a:pt x="10932" y="11494"/>
                  </a:lnTo>
                  <a:cubicBezTo>
                    <a:pt x="9959" y="12225"/>
                    <a:pt x="8794" y="12598"/>
                    <a:pt x="7620" y="12598"/>
                  </a:cubicBezTo>
                  <a:cubicBezTo>
                    <a:pt x="6777" y="12598"/>
                    <a:pt x="5930" y="12406"/>
                    <a:pt x="5147" y="12014"/>
                  </a:cubicBezTo>
                  <a:cubicBezTo>
                    <a:pt x="3275" y="11078"/>
                    <a:pt x="2096" y="9164"/>
                    <a:pt x="2089" y="7070"/>
                  </a:cubicBezTo>
                  <a:lnTo>
                    <a:pt x="2089" y="7070"/>
                  </a:lnTo>
                  <a:cubicBezTo>
                    <a:pt x="2090" y="5872"/>
                    <a:pt x="2478" y="4716"/>
                    <a:pt x="3198" y="3760"/>
                  </a:cubicBezTo>
                  <a:close/>
                  <a:moveTo>
                    <a:pt x="7617" y="1"/>
                  </a:moveTo>
                  <a:cubicBezTo>
                    <a:pt x="4759" y="8"/>
                    <a:pt x="2186" y="1728"/>
                    <a:pt x="1090" y="4371"/>
                  </a:cubicBezTo>
                  <a:cubicBezTo>
                    <a:pt x="1" y="7013"/>
                    <a:pt x="604" y="10051"/>
                    <a:pt x="2630" y="12077"/>
                  </a:cubicBezTo>
                  <a:cubicBezTo>
                    <a:pt x="3979" y="13426"/>
                    <a:pt x="5786" y="14143"/>
                    <a:pt x="7626" y="14143"/>
                  </a:cubicBezTo>
                  <a:cubicBezTo>
                    <a:pt x="8538" y="14143"/>
                    <a:pt x="9459" y="13966"/>
                    <a:pt x="10336" y="13603"/>
                  </a:cubicBezTo>
                  <a:cubicBezTo>
                    <a:pt x="12971" y="12507"/>
                    <a:pt x="14692" y="9933"/>
                    <a:pt x="14698" y="7076"/>
                  </a:cubicBezTo>
                  <a:cubicBezTo>
                    <a:pt x="14692" y="3164"/>
                    <a:pt x="11529" y="1"/>
                    <a:pt x="76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6419;p77">
              <a:extLst>
                <a:ext uri="{FF2B5EF4-FFF2-40B4-BE49-F238E27FC236}">
                  <a16:creationId xmlns:a16="http://schemas.microsoft.com/office/drawing/2014/main" id="{3EAACADB-C74B-64AA-DA52-F80DCF0A09A3}"/>
                </a:ext>
              </a:extLst>
            </p:cNvPr>
            <p:cNvSpPr/>
            <p:nvPr/>
          </p:nvSpPr>
          <p:spPr>
            <a:xfrm>
              <a:off x="4301156" y="3682455"/>
              <a:ext cx="198830" cy="371625"/>
            </a:xfrm>
            <a:custGeom>
              <a:avLst/>
              <a:gdLst/>
              <a:ahLst/>
              <a:cxnLst/>
              <a:rect l="l" t="t" r="r" b="b"/>
              <a:pathLst>
                <a:path w="7568" h="14145" extrusionOk="0">
                  <a:moveTo>
                    <a:pt x="493" y="0"/>
                  </a:moveTo>
                  <a:cubicBezTo>
                    <a:pt x="468" y="0"/>
                    <a:pt x="442" y="1"/>
                    <a:pt x="417" y="1"/>
                  </a:cubicBezTo>
                  <a:cubicBezTo>
                    <a:pt x="278" y="1"/>
                    <a:pt x="139" y="8"/>
                    <a:pt x="0" y="15"/>
                  </a:cubicBezTo>
                  <a:cubicBezTo>
                    <a:pt x="3739" y="230"/>
                    <a:pt x="6666" y="3323"/>
                    <a:pt x="6666" y="7076"/>
                  </a:cubicBezTo>
                  <a:cubicBezTo>
                    <a:pt x="6666" y="10821"/>
                    <a:pt x="3739" y="13915"/>
                    <a:pt x="0" y="14130"/>
                  </a:cubicBezTo>
                  <a:cubicBezTo>
                    <a:pt x="139" y="14137"/>
                    <a:pt x="278" y="14144"/>
                    <a:pt x="417" y="14144"/>
                  </a:cubicBezTo>
                  <a:cubicBezTo>
                    <a:pt x="442" y="14144"/>
                    <a:pt x="468" y="14144"/>
                    <a:pt x="493" y="14144"/>
                  </a:cubicBezTo>
                  <a:cubicBezTo>
                    <a:pt x="4398" y="14144"/>
                    <a:pt x="7568" y="10983"/>
                    <a:pt x="7568" y="7076"/>
                  </a:cubicBezTo>
                  <a:cubicBezTo>
                    <a:pt x="7568" y="3162"/>
                    <a:pt x="4398" y="0"/>
                    <a:pt x="4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A8381F5E-A22C-0190-1292-6C756C48284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09116" y="1957982"/>
            <a:ext cx="993233" cy="9932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38"/>
          <p:cNvSpPr/>
          <p:nvPr/>
        </p:nvSpPr>
        <p:spPr>
          <a:xfrm>
            <a:off x="529650" y="3012100"/>
            <a:ext cx="2530200" cy="154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4" name="Google Shape;1614;p38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dirty="0"/>
              <a:t>Stakeholder Insight &amp; Need Statement</a:t>
            </a:r>
            <a:endParaRPr dirty="0"/>
          </a:p>
        </p:txBody>
      </p:sp>
      <p:sp>
        <p:nvSpPr>
          <p:cNvPr id="1616" name="Google Shape;1616;p38"/>
          <p:cNvSpPr txBox="1"/>
          <p:nvPr/>
        </p:nvSpPr>
        <p:spPr>
          <a:xfrm>
            <a:off x="605055" y="995738"/>
            <a:ext cx="4718746" cy="286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CA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Key points from consultation:</a:t>
            </a:r>
          </a:p>
          <a:p>
            <a:pPr marL="171450" lvl="0" indent="-1714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</a:pPr>
            <a:r>
              <a:rPr lang="en-CA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Real patient demand for accessible self-screening tools</a:t>
            </a:r>
          </a:p>
          <a:p>
            <a:pPr marL="171450" lvl="0" indent="-1714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</a:pPr>
            <a:r>
              <a:rPr lang="en-CA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Similar apps used in China for progress monitoring</a:t>
            </a:r>
          </a:p>
          <a:p>
            <a:pPr marL="171450" lvl="0" indent="-1714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</a:pPr>
            <a:r>
              <a:rPr lang="en-CA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X-rays not feasible → focus on visual screening &amp; education</a:t>
            </a:r>
          </a:p>
          <a:p>
            <a:pPr marL="171450" lvl="0" indent="-1714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</a:pPr>
            <a:r>
              <a:rPr lang="en-CA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App should avoid diagnosis; instead: screen, guide, educate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9" name="Google Shape;1619;p38"/>
          <p:cNvSpPr txBox="1"/>
          <p:nvPr/>
        </p:nvSpPr>
        <p:spPr>
          <a:xfrm>
            <a:off x="6223986" y="1566982"/>
            <a:ext cx="11487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02</a:t>
            </a:r>
            <a:endParaRPr sz="60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620" name="Google Shape;1620;p38"/>
          <p:cNvSpPr txBox="1"/>
          <p:nvPr/>
        </p:nvSpPr>
        <p:spPr>
          <a:xfrm>
            <a:off x="6104149" y="2339950"/>
            <a:ext cx="13884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MIRROR</a:t>
            </a:r>
            <a:endParaRPr sz="16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621" name="Google Shape;1621;p38"/>
          <p:cNvSpPr/>
          <p:nvPr/>
        </p:nvSpPr>
        <p:spPr>
          <a:xfrm>
            <a:off x="7725613" y="1877412"/>
            <a:ext cx="558165" cy="738264"/>
          </a:xfrm>
          <a:custGeom>
            <a:avLst/>
            <a:gdLst/>
            <a:ahLst/>
            <a:cxnLst/>
            <a:rect l="l" t="t" r="r" b="b"/>
            <a:pathLst>
              <a:path w="38883" h="51438" extrusionOk="0">
                <a:moveTo>
                  <a:pt x="5492" y="3144"/>
                </a:moveTo>
                <a:lnTo>
                  <a:pt x="7602" y="3980"/>
                </a:lnTo>
                <a:lnTo>
                  <a:pt x="5254" y="9910"/>
                </a:lnTo>
                <a:lnTo>
                  <a:pt x="3144" y="9034"/>
                </a:lnTo>
                <a:lnTo>
                  <a:pt x="5492" y="3144"/>
                </a:lnTo>
                <a:close/>
                <a:moveTo>
                  <a:pt x="8199" y="4219"/>
                </a:moveTo>
                <a:lnTo>
                  <a:pt x="10348" y="5054"/>
                </a:lnTo>
                <a:lnTo>
                  <a:pt x="8000" y="10984"/>
                </a:lnTo>
                <a:lnTo>
                  <a:pt x="5851" y="10148"/>
                </a:lnTo>
                <a:lnTo>
                  <a:pt x="8199" y="4219"/>
                </a:lnTo>
                <a:close/>
                <a:moveTo>
                  <a:pt x="10268" y="7800"/>
                </a:moveTo>
                <a:lnTo>
                  <a:pt x="23879" y="13213"/>
                </a:lnTo>
                <a:cubicBezTo>
                  <a:pt x="24697" y="11746"/>
                  <a:pt x="26236" y="10899"/>
                  <a:pt x="27828" y="10899"/>
                </a:cubicBezTo>
                <a:cubicBezTo>
                  <a:pt x="28481" y="10899"/>
                  <a:pt x="29144" y="11041"/>
                  <a:pt x="29769" y="11342"/>
                </a:cubicBezTo>
                <a:cubicBezTo>
                  <a:pt x="31918" y="12377"/>
                  <a:pt x="32913" y="14884"/>
                  <a:pt x="31998" y="17113"/>
                </a:cubicBezTo>
                <a:cubicBezTo>
                  <a:pt x="31304" y="18880"/>
                  <a:pt x="29610" y="19971"/>
                  <a:pt x="27807" y="19971"/>
                </a:cubicBezTo>
                <a:cubicBezTo>
                  <a:pt x="27336" y="19971"/>
                  <a:pt x="26857" y="19897"/>
                  <a:pt x="26386" y="19740"/>
                </a:cubicBezTo>
                <a:cubicBezTo>
                  <a:pt x="24118" y="19023"/>
                  <a:pt x="22805" y="16675"/>
                  <a:pt x="23402" y="14367"/>
                </a:cubicBezTo>
                <a:lnTo>
                  <a:pt x="9830" y="8955"/>
                </a:lnTo>
                <a:lnTo>
                  <a:pt x="10268" y="7800"/>
                </a:lnTo>
                <a:close/>
                <a:moveTo>
                  <a:pt x="10945" y="0"/>
                </a:moveTo>
                <a:cubicBezTo>
                  <a:pt x="8636" y="40"/>
                  <a:pt x="6368" y="756"/>
                  <a:pt x="4418" y="2069"/>
                </a:cubicBezTo>
                <a:cubicBezTo>
                  <a:pt x="4219" y="2189"/>
                  <a:pt x="4060" y="2308"/>
                  <a:pt x="3861" y="2467"/>
                </a:cubicBezTo>
                <a:lnTo>
                  <a:pt x="4816" y="2826"/>
                </a:lnTo>
                <a:lnTo>
                  <a:pt x="2428" y="8795"/>
                </a:lnTo>
                <a:lnTo>
                  <a:pt x="637" y="8079"/>
                </a:lnTo>
                <a:lnTo>
                  <a:pt x="637" y="8079"/>
                </a:lnTo>
                <a:cubicBezTo>
                  <a:pt x="0" y="12258"/>
                  <a:pt x="1632" y="17233"/>
                  <a:pt x="2866" y="20974"/>
                </a:cubicBezTo>
                <a:cubicBezTo>
                  <a:pt x="3463" y="22804"/>
                  <a:pt x="4020" y="24555"/>
                  <a:pt x="4099" y="25471"/>
                </a:cubicBezTo>
                <a:cubicBezTo>
                  <a:pt x="4179" y="27461"/>
                  <a:pt x="4139" y="29450"/>
                  <a:pt x="3900" y="31440"/>
                </a:cubicBezTo>
                <a:cubicBezTo>
                  <a:pt x="3622" y="34982"/>
                  <a:pt x="3343" y="38604"/>
                  <a:pt x="4179" y="41708"/>
                </a:cubicBezTo>
                <a:cubicBezTo>
                  <a:pt x="5612" y="46922"/>
                  <a:pt x="10149" y="50703"/>
                  <a:pt x="10308" y="50862"/>
                </a:cubicBezTo>
                <a:cubicBezTo>
                  <a:pt x="10746" y="51220"/>
                  <a:pt x="11223" y="51419"/>
                  <a:pt x="11780" y="51419"/>
                </a:cubicBezTo>
                <a:lnTo>
                  <a:pt x="11940" y="51419"/>
                </a:lnTo>
                <a:cubicBezTo>
                  <a:pt x="13293" y="51419"/>
                  <a:pt x="14407" y="50305"/>
                  <a:pt x="14407" y="48951"/>
                </a:cubicBezTo>
                <a:cubicBezTo>
                  <a:pt x="14407" y="48713"/>
                  <a:pt x="14367" y="48514"/>
                  <a:pt x="14328" y="48275"/>
                </a:cubicBezTo>
                <a:cubicBezTo>
                  <a:pt x="14129" y="47041"/>
                  <a:pt x="13014" y="39997"/>
                  <a:pt x="14646" y="35500"/>
                </a:cubicBezTo>
                <a:cubicBezTo>
                  <a:pt x="15880" y="32117"/>
                  <a:pt x="17631" y="30366"/>
                  <a:pt x="18427" y="29888"/>
                </a:cubicBezTo>
                <a:cubicBezTo>
                  <a:pt x="19223" y="30366"/>
                  <a:pt x="21014" y="32117"/>
                  <a:pt x="22208" y="35500"/>
                </a:cubicBezTo>
                <a:cubicBezTo>
                  <a:pt x="23998" y="40395"/>
                  <a:pt x="22526" y="48434"/>
                  <a:pt x="22526" y="48474"/>
                </a:cubicBezTo>
                <a:cubicBezTo>
                  <a:pt x="22207" y="50157"/>
                  <a:pt x="23538" y="51438"/>
                  <a:pt x="24976" y="51438"/>
                </a:cubicBezTo>
                <a:cubicBezTo>
                  <a:pt x="25511" y="51438"/>
                  <a:pt x="26060" y="51261"/>
                  <a:pt x="26546" y="50862"/>
                </a:cubicBezTo>
                <a:cubicBezTo>
                  <a:pt x="26745" y="50703"/>
                  <a:pt x="31282" y="46882"/>
                  <a:pt x="32714" y="41708"/>
                </a:cubicBezTo>
                <a:cubicBezTo>
                  <a:pt x="33550" y="38604"/>
                  <a:pt x="33271" y="34943"/>
                  <a:pt x="32993" y="31401"/>
                </a:cubicBezTo>
                <a:cubicBezTo>
                  <a:pt x="32754" y="29450"/>
                  <a:pt x="32674" y="27421"/>
                  <a:pt x="32794" y="25431"/>
                </a:cubicBezTo>
                <a:cubicBezTo>
                  <a:pt x="32873" y="24555"/>
                  <a:pt x="33431" y="22804"/>
                  <a:pt x="34028" y="20974"/>
                </a:cubicBezTo>
                <a:cubicBezTo>
                  <a:pt x="35978" y="15083"/>
                  <a:pt x="38883" y="6129"/>
                  <a:pt x="32436" y="2069"/>
                </a:cubicBezTo>
                <a:cubicBezTo>
                  <a:pt x="30525" y="756"/>
                  <a:pt x="28257" y="40"/>
                  <a:pt x="25909" y="0"/>
                </a:cubicBezTo>
                <a:cubicBezTo>
                  <a:pt x="23919" y="80"/>
                  <a:pt x="22009" y="557"/>
                  <a:pt x="20218" y="1433"/>
                </a:cubicBezTo>
                <a:cubicBezTo>
                  <a:pt x="19660" y="1711"/>
                  <a:pt x="19064" y="1910"/>
                  <a:pt x="18427" y="2030"/>
                </a:cubicBezTo>
                <a:cubicBezTo>
                  <a:pt x="17830" y="1910"/>
                  <a:pt x="17233" y="1711"/>
                  <a:pt x="16676" y="1433"/>
                </a:cubicBezTo>
                <a:cubicBezTo>
                  <a:pt x="14885" y="557"/>
                  <a:pt x="12935" y="80"/>
                  <a:pt x="1094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23" name="Google Shape;1623;p38"/>
          <p:cNvGrpSpPr/>
          <p:nvPr/>
        </p:nvGrpSpPr>
        <p:grpSpPr>
          <a:xfrm>
            <a:off x="5255580" y="1017725"/>
            <a:ext cx="3551438" cy="3764383"/>
            <a:chOff x="3574175" y="1229125"/>
            <a:chExt cx="1770349" cy="1926156"/>
          </a:xfrm>
        </p:grpSpPr>
        <p:sp>
          <p:nvSpPr>
            <p:cNvPr id="1624" name="Google Shape;1624;p38"/>
            <p:cNvSpPr/>
            <p:nvPr/>
          </p:nvSpPr>
          <p:spPr>
            <a:xfrm>
              <a:off x="4652134" y="1743749"/>
              <a:ext cx="219452" cy="37426"/>
            </a:xfrm>
            <a:custGeom>
              <a:avLst/>
              <a:gdLst/>
              <a:ahLst/>
              <a:cxnLst/>
              <a:rect l="l" t="t" r="r" b="b"/>
              <a:pathLst>
                <a:path w="1806" h="308" extrusionOk="0">
                  <a:moveTo>
                    <a:pt x="491" y="1"/>
                  </a:moveTo>
                  <a:lnTo>
                    <a:pt x="0" y="53"/>
                  </a:lnTo>
                  <a:lnTo>
                    <a:pt x="0" y="194"/>
                  </a:lnTo>
                  <a:lnTo>
                    <a:pt x="605" y="308"/>
                  </a:lnTo>
                  <a:lnTo>
                    <a:pt x="1788" y="176"/>
                  </a:lnTo>
                  <a:lnTo>
                    <a:pt x="1806" y="53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rgbClr val="67A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38"/>
            <p:cNvSpPr/>
            <p:nvPr/>
          </p:nvSpPr>
          <p:spPr>
            <a:xfrm>
              <a:off x="4677652" y="1673512"/>
              <a:ext cx="154564" cy="109847"/>
            </a:xfrm>
            <a:custGeom>
              <a:avLst/>
              <a:gdLst/>
              <a:ahLst/>
              <a:cxnLst/>
              <a:rect l="l" t="t" r="r" b="b"/>
              <a:pathLst>
                <a:path w="1272" h="904" extrusionOk="0">
                  <a:moveTo>
                    <a:pt x="1" y="0"/>
                  </a:moveTo>
                  <a:lnTo>
                    <a:pt x="1" y="745"/>
                  </a:lnTo>
                  <a:cubicBezTo>
                    <a:pt x="202" y="824"/>
                    <a:pt x="421" y="877"/>
                    <a:pt x="640" y="903"/>
                  </a:cubicBezTo>
                  <a:cubicBezTo>
                    <a:pt x="851" y="877"/>
                    <a:pt x="1070" y="824"/>
                    <a:pt x="1272" y="745"/>
                  </a:cubicBezTo>
                  <a:lnTo>
                    <a:pt x="1272" y="0"/>
                  </a:lnTo>
                  <a:lnTo>
                    <a:pt x="640" y="8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DD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38"/>
            <p:cNvSpPr/>
            <p:nvPr/>
          </p:nvSpPr>
          <p:spPr>
            <a:xfrm>
              <a:off x="4676559" y="1716043"/>
              <a:ext cx="156751" cy="32079"/>
            </a:xfrm>
            <a:custGeom>
              <a:avLst/>
              <a:gdLst/>
              <a:ahLst/>
              <a:cxnLst/>
              <a:rect l="l" t="t" r="r" b="b"/>
              <a:pathLst>
                <a:path w="1290" h="264" extrusionOk="0">
                  <a:moveTo>
                    <a:pt x="237" y="1"/>
                  </a:moveTo>
                  <a:cubicBezTo>
                    <a:pt x="1" y="1"/>
                    <a:pt x="308" y="264"/>
                    <a:pt x="649" y="264"/>
                  </a:cubicBezTo>
                  <a:cubicBezTo>
                    <a:pt x="983" y="264"/>
                    <a:pt x="1289" y="1"/>
                    <a:pt x="1061" y="1"/>
                  </a:cubicBezTo>
                  <a:close/>
                </a:path>
              </a:pathLst>
            </a:custGeom>
            <a:solidFill>
              <a:srgbClr val="FDB4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8"/>
            <p:cNvSpPr/>
            <p:nvPr/>
          </p:nvSpPr>
          <p:spPr>
            <a:xfrm>
              <a:off x="4410563" y="1757845"/>
              <a:ext cx="689826" cy="1008311"/>
            </a:xfrm>
            <a:custGeom>
              <a:avLst/>
              <a:gdLst/>
              <a:ahLst/>
              <a:cxnLst/>
              <a:rect l="l" t="t" r="r" b="b"/>
              <a:pathLst>
                <a:path w="5677" h="8298" extrusionOk="0">
                  <a:moveTo>
                    <a:pt x="2843" y="1"/>
                  </a:moveTo>
                  <a:cubicBezTo>
                    <a:pt x="2264" y="1"/>
                    <a:pt x="1686" y="73"/>
                    <a:pt x="1120" y="218"/>
                  </a:cubicBezTo>
                  <a:cubicBezTo>
                    <a:pt x="68" y="472"/>
                    <a:pt x="305" y="4776"/>
                    <a:pt x="130" y="6740"/>
                  </a:cubicBezTo>
                  <a:cubicBezTo>
                    <a:pt x="1" y="8168"/>
                    <a:pt x="700" y="8298"/>
                    <a:pt x="1945" y="8298"/>
                  </a:cubicBezTo>
                  <a:cubicBezTo>
                    <a:pt x="2220" y="8298"/>
                    <a:pt x="2522" y="8291"/>
                    <a:pt x="2847" y="8291"/>
                  </a:cubicBezTo>
                  <a:cubicBezTo>
                    <a:pt x="3171" y="8291"/>
                    <a:pt x="3471" y="8298"/>
                    <a:pt x="3745" y="8298"/>
                  </a:cubicBezTo>
                  <a:cubicBezTo>
                    <a:pt x="4982" y="8298"/>
                    <a:pt x="5676" y="8168"/>
                    <a:pt x="5547" y="6740"/>
                  </a:cubicBezTo>
                  <a:cubicBezTo>
                    <a:pt x="5372" y="4767"/>
                    <a:pt x="5608" y="472"/>
                    <a:pt x="4565" y="218"/>
                  </a:cubicBezTo>
                  <a:cubicBezTo>
                    <a:pt x="4000" y="73"/>
                    <a:pt x="3421" y="1"/>
                    <a:pt x="2843" y="1"/>
                  </a:cubicBezTo>
                  <a:close/>
                </a:path>
              </a:pathLst>
            </a:custGeom>
            <a:solidFill>
              <a:srgbClr val="FFDD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8"/>
            <p:cNvSpPr/>
            <p:nvPr/>
          </p:nvSpPr>
          <p:spPr>
            <a:xfrm>
              <a:off x="4100821" y="1775344"/>
              <a:ext cx="522625" cy="529065"/>
            </a:xfrm>
            <a:custGeom>
              <a:avLst/>
              <a:gdLst/>
              <a:ahLst/>
              <a:cxnLst/>
              <a:rect l="l" t="t" r="r" b="b"/>
              <a:pathLst>
                <a:path w="4301" h="4354" extrusionOk="0">
                  <a:moveTo>
                    <a:pt x="3450" y="0"/>
                  </a:moveTo>
                  <a:cubicBezTo>
                    <a:pt x="2316" y="0"/>
                    <a:pt x="405" y="2882"/>
                    <a:pt x="110" y="3834"/>
                  </a:cubicBezTo>
                  <a:cubicBezTo>
                    <a:pt x="1" y="4197"/>
                    <a:pt x="37" y="4354"/>
                    <a:pt x="184" y="4354"/>
                  </a:cubicBezTo>
                  <a:cubicBezTo>
                    <a:pt x="482" y="4354"/>
                    <a:pt x="1241" y="3700"/>
                    <a:pt x="2153" y="2818"/>
                  </a:cubicBezTo>
                  <a:cubicBezTo>
                    <a:pt x="3520" y="1503"/>
                    <a:pt x="4300" y="714"/>
                    <a:pt x="3924" y="240"/>
                  </a:cubicBezTo>
                  <a:cubicBezTo>
                    <a:pt x="3792" y="74"/>
                    <a:pt x="3631" y="0"/>
                    <a:pt x="3450" y="0"/>
                  </a:cubicBezTo>
                  <a:close/>
                </a:path>
              </a:pathLst>
            </a:custGeom>
            <a:solidFill>
              <a:srgbClr val="E6D5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8"/>
            <p:cNvSpPr/>
            <p:nvPr/>
          </p:nvSpPr>
          <p:spPr>
            <a:xfrm>
              <a:off x="3740651" y="1799161"/>
              <a:ext cx="531253" cy="504884"/>
            </a:xfrm>
            <a:custGeom>
              <a:avLst/>
              <a:gdLst/>
              <a:ahLst/>
              <a:cxnLst/>
              <a:rect l="l" t="t" r="r" b="b"/>
              <a:pathLst>
                <a:path w="4372" h="4155" extrusionOk="0">
                  <a:moveTo>
                    <a:pt x="327" y="1"/>
                  </a:moveTo>
                  <a:cubicBezTo>
                    <a:pt x="1" y="1"/>
                    <a:pt x="496" y="890"/>
                    <a:pt x="1251" y="2052"/>
                  </a:cubicBezTo>
                  <a:cubicBezTo>
                    <a:pt x="2086" y="3356"/>
                    <a:pt x="2625" y="4155"/>
                    <a:pt x="3065" y="4155"/>
                  </a:cubicBezTo>
                  <a:cubicBezTo>
                    <a:pt x="3110" y="4155"/>
                    <a:pt x="3154" y="4146"/>
                    <a:pt x="3197" y="4129"/>
                  </a:cubicBezTo>
                  <a:cubicBezTo>
                    <a:pt x="4372" y="3656"/>
                    <a:pt x="1584" y="702"/>
                    <a:pt x="690" y="150"/>
                  </a:cubicBezTo>
                  <a:cubicBezTo>
                    <a:pt x="521" y="48"/>
                    <a:pt x="403" y="1"/>
                    <a:pt x="327" y="1"/>
                  </a:cubicBezTo>
                  <a:close/>
                </a:path>
              </a:pathLst>
            </a:custGeom>
            <a:solidFill>
              <a:srgbClr val="E6D5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8"/>
            <p:cNvSpPr/>
            <p:nvPr/>
          </p:nvSpPr>
          <p:spPr>
            <a:xfrm>
              <a:off x="3574175" y="1705957"/>
              <a:ext cx="243997" cy="154685"/>
            </a:xfrm>
            <a:custGeom>
              <a:avLst/>
              <a:gdLst/>
              <a:ahLst/>
              <a:cxnLst/>
              <a:rect l="l" t="t" r="r" b="b"/>
              <a:pathLst>
                <a:path w="2008" h="1273" extrusionOk="0">
                  <a:moveTo>
                    <a:pt x="918" y="1"/>
                  </a:moveTo>
                  <a:cubicBezTo>
                    <a:pt x="862" y="1"/>
                    <a:pt x="821" y="15"/>
                    <a:pt x="807" y="49"/>
                  </a:cubicBezTo>
                  <a:cubicBezTo>
                    <a:pt x="728" y="207"/>
                    <a:pt x="1166" y="461"/>
                    <a:pt x="1122" y="487"/>
                  </a:cubicBezTo>
                  <a:cubicBezTo>
                    <a:pt x="1121" y="488"/>
                    <a:pt x="1119" y="488"/>
                    <a:pt x="1116" y="488"/>
                  </a:cubicBezTo>
                  <a:cubicBezTo>
                    <a:pt x="1040" y="488"/>
                    <a:pt x="414" y="209"/>
                    <a:pt x="167" y="209"/>
                  </a:cubicBezTo>
                  <a:cubicBezTo>
                    <a:pt x="116" y="209"/>
                    <a:pt x="80" y="221"/>
                    <a:pt x="70" y="250"/>
                  </a:cubicBezTo>
                  <a:cubicBezTo>
                    <a:pt x="0" y="417"/>
                    <a:pt x="377" y="934"/>
                    <a:pt x="798" y="1101"/>
                  </a:cubicBezTo>
                  <a:cubicBezTo>
                    <a:pt x="953" y="1161"/>
                    <a:pt x="1267" y="1272"/>
                    <a:pt x="1530" y="1272"/>
                  </a:cubicBezTo>
                  <a:cubicBezTo>
                    <a:pt x="1728" y="1272"/>
                    <a:pt x="1897" y="1209"/>
                    <a:pt x="1946" y="1013"/>
                  </a:cubicBezTo>
                  <a:cubicBezTo>
                    <a:pt x="2007" y="724"/>
                    <a:pt x="1920" y="566"/>
                    <a:pt x="1709" y="364"/>
                  </a:cubicBezTo>
                  <a:cubicBezTo>
                    <a:pt x="1551" y="199"/>
                    <a:pt x="1126" y="1"/>
                    <a:pt x="918" y="1"/>
                  </a:cubicBezTo>
                  <a:close/>
                </a:path>
              </a:pathLst>
            </a:custGeom>
            <a:solidFill>
              <a:srgbClr val="FFDD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8"/>
            <p:cNvSpPr/>
            <p:nvPr/>
          </p:nvSpPr>
          <p:spPr>
            <a:xfrm>
              <a:off x="4899174" y="1775344"/>
              <a:ext cx="344366" cy="644867"/>
            </a:xfrm>
            <a:custGeom>
              <a:avLst/>
              <a:gdLst/>
              <a:ahLst/>
              <a:cxnLst/>
              <a:rect l="l" t="t" r="r" b="b"/>
              <a:pathLst>
                <a:path w="2834" h="5307" extrusionOk="0">
                  <a:moveTo>
                    <a:pt x="841" y="1"/>
                  </a:moveTo>
                  <a:cubicBezTo>
                    <a:pt x="739" y="1"/>
                    <a:pt x="634" y="29"/>
                    <a:pt x="527" y="91"/>
                  </a:cubicBezTo>
                  <a:cubicBezTo>
                    <a:pt x="1" y="398"/>
                    <a:pt x="439" y="1415"/>
                    <a:pt x="1219" y="3142"/>
                  </a:cubicBezTo>
                  <a:cubicBezTo>
                    <a:pt x="1778" y="4380"/>
                    <a:pt x="2270" y="5306"/>
                    <a:pt x="2539" y="5306"/>
                  </a:cubicBezTo>
                  <a:cubicBezTo>
                    <a:pt x="2646" y="5306"/>
                    <a:pt x="2717" y="5162"/>
                    <a:pt x="2745" y="4834"/>
                  </a:cubicBezTo>
                  <a:cubicBezTo>
                    <a:pt x="2833" y="3778"/>
                    <a:pt x="2010" y="1"/>
                    <a:pt x="841" y="1"/>
                  </a:cubicBezTo>
                  <a:close/>
                </a:path>
              </a:pathLst>
            </a:custGeom>
            <a:solidFill>
              <a:srgbClr val="E6D5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8"/>
            <p:cNvSpPr/>
            <p:nvPr/>
          </p:nvSpPr>
          <p:spPr>
            <a:xfrm>
              <a:off x="5121790" y="2341005"/>
              <a:ext cx="202926" cy="611572"/>
            </a:xfrm>
            <a:custGeom>
              <a:avLst/>
              <a:gdLst/>
              <a:ahLst/>
              <a:cxnLst/>
              <a:rect l="l" t="t" r="r" b="b"/>
              <a:pathLst>
                <a:path w="1670" h="5033" extrusionOk="0">
                  <a:moveTo>
                    <a:pt x="640" y="0"/>
                  </a:moveTo>
                  <a:cubicBezTo>
                    <a:pt x="582" y="0"/>
                    <a:pt x="521" y="13"/>
                    <a:pt x="457" y="38"/>
                  </a:cubicBezTo>
                  <a:cubicBezTo>
                    <a:pt x="1" y="231"/>
                    <a:pt x="176" y="1222"/>
                    <a:pt x="501" y="2887"/>
                  </a:cubicBezTo>
                  <a:cubicBezTo>
                    <a:pt x="745" y="4116"/>
                    <a:pt x="985" y="5032"/>
                    <a:pt x="1199" y="5032"/>
                  </a:cubicBezTo>
                  <a:cubicBezTo>
                    <a:pt x="1276" y="5032"/>
                    <a:pt x="1351" y="4912"/>
                    <a:pt x="1421" y="4641"/>
                  </a:cubicBezTo>
                  <a:cubicBezTo>
                    <a:pt x="1670" y="3679"/>
                    <a:pt x="1636" y="0"/>
                    <a:pt x="640" y="0"/>
                  </a:cubicBezTo>
                  <a:close/>
                </a:path>
              </a:pathLst>
            </a:custGeom>
            <a:solidFill>
              <a:srgbClr val="E6D5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8"/>
            <p:cNvSpPr/>
            <p:nvPr/>
          </p:nvSpPr>
          <p:spPr>
            <a:xfrm>
              <a:off x="5203812" y="2908489"/>
              <a:ext cx="140711" cy="246792"/>
            </a:xfrm>
            <a:custGeom>
              <a:avLst/>
              <a:gdLst/>
              <a:ahLst/>
              <a:cxnLst/>
              <a:rect l="l" t="t" r="r" b="b"/>
              <a:pathLst>
                <a:path w="1158" h="2031" extrusionOk="0">
                  <a:moveTo>
                    <a:pt x="668" y="0"/>
                  </a:moveTo>
                  <a:cubicBezTo>
                    <a:pt x="648" y="0"/>
                    <a:pt x="627" y="2"/>
                    <a:pt x="606" y="6"/>
                  </a:cubicBezTo>
                  <a:cubicBezTo>
                    <a:pt x="316" y="67"/>
                    <a:pt x="211" y="207"/>
                    <a:pt x="106" y="470"/>
                  </a:cubicBezTo>
                  <a:cubicBezTo>
                    <a:pt x="1" y="742"/>
                    <a:pt x="10" y="1426"/>
                    <a:pt x="176" y="1434"/>
                  </a:cubicBezTo>
                  <a:cubicBezTo>
                    <a:pt x="178" y="1435"/>
                    <a:pt x="179" y="1435"/>
                    <a:pt x="180" y="1435"/>
                  </a:cubicBezTo>
                  <a:cubicBezTo>
                    <a:pt x="338" y="1435"/>
                    <a:pt x="400" y="968"/>
                    <a:pt x="443" y="968"/>
                  </a:cubicBezTo>
                  <a:cubicBezTo>
                    <a:pt x="445" y="968"/>
                    <a:pt x="446" y="969"/>
                    <a:pt x="448" y="970"/>
                  </a:cubicBezTo>
                  <a:cubicBezTo>
                    <a:pt x="492" y="1005"/>
                    <a:pt x="466" y="2031"/>
                    <a:pt x="647" y="2031"/>
                  </a:cubicBezTo>
                  <a:cubicBezTo>
                    <a:pt x="648" y="2031"/>
                    <a:pt x="649" y="2031"/>
                    <a:pt x="650" y="2031"/>
                  </a:cubicBezTo>
                  <a:cubicBezTo>
                    <a:pt x="825" y="2022"/>
                    <a:pt x="1158" y="1478"/>
                    <a:pt x="1140" y="1022"/>
                  </a:cubicBezTo>
                  <a:cubicBezTo>
                    <a:pt x="1132" y="755"/>
                    <a:pt x="1084" y="0"/>
                    <a:pt x="668" y="0"/>
                  </a:cubicBezTo>
                  <a:close/>
                </a:path>
              </a:pathLst>
            </a:custGeom>
            <a:solidFill>
              <a:srgbClr val="FFDD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8"/>
            <p:cNvSpPr/>
            <p:nvPr/>
          </p:nvSpPr>
          <p:spPr>
            <a:xfrm>
              <a:off x="4590283" y="1280405"/>
              <a:ext cx="331365" cy="454943"/>
            </a:xfrm>
            <a:custGeom>
              <a:avLst/>
              <a:gdLst/>
              <a:ahLst/>
              <a:cxnLst/>
              <a:rect l="l" t="t" r="r" b="b"/>
              <a:pathLst>
                <a:path w="2727" h="3744" extrusionOk="0">
                  <a:moveTo>
                    <a:pt x="1333" y="1"/>
                  </a:moveTo>
                  <a:cubicBezTo>
                    <a:pt x="202" y="1"/>
                    <a:pt x="1" y="1070"/>
                    <a:pt x="9" y="1877"/>
                  </a:cubicBezTo>
                  <a:cubicBezTo>
                    <a:pt x="9" y="1955"/>
                    <a:pt x="9" y="2026"/>
                    <a:pt x="18" y="2087"/>
                  </a:cubicBezTo>
                  <a:lnTo>
                    <a:pt x="18" y="2113"/>
                  </a:lnTo>
                  <a:cubicBezTo>
                    <a:pt x="27" y="2920"/>
                    <a:pt x="527" y="3744"/>
                    <a:pt x="1333" y="3744"/>
                  </a:cubicBezTo>
                  <a:cubicBezTo>
                    <a:pt x="2157" y="3744"/>
                    <a:pt x="2727" y="2867"/>
                    <a:pt x="2692" y="2061"/>
                  </a:cubicBezTo>
                  <a:lnTo>
                    <a:pt x="2692" y="2008"/>
                  </a:lnTo>
                  <a:cubicBezTo>
                    <a:pt x="2692" y="1964"/>
                    <a:pt x="2692" y="1929"/>
                    <a:pt x="2701" y="1877"/>
                  </a:cubicBezTo>
                  <a:cubicBezTo>
                    <a:pt x="2727" y="1070"/>
                    <a:pt x="2543" y="1"/>
                    <a:pt x="1333" y="1"/>
                  </a:cubicBezTo>
                  <a:close/>
                </a:path>
              </a:pathLst>
            </a:custGeom>
            <a:solidFill>
              <a:srgbClr val="FFDD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8"/>
            <p:cNvSpPr/>
            <p:nvPr/>
          </p:nvSpPr>
          <p:spPr>
            <a:xfrm>
              <a:off x="4778874" y="1488078"/>
              <a:ext cx="24546" cy="56625"/>
            </a:xfrm>
            <a:custGeom>
              <a:avLst/>
              <a:gdLst/>
              <a:ahLst/>
              <a:cxnLst/>
              <a:rect l="l" t="t" r="r" b="b"/>
              <a:pathLst>
                <a:path w="202" h="466" extrusionOk="0">
                  <a:moveTo>
                    <a:pt x="167" y="1"/>
                  </a:moveTo>
                  <a:cubicBezTo>
                    <a:pt x="0" y="62"/>
                    <a:pt x="18" y="466"/>
                    <a:pt x="18" y="466"/>
                  </a:cubicBezTo>
                  <a:cubicBezTo>
                    <a:pt x="18" y="466"/>
                    <a:pt x="132" y="89"/>
                    <a:pt x="202" y="36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DB4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8"/>
            <p:cNvSpPr/>
            <p:nvPr/>
          </p:nvSpPr>
          <p:spPr>
            <a:xfrm>
              <a:off x="4705358" y="1488078"/>
              <a:ext cx="24667" cy="56625"/>
            </a:xfrm>
            <a:custGeom>
              <a:avLst/>
              <a:gdLst/>
              <a:ahLst/>
              <a:cxnLst/>
              <a:rect l="l" t="t" r="r" b="b"/>
              <a:pathLst>
                <a:path w="203" h="466" extrusionOk="0">
                  <a:moveTo>
                    <a:pt x="44" y="1"/>
                  </a:moveTo>
                  <a:lnTo>
                    <a:pt x="0" y="36"/>
                  </a:lnTo>
                  <a:cubicBezTo>
                    <a:pt x="88" y="89"/>
                    <a:pt x="193" y="466"/>
                    <a:pt x="193" y="466"/>
                  </a:cubicBezTo>
                  <a:cubicBezTo>
                    <a:pt x="193" y="466"/>
                    <a:pt x="202" y="62"/>
                    <a:pt x="44" y="1"/>
                  </a:cubicBezTo>
                  <a:close/>
                </a:path>
              </a:pathLst>
            </a:custGeom>
            <a:solidFill>
              <a:srgbClr val="FDB4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8"/>
            <p:cNvSpPr/>
            <p:nvPr/>
          </p:nvSpPr>
          <p:spPr>
            <a:xfrm>
              <a:off x="4795886" y="1479207"/>
              <a:ext cx="69384" cy="12273"/>
            </a:xfrm>
            <a:custGeom>
              <a:avLst/>
              <a:gdLst/>
              <a:ahLst/>
              <a:cxnLst/>
              <a:rect l="l" t="t" r="r" b="b"/>
              <a:pathLst>
                <a:path w="571" h="101" extrusionOk="0">
                  <a:moveTo>
                    <a:pt x="185" y="0"/>
                  </a:moveTo>
                  <a:cubicBezTo>
                    <a:pt x="115" y="0"/>
                    <a:pt x="55" y="10"/>
                    <a:pt x="27" y="39"/>
                  </a:cubicBezTo>
                  <a:cubicBezTo>
                    <a:pt x="1" y="56"/>
                    <a:pt x="27" y="100"/>
                    <a:pt x="27" y="100"/>
                  </a:cubicBezTo>
                  <a:lnTo>
                    <a:pt x="570" y="100"/>
                  </a:lnTo>
                  <a:lnTo>
                    <a:pt x="570" y="56"/>
                  </a:lnTo>
                  <a:cubicBezTo>
                    <a:pt x="570" y="56"/>
                    <a:pt x="350" y="0"/>
                    <a:pt x="1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8"/>
            <p:cNvSpPr/>
            <p:nvPr/>
          </p:nvSpPr>
          <p:spPr>
            <a:xfrm>
              <a:off x="4644600" y="1478964"/>
              <a:ext cx="68290" cy="13609"/>
            </a:xfrm>
            <a:custGeom>
              <a:avLst/>
              <a:gdLst/>
              <a:ahLst/>
              <a:cxnLst/>
              <a:rect l="l" t="t" r="r" b="b"/>
              <a:pathLst>
                <a:path w="562" h="112" extrusionOk="0">
                  <a:moveTo>
                    <a:pt x="370" y="0"/>
                  </a:moveTo>
                  <a:cubicBezTo>
                    <a:pt x="207" y="0"/>
                    <a:pt x="1" y="50"/>
                    <a:pt x="1" y="50"/>
                  </a:cubicBezTo>
                  <a:lnTo>
                    <a:pt x="1" y="111"/>
                  </a:lnTo>
                  <a:cubicBezTo>
                    <a:pt x="1" y="111"/>
                    <a:pt x="535" y="111"/>
                    <a:pt x="544" y="102"/>
                  </a:cubicBezTo>
                  <a:cubicBezTo>
                    <a:pt x="562" y="85"/>
                    <a:pt x="562" y="58"/>
                    <a:pt x="544" y="41"/>
                  </a:cubicBezTo>
                  <a:cubicBezTo>
                    <a:pt x="511" y="11"/>
                    <a:pt x="445" y="0"/>
                    <a:pt x="3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38"/>
            <p:cNvSpPr/>
            <p:nvPr/>
          </p:nvSpPr>
          <p:spPr>
            <a:xfrm>
              <a:off x="4514701" y="1229125"/>
              <a:ext cx="451783" cy="295397"/>
            </a:xfrm>
            <a:custGeom>
              <a:avLst/>
              <a:gdLst/>
              <a:ahLst/>
              <a:cxnLst/>
              <a:rect l="l" t="t" r="r" b="b"/>
              <a:pathLst>
                <a:path w="3718" h="2431" extrusionOk="0">
                  <a:moveTo>
                    <a:pt x="2036" y="1"/>
                  </a:moveTo>
                  <a:cubicBezTo>
                    <a:pt x="2015" y="1"/>
                    <a:pt x="1994" y="1"/>
                    <a:pt x="1973" y="2"/>
                  </a:cubicBezTo>
                  <a:cubicBezTo>
                    <a:pt x="0" y="2"/>
                    <a:pt x="631" y="2430"/>
                    <a:pt x="631" y="2430"/>
                  </a:cubicBezTo>
                  <a:lnTo>
                    <a:pt x="816" y="1422"/>
                  </a:lnTo>
                  <a:cubicBezTo>
                    <a:pt x="816" y="1422"/>
                    <a:pt x="817" y="1422"/>
                    <a:pt x="821" y="1422"/>
                  </a:cubicBezTo>
                  <a:cubicBezTo>
                    <a:pt x="908" y="1422"/>
                    <a:pt x="1969" y="1414"/>
                    <a:pt x="2884" y="1027"/>
                  </a:cubicBezTo>
                  <a:cubicBezTo>
                    <a:pt x="3165" y="1431"/>
                    <a:pt x="3305" y="1922"/>
                    <a:pt x="3296" y="2412"/>
                  </a:cubicBezTo>
                  <a:cubicBezTo>
                    <a:pt x="3296" y="2412"/>
                    <a:pt x="3717" y="1150"/>
                    <a:pt x="3139" y="449"/>
                  </a:cubicBezTo>
                  <a:cubicBezTo>
                    <a:pt x="3105" y="410"/>
                    <a:pt x="3018" y="403"/>
                    <a:pt x="2960" y="403"/>
                  </a:cubicBezTo>
                  <a:cubicBezTo>
                    <a:pt x="2926" y="403"/>
                    <a:pt x="2902" y="405"/>
                    <a:pt x="2902" y="405"/>
                  </a:cubicBezTo>
                  <a:cubicBezTo>
                    <a:pt x="2902" y="405"/>
                    <a:pt x="2814" y="186"/>
                    <a:pt x="2727" y="142"/>
                  </a:cubicBezTo>
                  <a:cubicBezTo>
                    <a:pt x="2509" y="46"/>
                    <a:pt x="2270" y="1"/>
                    <a:pt x="20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38"/>
            <p:cNvSpPr/>
            <p:nvPr/>
          </p:nvSpPr>
          <p:spPr>
            <a:xfrm>
              <a:off x="4809739" y="1513718"/>
              <a:ext cx="30986" cy="26611"/>
            </a:xfrm>
            <a:custGeom>
              <a:avLst/>
              <a:gdLst/>
              <a:ahLst/>
              <a:cxnLst/>
              <a:rect l="l" t="t" r="r" b="b"/>
              <a:pathLst>
                <a:path w="255" h="219" extrusionOk="0">
                  <a:moveTo>
                    <a:pt x="141" y="0"/>
                  </a:moveTo>
                  <a:cubicBezTo>
                    <a:pt x="44" y="0"/>
                    <a:pt x="0" y="114"/>
                    <a:pt x="71" y="184"/>
                  </a:cubicBezTo>
                  <a:cubicBezTo>
                    <a:pt x="91" y="208"/>
                    <a:pt x="118" y="219"/>
                    <a:pt x="146" y="219"/>
                  </a:cubicBezTo>
                  <a:cubicBezTo>
                    <a:pt x="200" y="219"/>
                    <a:pt x="255" y="176"/>
                    <a:pt x="255" y="106"/>
                  </a:cubicBezTo>
                  <a:cubicBezTo>
                    <a:pt x="255" y="44"/>
                    <a:pt x="202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38"/>
            <p:cNvSpPr/>
            <p:nvPr/>
          </p:nvSpPr>
          <p:spPr>
            <a:xfrm>
              <a:off x="4800139" y="1508614"/>
              <a:ext cx="54438" cy="7291"/>
            </a:xfrm>
            <a:custGeom>
              <a:avLst/>
              <a:gdLst/>
              <a:ahLst/>
              <a:cxnLst/>
              <a:rect l="l" t="t" r="r" b="b"/>
              <a:pathLst>
                <a:path w="448" h="60" extrusionOk="0">
                  <a:moveTo>
                    <a:pt x="221" y="1"/>
                  </a:moveTo>
                  <a:cubicBezTo>
                    <a:pt x="143" y="1"/>
                    <a:pt x="66" y="20"/>
                    <a:pt x="1" y="60"/>
                  </a:cubicBezTo>
                  <a:lnTo>
                    <a:pt x="448" y="60"/>
                  </a:lnTo>
                  <a:cubicBezTo>
                    <a:pt x="378" y="20"/>
                    <a:pt x="299" y="1"/>
                    <a:pt x="2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38"/>
            <p:cNvSpPr/>
            <p:nvPr/>
          </p:nvSpPr>
          <p:spPr>
            <a:xfrm>
              <a:off x="4663800" y="1513718"/>
              <a:ext cx="32079" cy="26611"/>
            </a:xfrm>
            <a:custGeom>
              <a:avLst/>
              <a:gdLst/>
              <a:ahLst/>
              <a:cxnLst/>
              <a:rect l="l" t="t" r="r" b="b"/>
              <a:pathLst>
                <a:path w="264" h="219" extrusionOk="0">
                  <a:moveTo>
                    <a:pt x="150" y="0"/>
                  </a:moveTo>
                  <a:cubicBezTo>
                    <a:pt x="53" y="0"/>
                    <a:pt x="1" y="114"/>
                    <a:pt x="71" y="184"/>
                  </a:cubicBezTo>
                  <a:cubicBezTo>
                    <a:pt x="94" y="208"/>
                    <a:pt x="123" y="219"/>
                    <a:pt x="152" y="219"/>
                  </a:cubicBezTo>
                  <a:cubicBezTo>
                    <a:pt x="209" y="219"/>
                    <a:pt x="264" y="176"/>
                    <a:pt x="264" y="106"/>
                  </a:cubicBezTo>
                  <a:cubicBezTo>
                    <a:pt x="264" y="44"/>
                    <a:pt x="211" y="0"/>
                    <a:pt x="1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38"/>
            <p:cNvSpPr/>
            <p:nvPr/>
          </p:nvSpPr>
          <p:spPr>
            <a:xfrm>
              <a:off x="4654200" y="1508614"/>
              <a:ext cx="55531" cy="7291"/>
            </a:xfrm>
            <a:custGeom>
              <a:avLst/>
              <a:gdLst/>
              <a:ahLst/>
              <a:cxnLst/>
              <a:rect l="l" t="t" r="r" b="b"/>
              <a:pathLst>
                <a:path w="457" h="60" extrusionOk="0">
                  <a:moveTo>
                    <a:pt x="229" y="1"/>
                  </a:moveTo>
                  <a:cubicBezTo>
                    <a:pt x="150" y="1"/>
                    <a:pt x="71" y="20"/>
                    <a:pt x="1" y="60"/>
                  </a:cubicBezTo>
                  <a:lnTo>
                    <a:pt x="456" y="60"/>
                  </a:lnTo>
                  <a:cubicBezTo>
                    <a:pt x="386" y="20"/>
                    <a:pt x="307" y="1"/>
                    <a:pt x="2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38"/>
            <p:cNvSpPr/>
            <p:nvPr/>
          </p:nvSpPr>
          <p:spPr>
            <a:xfrm>
              <a:off x="4806580" y="1553089"/>
              <a:ext cx="53344" cy="24667"/>
            </a:xfrm>
            <a:custGeom>
              <a:avLst/>
              <a:gdLst/>
              <a:ahLst/>
              <a:cxnLst/>
              <a:rect l="l" t="t" r="r" b="b"/>
              <a:pathLst>
                <a:path w="439" h="203" extrusionOk="0">
                  <a:moveTo>
                    <a:pt x="219" y="1"/>
                  </a:moveTo>
                  <a:cubicBezTo>
                    <a:pt x="97" y="1"/>
                    <a:pt x="0" y="45"/>
                    <a:pt x="0" y="106"/>
                  </a:cubicBezTo>
                  <a:cubicBezTo>
                    <a:pt x="0" y="158"/>
                    <a:pt x="97" y="202"/>
                    <a:pt x="219" y="202"/>
                  </a:cubicBezTo>
                  <a:cubicBezTo>
                    <a:pt x="342" y="202"/>
                    <a:pt x="438" y="158"/>
                    <a:pt x="438" y="106"/>
                  </a:cubicBezTo>
                  <a:cubicBezTo>
                    <a:pt x="438" y="45"/>
                    <a:pt x="342" y="1"/>
                    <a:pt x="219" y="1"/>
                  </a:cubicBezTo>
                  <a:close/>
                </a:path>
              </a:pathLst>
            </a:custGeom>
            <a:solidFill>
              <a:srgbClr val="EF88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38"/>
            <p:cNvSpPr/>
            <p:nvPr/>
          </p:nvSpPr>
          <p:spPr>
            <a:xfrm>
              <a:off x="4649947" y="1553089"/>
              <a:ext cx="53344" cy="24667"/>
            </a:xfrm>
            <a:custGeom>
              <a:avLst/>
              <a:gdLst/>
              <a:ahLst/>
              <a:cxnLst/>
              <a:rect l="l" t="t" r="r" b="b"/>
              <a:pathLst>
                <a:path w="439" h="203" extrusionOk="0">
                  <a:moveTo>
                    <a:pt x="220" y="1"/>
                  </a:moveTo>
                  <a:cubicBezTo>
                    <a:pt x="97" y="1"/>
                    <a:pt x="1" y="45"/>
                    <a:pt x="1" y="106"/>
                  </a:cubicBezTo>
                  <a:cubicBezTo>
                    <a:pt x="1" y="158"/>
                    <a:pt x="97" y="202"/>
                    <a:pt x="220" y="202"/>
                  </a:cubicBezTo>
                  <a:cubicBezTo>
                    <a:pt x="334" y="202"/>
                    <a:pt x="439" y="158"/>
                    <a:pt x="439" y="106"/>
                  </a:cubicBezTo>
                  <a:cubicBezTo>
                    <a:pt x="439" y="45"/>
                    <a:pt x="334" y="1"/>
                    <a:pt x="220" y="1"/>
                  </a:cubicBezTo>
                  <a:close/>
                </a:path>
              </a:pathLst>
            </a:custGeom>
            <a:solidFill>
              <a:srgbClr val="EF88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38"/>
            <p:cNvSpPr/>
            <p:nvPr/>
          </p:nvSpPr>
          <p:spPr>
            <a:xfrm>
              <a:off x="4730876" y="1593433"/>
              <a:ext cx="48119" cy="10936"/>
            </a:xfrm>
            <a:custGeom>
              <a:avLst/>
              <a:gdLst/>
              <a:ahLst/>
              <a:cxnLst/>
              <a:rect l="l" t="t" r="r" b="b"/>
              <a:pathLst>
                <a:path w="396" h="90" extrusionOk="0">
                  <a:moveTo>
                    <a:pt x="100" y="1"/>
                  </a:moveTo>
                  <a:cubicBezTo>
                    <a:pt x="40" y="1"/>
                    <a:pt x="1" y="5"/>
                    <a:pt x="1" y="28"/>
                  </a:cubicBezTo>
                  <a:cubicBezTo>
                    <a:pt x="1" y="54"/>
                    <a:pt x="88" y="89"/>
                    <a:pt x="202" y="89"/>
                  </a:cubicBezTo>
                  <a:cubicBezTo>
                    <a:pt x="308" y="89"/>
                    <a:pt x="395" y="54"/>
                    <a:pt x="395" y="28"/>
                  </a:cubicBezTo>
                  <a:cubicBezTo>
                    <a:pt x="395" y="5"/>
                    <a:pt x="356" y="1"/>
                    <a:pt x="299" y="1"/>
                  </a:cubicBezTo>
                  <a:cubicBezTo>
                    <a:pt x="271" y="1"/>
                    <a:pt x="237" y="2"/>
                    <a:pt x="202" y="2"/>
                  </a:cubicBezTo>
                  <a:cubicBezTo>
                    <a:pt x="164" y="2"/>
                    <a:pt x="129" y="1"/>
                    <a:pt x="100" y="1"/>
                  </a:cubicBezTo>
                  <a:close/>
                </a:path>
              </a:pathLst>
            </a:custGeom>
            <a:solidFill>
              <a:srgbClr val="FDB4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38"/>
            <p:cNvSpPr/>
            <p:nvPr/>
          </p:nvSpPr>
          <p:spPr>
            <a:xfrm>
              <a:off x="4733063" y="1658444"/>
              <a:ext cx="44838" cy="13002"/>
            </a:xfrm>
            <a:custGeom>
              <a:avLst/>
              <a:gdLst/>
              <a:ahLst/>
              <a:cxnLst/>
              <a:rect l="l" t="t" r="r" b="b"/>
              <a:pathLst>
                <a:path w="369" h="107" extrusionOk="0">
                  <a:moveTo>
                    <a:pt x="74" y="0"/>
                  </a:moveTo>
                  <a:cubicBezTo>
                    <a:pt x="29" y="0"/>
                    <a:pt x="0" y="3"/>
                    <a:pt x="0" y="19"/>
                  </a:cubicBezTo>
                  <a:cubicBezTo>
                    <a:pt x="0" y="45"/>
                    <a:pt x="79" y="107"/>
                    <a:pt x="184" y="107"/>
                  </a:cubicBezTo>
                  <a:cubicBezTo>
                    <a:pt x="281" y="107"/>
                    <a:pt x="369" y="45"/>
                    <a:pt x="369" y="19"/>
                  </a:cubicBezTo>
                  <a:cubicBezTo>
                    <a:pt x="369" y="3"/>
                    <a:pt x="337" y="0"/>
                    <a:pt x="291" y="0"/>
                  </a:cubicBezTo>
                  <a:cubicBezTo>
                    <a:pt x="260" y="0"/>
                    <a:pt x="223" y="2"/>
                    <a:pt x="184" y="2"/>
                  </a:cubicBezTo>
                  <a:cubicBezTo>
                    <a:pt x="142" y="2"/>
                    <a:pt x="104" y="0"/>
                    <a:pt x="74" y="0"/>
                  </a:cubicBezTo>
                  <a:close/>
                </a:path>
              </a:pathLst>
            </a:custGeom>
            <a:solidFill>
              <a:srgbClr val="FDB4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38"/>
            <p:cNvSpPr/>
            <p:nvPr/>
          </p:nvSpPr>
          <p:spPr>
            <a:xfrm>
              <a:off x="4906708" y="1505819"/>
              <a:ext cx="40464" cy="98547"/>
            </a:xfrm>
            <a:custGeom>
              <a:avLst/>
              <a:gdLst/>
              <a:ahLst/>
              <a:cxnLst/>
              <a:rect l="l" t="t" r="r" b="b"/>
              <a:pathLst>
                <a:path w="333" h="811" extrusionOk="0">
                  <a:moveTo>
                    <a:pt x="206" y="1"/>
                  </a:moveTo>
                  <a:cubicBezTo>
                    <a:pt x="169" y="1"/>
                    <a:pt x="131" y="15"/>
                    <a:pt x="105" y="22"/>
                  </a:cubicBezTo>
                  <a:cubicBezTo>
                    <a:pt x="97" y="100"/>
                    <a:pt x="97" y="171"/>
                    <a:pt x="88" y="241"/>
                  </a:cubicBezTo>
                  <a:cubicBezTo>
                    <a:pt x="88" y="258"/>
                    <a:pt x="88" y="267"/>
                    <a:pt x="88" y="285"/>
                  </a:cubicBezTo>
                  <a:cubicBezTo>
                    <a:pt x="88" y="355"/>
                    <a:pt x="0" y="425"/>
                    <a:pt x="62" y="477"/>
                  </a:cubicBezTo>
                  <a:cubicBezTo>
                    <a:pt x="44" y="609"/>
                    <a:pt x="26" y="723"/>
                    <a:pt x="9" y="810"/>
                  </a:cubicBezTo>
                  <a:cubicBezTo>
                    <a:pt x="9" y="810"/>
                    <a:pt x="12" y="811"/>
                    <a:pt x="17" y="811"/>
                  </a:cubicBezTo>
                  <a:cubicBezTo>
                    <a:pt x="61" y="811"/>
                    <a:pt x="269" y="783"/>
                    <a:pt x="316" y="258"/>
                  </a:cubicBezTo>
                  <a:cubicBezTo>
                    <a:pt x="333" y="46"/>
                    <a:pt x="271" y="1"/>
                    <a:pt x="206" y="1"/>
                  </a:cubicBezTo>
                  <a:close/>
                </a:path>
              </a:pathLst>
            </a:custGeom>
            <a:solidFill>
              <a:srgbClr val="FFDD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38"/>
            <p:cNvSpPr/>
            <p:nvPr/>
          </p:nvSpPr>
          <p:spPr>
            <a:xfrm>
              <a:off x="4915214" y="1525505"/>
              <a:ext cx="26733" cy="55288"/>
            </a:xfrm>
            <a:custGeom>
              <a:avLst/>
              <a:gdLst/>
              <a:ahLst/>
              <a:cxnLst/>
              <a:rect l="l" t="t" r="r" b="b"/>
              <a:pathLst>
                <a:path w="220" h="455" extrusionOk="0">
                  <a:moveTo>
                    <a:pt x="129" y="1"/>
                  </a:moveTo>
                  <a:cubicBezTo>
                    <a:pt x="74" y="1"/>
                    <a:pt x="18" y="70"/>
                    <a:pt x="18" y="70"/>
                  </a:cubicBezTo>
                  <a:lnTo>
                    <a:pt x="0" y="201"/>
                  </a:lnTo>
                  <a:cubicBezTo>
                    <a:pt x="0" y="228"/>
                    <a:pt x="35" y="236"/>
                    <a:pt x="79" y="289"/>
                  </a:cubicBezTo>
                  <a:cubicBezTo>
                    <a:pt x="114" y="342"/>
                    <a:pt x="9" y="412"/>
                    <a:pt x="18" y="438"/>
                  </a:cubicBezTo>
                  <a:cubicBezTo>
                    <a:pt x="20" y="449"/>
                    <a:pt x="27" y="454"/>
                    <a:pt x="36" y="454"/>
                  </a:cubicBezTo>
                  <a:cubicBezTo>
                    <a:pt x="58" y="454"/>
                    <a:pt x="92" y="424"/>
                    <a:pt x="123" y="350"/>
                  </a:cubicBezTo>
                  <a:cubicBezTo>
                    <a:pt x="176" y="236"/>
                    <a:pt x="219" y="52"/>
                    <a:pt x="158" y="9"/>
                  </a:cubicBezTo>
                  <a:cubicBezTo>
                    <a:pt x="149" y="3"/>
                    <a:pt x="139" y="1"/>
                    <a:pt x="129" y="1"/>
                  </a:cubicBezTo>
                  <a:close/>
                </a:path>
              </a:pathLst>
            </a:custGeom>
            <a:solidFill>
              <a:srgbClr val="FDB4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38"/>
            <p:cNvSpPr/>
            <p:nvPr/>
          </p:nvSpPr>
          <p:spPr>
            <a:xfrm>
              <a:off x="4904521" y="1481759"/>
              <a:ext cx="18227" cy="115194"/>
            </a:xfrm>
            <a:custGeom>
              <a:avLst/>
              <a:gdLst/>
              <a:ahLst/>
              <a:cxnLst/>
              <a:rect l="l" t="t" r="r" b="b"/>
              <a:pathLst>
                <a:path w="150" h="948" extrusionOk="0">
                  <a:moveTo>
                    <a:pt x="71" y="0"/>
                  </a:moveTo>
                  <a:lnTo>
                    <a:pt x="71" y="0"/>
                  </a:lnTo>
                  <a:cubicBezTo>
                    <a:pt x="97" y="220"/>
                    <a:pt x="1" y="903"/>
                    <a:pt x="1" y="903"/>
                  </a:cubicBezTo>
                  <a:lnTo>
                    <a:pt x="36" y="947"/>
                  </a:lnTo>
                  <a:lnTo>
                    <a:pt x="150" y="149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38"/>
            <p:cNvSpPr/>
            <p:nvPr/>
          </p:nvSpPr>
          <p:spPr>
            <a:xfrm>
              <a:off x="4563064" y="1505819"/>
              <a:ext cx="41193" cy="98547"/>
            </a:xfrm>
            <a:custGeom>
              <a:avLst/>
              <a:gdLst/>
              <a:ahLst/>
              <a:cxnLst/>
              <a:rect l="l" t="t" r="r" b="b"/>
              <a:pathLst>
                <a:path w="339" h="811" extrusionOk="0">
                  <a:moveTo>
                    <a:pt x="131" y="1"/>
                  </a:moveTo>
                  <a:cubicBezTo>
                    <a:pt x="64" y="1"/>
                    <a:pt x="1" y="46"/>
                    <a:pt x="23" y="258"/>
                  </a:cubicBezTo>
                  <a:cubicBezTo>
                    <a:pt x="70" y="783"/>
                    <a:pt x="278" y="811"/>
                    <a:pt x="322" y="811"/>
                  </a:cubicBezTo>
                  <a:cubicBezTo>
                    <a:pt x="327" y="811"/>
                    <a:pt x="330" y="810"/>
                    <a:pt x="330" y="810"/>
                  </a:cubicBezTo>
                  <a:cubicBezTo>
                    <a:pt x="312" y="723"/>
                    <a:pt x="295" y="609"/>
                    <a:pt x="269" y="477"/>
                  </a:cubicBezTo>
                  <a:cubicBezTo>
                    <a:pt x="339" y="425"/>
                    <a:pt x="251" y="355"/>
                    <a:pt x="251" y="285"/>
                  </a:cubicBezTo>
                  <a:cubicBezTo>
                    <a:pt x="251" y="267"/>
                    <a:pt x="251" y="258"/>
                    <a:pt x="251" y="241"/>
                  </a:cubicBezTo>
                  <a:cubicBezTo>
                    <a:pt x="242" y="171"/>
                    <a:pt x="233" y="100"/>
                    <a:pt x="233" y="22"/>
                  </a:cubicBezTo>
                  <a:cubicBezTo>
                    <a:pt x="208" y="15"/>
                    <a:pt x="169" y="1"/>
                    <a:pt x="131" y="1"/>
                  </a:cubicBezTo>
                  <a:close/>
                </a:path>
              </a:pathLst>
            </a:custGeom>
            <a:solidFill>
              <a:srgbClr val="FFDD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38"/>
            <p:cNvSpPr/>
            <p:nvPr/>
          </p:nvSpPr>
          <p:spPr>
            <a:xfrm>
              <a:off x="4569018" y="1525505"/>
              <a:ext cx="25639" cy="55288"/>
            </a:xfrm>
            <a:custGeom>
              <a:avLst/>
              <a:gdLst/>
              <a:ahLst/>
              <a:cxnLst/>
              <a:rect l="l" t="t" r="r" b="b"/>
              <a:pathLst>
                <a:path w="211" h="455" extrusionOk="0">
                  <a:moveTo>
                    <a:pt x="88" y="1"/>
                  </a:moveTo>
                  <a:cubicBezTo>
                    <a:pt x="79" y="1"/>
                    <a:pt x="70" y="3"/>
                    <a:pt x="62" y="9"/>
                  </a:cubicBezTo>
                  <a:cubicBezTo>
                    <a:pt x="0" y="52"/>
                    <a:pt x="44" y="236"/>
                    <a:pt x="88" y="350"/>
                  </a:cubicBezTo>
                  <a:cubicBezTo>
                    <a:pt x="119" y="424"/>
                    <a:pt x="153" y="454"/>
                    <a:pt x="178" y="454"/>
                  </a:cubicBezTo>
                  <a:cubicBezTo>
                    <a:pt x="188" y="454"/>
                    <a:pt x="197" y="449"/>
                    <a:pt x="202" y="438"/>
                  </a:cubicBezTo>
                  <a:cubicBezTo>
                    <a:pt x="211" y="412"/>
                    <a:pt x="106" y="342"/>
                    <a:pt x="141" y="289"/>
                  </a:cubicBezTo>
                  <a:cubicBezTo>
                    <a:pt x="176" y="236"/>
                    <a:pt x="211" y="228"/>
                    <a:pt x="211" y="201"/>
                  </a:cubicBezTo>
                  <a:lnTo>
                    <a:pt x="193" y="70"/>
                  </a:lnTo>
                  <a:cubicBezTo>
                    <a:pt x="193" y="70"/>
                    <a:pt x="137" y="1"/>
                    <a:pt x="88" y="1"/>
                  </a:cubicBezTo>
                  <a:close/>
                </a:path>
              </a:pathLst>
            </a:custGeom>
            <a:solidFill>
              <a:srgbClr val="FDB4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38"/>
            <p:cNvSpPr/>
            <p:nvPr/>
          </p:nvSpPr>
          <p:spPr>
            <a:xfrm>
              <a:off x="4588217" y="1481759"/>
              <a:ext cx="18227" cy="115194"/>
            </a:xfrm>
            <a:custGeom>
              <a:avLst/>
              <a:gdLst/>
              <a:ahLst/>
              <a:cxnLst/>
              <a:rect l="l" t="t" r="r" b="b"/>
              <a:pathLst>
                <a:path w="150" h="948" extrusionOk="0">
                  <a:moveTo>
                    <a:pt x="70" y="0"/>
                  </a:moveTo>
                  <a:lnTo>
                    <a:pt x="0" y="149"/>
                  </a:lnTo>
                  <a:lnTo>
                    <a:pt x="114" y="947"/>
                  </a:lnTo>
                  <a:lnTo>
                    <a:pt x="149" y="903"/>
                  </a:lnTo>
                  <a:cubicBezTo>
                    <a:pt x="149" y="903"/>
                    <a:pt x="53" y="220"/>
                    <a:pt x="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38"/>
            <p:cNvSpPr/>
            <p:nvPr/>
          </p:nvSpPr>
          <p:spPr>
            <a:xfrm>
              <a:off x="4693692" y="1624055"/>
              <a:ext cx="121513" cy="15432"/>
            </a:xfrm>
            <a:custGeom>
              <a:avLst/>
              <a:gdLst/>
              <a:ahLst/>
              <a:cxnLst/>
              <a:rect l="l" t="t" r="r" b="b"/>
              <a:pathLst>
                <a:path w="1000" h="127" extrusionOk="0">
                  <a:moveTo>
                    <a:pt x="973" y="1"/>
                  </a:moveTo>
                  <a:cubicBezTo>
                    <a:pt x="970" y="1"/>
                    <a:pt x="967" y="2"/>
                    <a:pt x="964" y="4"/>
                  </a:cubicBezTo>
                  <a:cubicBezTo>
                    <a:pt x="806" y="39"/>
                    <a:pt x="657" y="65"/>
                    <a:pt x="500" y="65"/>
                  </a:cubicBezTo>
                  <a:cubicBezTo>
                    <a:pt x="351" y="65"/>
                    <a:pt x="202" y="39"/>
                    <a:pt x="53" y="4"/>
                  </a:cubicBezTo>
                  <a:lnTo>
                    <a:pt x="44" y="4"/>
                  </a:lnTo>
                  <a:cubicBezTo>
                    <a:pt x="9" y="4"/>
                    <a:pt x="0" y="48"/>
                    <a:pt x="35" y="65"/>
                  </a:cubicBezTo>
                  <a:cubicBezTo>
                    <a:pt x="184" y="109"/>
                    <a:pt x="342" y="127"/>
                    <a:pt x="500" y="127"/>
                  </a:cubicBezTo>
                  <a:cubicBezTo>
                    <a:pt x="666" y="127"/>
                    <a:pt x="824" y="100"/>
                    <a:pt x="973" y="65"/>
                  </a:cubicBezTo>
                  <a:cubicBezTo>
                    <a:pt x="991" y="57"/>
                    <a:pt x="999" y="39"/>
                    <a:pt x="999" y="22"/>
                  </a:cubicBezTo>
                  <a:cubicBezTo>
                    <a:pt x="993" y="9"/>
                    <a:pt x="982" y="1"/>
                    <a:pt x="9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38"/>
            <p:cNvSpPr/>
            <p:nvPr/>
          </p:nvSpPr>
          <p:spPr>
            <a:xfrm>
              <a:off x="4617989" y="1318804"/>
              <a:ext cx="235491" cy="104501"/>
            </a:xfrm>
            <a:custGeom>
              <a:avLst/>
              <a:gdLst/>
              <a:ahLst/>
              <a:cxnLst/>
              <a:rect l="l" t="t" r="r" b="b"/>
              <a:pathLst>
                <a:path w="1938" h="860" extrusionOk="0">
                  <a:moveTo>
                    <a:pt x="1938" y="0"/>
                  </a:moveTo>
                  <a:lnTo>
                    <a:pt x="342" y="395"/>
                  </a:lnTo>
                  <a:lnTo>
                    <a:pt x="1" y="859"/>
                  </a:lnTo>
                  <a:cubicBezTo>
                    <a:pt x="1" y="859"/>
                    <a:pt x="1526" y="333"/>
                    <a:pt x="19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38"/>
            <p:cNvSpPr/>
            <p:nvPr/>
          </p:nvSpPr>
          <p:spPr>
            <a:xfrm>
              <a:off x="4661734" y="1333630"/>
              <a:ext cx="235491" cy="104501"/>
            </a:xfrm>
            <a:custGeom>
              <a:avLst/>
              <a:gdLst/>
              <a:ahLst/>
              <a:cxnLst/>
              <a:rect l="l" t="t" r="r" b="b"/>
              <a:pathLst>
                <a:path w="1938" h="860" extrusionOk="0">
                  <a:moveTo>
                    <a:pt x="1937" y="1"/>
                  </a:moveTo>
                  <a:lnTo>
                    <a:pt x="342" y="395"/>
                  </a:lnTo>
                  <a:lnTo>
                    <a:pt x="0" y="860"/>
                  </a:lnTo>
                  <a:cubicBezTo>
                    <a:pt x="0" y="860"/>
                    <a:pt x="1525" y="334"/>
                    <a:pt x="19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38"/>
            <p:cNvSpPr/>
            <p:nvPr/>
          </p:nvSpPr>
          <p:spPr>
            <a:xfrm>
              <a:off x="4755422" y="2815407"/>
              <a:ext cx="82142" cy="267449"/>
            </a:xfrm>
            <a:custGeom>
              <a:avLst/>
              <a:gdLst/>
              <a:ahLst/>
              <a:cxnLst/>
              <a:rect l="l" t="t" r="r" b="b"/>
              <a:pathLst>
                <a:path w="676" h="2201" extrusionOk="0">
                  <a:moveTo>
                    <a:pt x="0" y="0"/>
                  </a:moveTo>
                  <a:lnTo>
                    <a:pt x="0" y="2200"/>
                  </a:lnTo>
                  <a:lnTo>
                    <a:pt x="675" y="2200"/>
                  </a:lnTo>
                  <a:cubicBezTo>
                    <a:pt x="535" y="1043"/>
                    <a:pt x="386" y="0"/>
                    <a:pt x="386" y="0"/>
                  </a:cubicBezTo>
                  <a:close/>
                </a:path>
              </a:pathLst>
            </a:custGeom>
            <a:solidFill>
              <a:srgbClr val="DFE5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38"/>
            <p:cNvSpPr/>
            <p:nvPr/>
          </p:nvSpPr>
          <p:spPr>
            <a:xfrm>
              <a:off x="4832098" y="1732084"/>
              <a:ext cx="127953" cy="688247"/>
            </a:xfrm>
            <a:custGeom>
              <a:avLst/>
              <a:gdLst/>
              <a:ahLst/>
              <a:cxnLst/>
              <a:rect l="l" t="t" r="r" b="b"/>
              <a:pathLst>
                <a:path w="1053" h="5664" extrusionOk="0">
                  <a:moveTo>
                    <a:pt x="1" y="0"/>
                  </a:moveTo>
                  <a:lnTo>
                    <a:pt x="1" y="149"/>
                  </a:lnTo>
                  <a:lnTo>
                    <a:pt x="88" y="158"/>
                  </a:lnTo>
                  <a:lnTo>
                    <a:pt x="281" y="176"/>
                  </a:lnTo>
                  <a:lnTo>
                    <a:pt x="439" y="193"/>
                  </a:lnTo>
                  <a:lnTo>
                    <a:pt x="290" y="5663"/>
                  </a:lnTo>
                  <a:lnTo>
                    <a:pt x="1052" y="2586"/>
                  </a:lnTo>
                  <a:lnTo>
                    <a:pt x="614" y="2244"/>
                  </a:lnTo>
                  <a:lnTo>
                    <a:pt x="1052" y="2008"/>
                  </a:lnTo>
                  <a:lnTo>
                    <a:pt x="816" y="2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FE5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38"/>
            <p:cNvSpPr/>
            <p:nvPr/>
          </p:nvSpPr>
          <p:spPr>
            <a:xfrm>
              <a:off x="4959932" y="2693890"/>
              <a:ext cx="123700" cy="242539"/>
            </a:xfrm>
            <a:custGeom>
              <a:avLst/>
              <a:gdLst/>
              <a:ahLst/>
              <a:cxnLst/>
              <a:rect l="l" t="t" r="r" b="b"/>
              <a:pathLst>
                <a:path w="1018" h="1996" extrusionOk="0">
                  <a:moveTo>
                    <a:pt x="1017" y="1"/>
                  </a:moveTo>
                  <a:lnTo>
                    <a:pt x="0" y="10"/>
                  </a:lnTo>
                  <a:lnTo>
                    <a:pt x="0" y="1982"/>
                  </a:lnTo>
                  <a:cubicBezTo>
                    <a:pt x="118" y="1991"/>
                    <a:pt x="237" y="1996"/>
                    <a:pt x="354" y="1996"/>
                  </a:cubicBezTo>
                  <a:cubicBezTo>
                    <a:pt x="577" y="1996"/>
                    <a:pt x="799" y="1978"/>
                    <a:pt x="1017" y="1938"/>
                  </a:cubicBezTo>
                  <a:lnTo>
                    <a:pt x="1017" y="1"/>
                  </a:lnTo>
                  <a:close/>
                </a:path>
              </a:pathLst>
            </a:custGeom>
            <a:solidFill>
              <a:srgbClr val="DFE5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38"/>
            <p:cNvSpPr/>
            <p:nvPr/>
          </p:nvSpPr>
          <p:spPr>
            <a:xfrm>
              <a:off x="5214506" y="2848338"/>
              <a:ext cx="108754" cy="84694"/>
            </a:xfrm>
            <a:custGeom>
              <a:avLst/>
              <a:gdLst/>
              <a:ahLst/>
              <a:cxnLst/>
              <a:rect l="l" t="t" r="r" b="b"/>
              <a:pathLst>
                <a:path w="895" h="697" extrusionOk="0">
                  <a:moveTo>
                    <a:pt x="860" y="1"/>
                  </a:moveTo>
                  <a:cubicBezTo>
                    <a:pt x="579" y="89"/>
                    <a:pt x="290" y="141"/>
                    <a:pt x="1" y="159"/>
                  </a:cubicBezTo>
                  <a:lnTo>
                    <a:pt x="106" y="693"/>
                  </a:lnTo>
                  <a:cubicBezTo>
                    <a:pt x="150" y="696"/>
                    <a:pt x="192" y="697"/>
                    <a:pt x="232" y="697"/>
                  </a:cubicBezTo>
                  <a:cubicBezTo>
                    <a:pt x="687" y="697"/>
                    <a:pt x="895" y="571"/>
                    <a:pt x="895" y="571"/>
                  </a:cubicBezTo>
                  <a:lnTo>
                    <a:pt x="86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38"/>
            <p:cNvSpPr/>
            <p:nvPr/>
          </p:nvSpPr>
          <p:spPr>
            <a:xfrm>
              <a:off x="5046207" y="1774615"/>
              <a:ext cx="289807" cy="1094099"/>
            </a:xfrm>
            <a:custGeom>
              <a:avLst/>
              <a:gdLst/>
              <a:ahLst/>
              <a:cxnLst/>
              <a:rect l="l" t="t" r="r" b="b"/>
              <a:pathLst>
                <a:path w="2385" h="9004" extrusionOk="0">
                  <a:moveTo>
                    <a:pt x="1" y="1"/>
                  </a:moveTo>
                  <a:lnTo>
                    <a:pt x="1" y="1"/>
                  </a:lnTo>
                  <a:cubicBezTo>
                    <a:pt x="27" y="536"/>
                    <a:pt x="114" y="2017"/>
                    <a:pt x="220" y="3718"/>
                  </a:cubicBezTo>
                  <a:cubicBezTo>
                    <a:pt x="220" y="3718"/>
                    <a:pt x="518" y="4638"/>
                    <a:pt x="667" y="5392"/>
                  </a:cubicBezTo>
                  <a:cubicBezTo>
                    <a:pt x="833" y="6190"/>
                    <a:pt x="1315" y="9004"/>
                    <a:pt x="1315" y="9004"/>
                  </a:cubicBezTo>
                  <a:lnTo>
                    <a:pt x="1386" y="9004"/>
                  </a:lnTo>
                  <a:cubicBezTo>
                    <a:pt x="1684" y="8977"/>
                    <a:pt x="1973" y="8925"/>
                    <a:pt x="2245" y="8837"/>
                  </a:cubicBezTo>
                  <a:cubicBezTo>
                    <a:pt x="2332" y="8811"/>
                    <a:pt x="2376" y="8784"/>
                    <a:pt x="2376" y="8784"/>
                  </a:cubicBezTo>
                  <a:cubicBezTo>
                    <a:pt x="2385" y="8004"/>
                    <a:pt x="2341" y="7215"/>
                    <a:pt x="2245" y="6435"/>
                  </a:cubicBezTo>
                  <a:cubicBezTo>
                    <a:pt x="2034" y="4849"/>
                    <a:pt x="1675" y="3297"/>
                    <a:pt x="1166" y="1780"/>
                  </a:cubicBezTo>
                  <a:cubicBezTo>
                    <a:pt x="597" y="13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38"/>
            <p:cNvSpPr/>
            <p:nvPr/>
          </p:nvSpPr>
          <p:spPr>
            <a:xfrm>
              <a:off x="4849110" y="1760883"/>
              <a:ext cx="272796" cy="1357538"/>
            </a:xfrm>
            <a:custGeom>
              <a:avLst/>
              <a:gdLst/>
              <a:ahLst/>
              <a:cxnLst/>
              <a:rect l="l" t="t" r="r" b="b"/>
              <a:pathLst>
                <a:path w="2245" h="11172" extrusionOk="0">
                  <a:moveTo>
                    <a:pt x="1929" y="7679"/>
                  </a:moveTo>
                  <a:lnTo>
                    <a:pt x="1929" y="9616"/>
                  </a:lnTo>
                  <a:cubicBezTo>
                    <a:pt x="1725" y="9654"/>
                    <a:pt x="1516" y="9672"/>
                    <a:pt x="1307" y="9672"/>
                  </a:cubicBezTo>
                  <a:cubicBezTo>
                    <a:pt x="1176" y="9672"/>
                    <a:pt x="1044" y="9665"/>
                    <a:pt x="912" y="9651"/>
                  </a:cubicBezTo>
                  <a:lnTo>
                    <a:pt x="912" y="7679"/>
                  </a:lnTo>
                  <a:close/>
                  <a:moveTo>
                    <a:pt x="676" y="0"/>
                  </a:moveTo>
                  <a:lnTo>
                    <a:pt x="921" y="1771"/>
                  </a:lnTo>
                  <a:lnTo>
                    <a:pt x="483" y="2007"/>
                  </a:lnTo>
                  <a:lnTo>
                    <a:pt x="921" y="2349"/>
                  </a:lnTo>
                  <a:lnTo>
                    <a:pt x="150" y="5426"/>
                  </a:lnTo>
                  <a:lnTo>
                    <a:pt x="132" y="6206"/>
                  </a:lnTo>
                  <a:lnTo>
                    <a:pt x="124" y="6469"/>
                  </a:lnTo>
                  <a:lnTo>
                    <a:pt x="1" y="11141"/>
                  </a:lnTo>
                  <a:cubicBezTo>
                    <a:pt x="1" y="11141"/>
                    <a:pt x="135" y="11172"/>
                    <a:pt x="389" y="11172"/>
                  </a:cubicBezTo>
                  <a:cubicBezTo>
                    <a:pt x="744" y="11172"/>
                    <a:pt x="1335" y="11112"/>
                    <a:pt x="2122" y="10826"/>
                  </a:cubicBezTo>
                  <a:cubicBezTo>
                    <a:pt x="2166" y="10817"/>
                    <a:pt x="2201" y="10800"/>
                    <a:pt x="2245" y="10782"/>
                  </a:cubicBezTo>
                  <a:cubicBezTo>
                    <a:pt x="2245" y="10782"/>
                    <a:pt x="2017" y="6951"/>
                    <a:pt x="1842" y="3831"/>
                  </a:cubicBezTo>
                  <a:cubicBezTo>
                    <a:pt x="1736" y="2139"/>
                    <a:pt x="1649" y="657"/>
                    <a:pt x="1623" y="123"/>
                  </a:cubicBezTo>
                  <a:cubicBezTo>
                    <a:pt x="1333" y="79"/>
                    <a:pt x="983" y="35"/>
                    <a:pt x="676" y="0"/>
                  </a:cubicBez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38"/>
            <p:cNvSpPr/>
            <p:nvPr/>
          </p:nvSpPr>
          <p:spPr>
            <a:xfrm>
              <a:off x="4755422" y="2546976"/>
              <a:ext cx="108754" cy="568922"/>
            </a:xfrm>
            <a:custGeom>
              <a:avLst/>
              <a:gdLst/>
              <a:ahLst/>
              <a:cxnLst/>
              <a:rect l="l" t="t" r="r" b="b"/>
              <a:pathLst>
                <a:path w="895" h="4682" extrusionOk="0">
                  <a:moveTo>
                    <a:pt x="0" y="0"/>
                  </a:moveTo>
                  <a:lnTo>
                    <a:pt x="0" y="2209"/>
                  </a:lnTo>
                  <a:lnTo>
                    <a:pt x="386" y="2209"/>
                  </a:lnTo>
                  <a:cubicBezTo>
                    <a:pt x="386" y="2209"/>
                    <a:pt x="535" y="3244"/>
                    <a:pt x="675" y="4409"/>
                  </a:cubicBezTo>
                  <a:lnTo>
                    <a:pt x="710" y="4681"/>
                  </a:lnTo>
                  <a:lnTo>
                    <a:pt x="772" y="4672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38"/>
            <p:cNvSpPr/>
            <p:nvPr/>
          </p:nvSpPr>
          <p:spPr>
            <a:xfrm>
              <a:off x="4755422" y="2515017"/>
              <a:ext cx="109847" cy="32079"/>
            </a:xfrm>
            <a:custGeom>
              <a:avLst/>
              <a:gdLst/>
              <a:ahLst/>
              <a:cxnLst/>
              <a:rect l="l" t="t" r="r" b="b"/>
              <a:pathLst>
                <a:path w="904" h="264" extrusionOk="0">
                  <a:moveTo>
                    <a:pt x="0" y="0"/>
                  </a:moveTo>
                  <a:lnTo>
                    <a:pt x="0" y="263"/>
                  </a:lnTo>
                  <a:lnTo>
                    <a:pt x="895" y="263"/>
                  </a:lnTo>
                  <a:lnTo>
                    <a:pt x="9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38"/>
            <p:cNvSpPr/>
            <p:nvPr/>
          </p:nvSpPr>
          <p:spPr>
            <a:xfrm>
              <a:off x="4754328" y="1751283"/>
              <a:ext cx="112035" cy="105473"/>
            </a:xfrm>
            <a:custGeom>
              <a:avLst/>
              <a:gdLst/>
              <a:ahLst/>
              <a:cxnLst/>
              <a:rect l="l" t="t" r="r" b="b"/>
              <a:pathLst>
                <a:path w="922" h="868" extrusionOk="0">
                  <a:moveTo>
                    <a:pt x="728" y="0"/>
                  </a:moveTo>
                  <a:cubicBezTo>
                    <a:pt x="719" y="18"/>
                    <a:pt x="702" y="53"/>
                    <a:pt x="676" y="88"/>
                  </a:cubicBezTo>
                  <a:cubicBezTo>
                    <a:pt x="553" y="289"/>
                    <a:pt x="281" y="684"/>
                    <a:pt x="1" y="684"/>
                  </a:cubicBezTo>
                  <a:lnTo>
                    <a:pt x="1" y="868"/>
                  </a:lnTo>
                  <a:cubicBezTo>
                    <a:pt x="255" y="868"/>
                    <a:pt x="676" y="526"/>
                    <a:pt x="921" y="18"/>
                  </a:cubicBezTo>
                  <a:lnTo>
                    <a:pt x="7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38"/>
            <p:cNvSpPr/>
            <p:nvPr/>
          </p:nvSpPr>
          <p:spPr>
            <a:xfrm>
              <a:off x="4755422" y="1753349"/>
              <a:ext cx="130018" cy="761762"/>
            </a:xfrm>
            <a:custGeom>
              <a:avLst/>
              <a:gdLst/>
              <a:ahLst/>
              <a:cxnLst/>
              <a:rect l="l" t="t" r="r" b="b"/>
              <a:pathLst>
                <a:path w="1070" h="6269" extrusionOk="0">
                  <a:moveTo>
                    <a:pt x="912" y="1"/>
                  </a:moveTo>
                  <a:cubicBezTo>
                    <a:pt x="667" y="509"/>
                    <a:pt x="246" y="842"/>
                    <a:pt x="0" y="842"/>
                  </a:cubicBezTo>
                  <a:lnTo>
                    <a:pt x="0" y="6268"/>
                  </a:lnTo>
                  <a:lnTo>
                    <a:pt x="903" y="6268"/>
                  </a:lnTo>
                  <a:lnTo>
                    <a:pt x="921" y="5488"/>
                  </a:lnTo>
                  <a:lnTo>
                    <a:pt x="1070" y="18"/>
                  </a:lnTo>
                  <a:lnTo>
                    <a:pt x="91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38"/>
            <p:cNvSpPr/>
            <p:nvPr/>
          </p:nvSpPr>
          <p:spPr>
            <a:xfrm>
              <a:off x="4672306" y="2815407"/>
              <a:ext cx="83236" cy="267449"/>
            </a:xfrm>
            <a:custGeom>
              <a:avLst/>
              <a:gdLst/>
              <a:ahLst/>
              <a:cxnLst/>
              <a:rect l="l" t="t" r="r" b="b"/>
              <a:pathLst>
                <a:path w="685" h="2201" extrusionOk="0">
                  <a:moveTo>
                    <a:pt x="290" y="0"/>
                  </a:moveTo>
                  <a:cubicBezTo>
                    <a:pt x="290" y="0"/>
                    <a:pt x="150" y="1043"/>
                    <a:pt x="1" y="2200"/>
                  </a:cubicBezTo>
                  <a:lnTo>
                    <a:pt x="684" y="2200"/>
                  </a:lnTo>
                  <a:lnTo>
                    <a:pt x="684" y="0"/>
                  </a:lnTo>
                  <a:close/>
                </a:path>
              </a:pathLst>
            </a:custGeom>
            <a:solidFill>
              <a:srgbClr val="DFE5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38"/>
            <p:cNvSpPr/>
            <p:nvPr/>
          </p:nvSpPr>
          <p:spPr>
            <a:xfrm>
              <a:off x="4549819" y="1732084"/>
              <a:ext cx="129046" cy="688247"/>
            </a:xfrm>
            <a:custGeom>
              <a:avLst/>
              <a:gdLst/>
              <a:ahLst/>
              <a:cxnLst/>
              <a:rect l="l" t="t" r="r" b="b"/>
              <a:pathLst>
                <a:path w="1062" h="5664" extrusionOk="0">
                  <a:moveTo>
                    <a:pt x="1061" y="0"/>
                  </a:moveTo>
                  <a:lnTo>
                    <a:pt x="246" y="237"/>
                  </a:lnTo>
                  <a:lnTo>
                    <a:pt x="1" y="2008"/>
                  </a:lnTo>
                  <a:lnTo>
                    <a:pt x="439" y="2244"/>
                  </a:lnTo>
                  <a:lnTo>
                    <a:pt x="1" y="2586"/>
                  </a:lnTo>
                  <a:lnTo>
                    <a:pt x="772" y="5663"/>
                  </a:lnTo>
                  <a:lnTo>
                    <a:pt x="623" y="193"/>
                  </a:lnTo>
                  <a:lnTo>
                    <a:pt x="781" y="176"/>
                  </a:lnTo>
                  <a:lnTo>
                    <a:pt x="965" y="158"/>
                  </a:lnTo>
                  <a:lnTo>
                    <a:pt x="1061" y="149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rgbClr val="DFE5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38"/>
            <p:cNvSpPr/>
            <p:nvPr/>
          </p:nvSpPr>
          <p:spPr>
            <a:xfrm>
              <a:off x="4427332" y="2693890"/>
              <a:ext cx="123700" cy="242539"/>
            </a:xfrm>
            <a:custGeom>
              <a:avLst/>
              <a:gdLst/>
              <a:ahLst/>
              <a:cxnLst/>
              <a:rect l="l" t="t" r="r" b="b"/>
              <a:pathLst>
                <a:path w="1018" h="1996" extrusionOk="0">
                  <a:moveTo>
                    <a:pt x="1" y="1"/>
                  </a:moveTo>
                  <a:lnTo>
                    <a:pt x="1" y="1938"/>
                  </a:lnTo>
                  <a:cubicBezTo>
                    <a:pt x="219" y="1978"/>
                    <a:pt x="441" y="1996"/>
                    <a:pt x="664" y="1996"/>
                  </a:cubicBezTo>
                  <a:cubicBezTo>
                    <a:pt x="781" y="1996"/>
                    <a:pt x="899" y="1991"/>
                    <a:pt x="1017" y="1982"/>
                  </a:cubicBezTo>
                  <a:lnTo>
                    <a:pt x="1017" y="1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FE5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38"/>
            <p:cNvSpPr/>
            <p:nvPr/>
          </p:nvSpPr>
          <p:spPr>
            <a:xfrm>
              <a:off x="4388933" y="1761855"/>
              <a:ext cx="272917" cy="1357659"/>
            </a:xfrm>
            <a:custGeom>
              <a:avLst/>
              <a:gdLst/>
              <a:ahLst/>
              <a:cxnLst/>
              <a:rect l="l" t="t" r="r" b="b"/>
              <a:pathLst>
                <a:path w="2246" h="11173" extrusionOk="0">
                  <a:moveTo>
                    <a:pt x="1325" y="7680"/>
                  </a:moveTo>
                  <a:lnTo>
                    <a:pt x="1325" y="9652"/>
                  </a:lnTo>
                  <a:cubicBezTo>
                    <a:pt x="1202" y="9661"/>
                    <a:pt x="1080" y="9666"/>
                    <a:pt x="959" y="9666"/>
                  </a:cubicBezTo>
                  <a:cubicBezTo>
                    <a:pt x="744" y="9666"/>
                    <a:pt x="530" y="9651"/>
                    <a:pt x="317" y="9617"/>
                  </a:cubicBezTo>
                  <a:lnTo>
                    <a:pt x="317" y="7680"/>
                  </a:lnTo>
                  <a:close/>
                  <a:moveTo>
                    <a:pt x="1561" y="1"/>
                  </a:moveTo>
                  <a:lnTo>
                    <a:pt x="1561" y="1"/>
                  </a:lnTo>
                  <a:cubicBezTo>
                    <a:pt x="1263" y="36"/>
                    <a:pt x="913" y="71"/>
                    <a:pt x="623" y="115"/>
                  </a:cubicBezTo>
                  <a:cubicBezTo>
                    <a:pt x="588" y="649"/>
                    <a:pt x="501" y="2131"/>
                    <a:pt x="404" y="3831"/>
                  </a:cubicBezTo>
                  <a:cubicBezTo>
                    <a:pt x="220" y="6943"/>
                    <a:pt x="1" y="10783"/>
                    <a:pt x="1" y="10783"/>
                  </a:cubicBezTo>
                  <a:cubicBezTo>
                    <a:pt x="45" y="10800"/>
                    <a:pt x="80" y="10809"/>
                    <a:pt x="124" y="10827"/>
                  </a:cubicBezTo>
                  <a:cubicBezTo>
                    <a:pt x="911" y="11113"/>
                    <a:pt x="1502" y="11173"/>
                    <a:pt x="1857" y="11173"/>
                  </a:cubicBezTo>
                  <a:cubicBezTo>
                    <a:pt x="2111" y="11173"/>
                    <a:pt x="2245" y="11142"/>
                    <a:pt x="2245" y="11142"/>
                  </a:cubicBezTo>
                  <a:lnTo>
                    <a:pt x="2122" y="6461"/>
                  </a:lnTo>
                  <a:lnTo>
                    <a:pt x="2114" y="6198"/>
                  </a:lnTo>
                  <a:lnTo>
                    <a:pt x="2096" y="5418"/>
                  </a:lnTo>
                  <a:lnTo>
                    <a:pt x="1325" y="2341"/>
                  </a:lnTo>
                  <a:lnTo>
                    <a:pt x="1763" y="2008"/>
                  </a:lnTo>
                  <a:lnTo>
                    <a:pt x="1325" y="1763"/>
                  </a:lnTo>
                  <a:lnTo>
                    <a:pt x="1561" y="1"/>
                  </a:ln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38"/>
            <p:cNvSpPr/>
            <p:nvPr/>
          </p:nvSpPr>
          <p:spPr>
            <a:xfrm>
              <a:off x="4645694" y="2546976"/>
              <a:ext cx="109847" cy="568922"/>
            </a:xfrm>
            <a:custGeom>
              <a:avLst/>
              <a:gdLst/>
              <a:ahLst/>
              <a:cxnLst/>
              <a:rect l="l" t="t" r="r" b="b"/>
              <a:pathLst>
                <a:path w="904" h="4682" extrusionOk="0">
                  <a:moveTo>
                    <a:pt x="1" y="0"/>
                  </a:moveTo>
                  <a:lnTo>
                    <a:pt x="132" y="4672"/>
                  </a:lnTo>
                  <a:lnTo>
                    <a:pt x="185" y="4681"/>
                  </a:lnTo>
                  <a:lnTo>
                    <a:pt x="220" y="4409"/>
                  </a:lnTo>
                  <a:cubicBezTo>
                    <a:pt x="369" y="3244"/>
                    <a:pt x="509" y="2209"/>
                    <a:pt x="509" y="2209"/>
                  </a:cubicBezTo>
                  <a:lnTo>
                    <a:pt x="903" y="2209"/>
                  </a:lnTo>
                  <a:lnTo>
                    <a:pt x="9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38"/>
            <p:cNvSpPr/>
            <p:nvPr/>
          </p:nvSpPr>
          <p:spPr>
            <a:xfrm>
              <a:off x="4644600" y="2515017"/>
              <a:ext cx="110941" cy="32079"/>
            </a:xfrm>
            <a:custGeom>
              <a:avLst/>
              <a:gdLst/>
              <a:ahLst/>
              <a:cxnLst/>
              <a:rect l="l" t="t" r="r" b="b"/>
              <a:pathLst>
                <a:path w="913" h="264" extrusionOk="0">
                  <a:moveTo>
                    <a:pt x="1" y="0"/>
                  </a:moveTo>
                  <a:lnTo>
                    <a:pt x="10" y="263"/>
                  </a:lnTo>
                  <a:lnTo>
                    <a:pt x="912" y="263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38"/>
            <p:cNvSpPr/>
            <p:nvPr/>
          </p:nvSpPr>
          <p:spPr>
            <a:xfrm>
              <a:off x="4643628" y="1751283"/>
              <a:ext cx="111913" cy="105473"/>
            </a:xfrm>
            <a:custGeom>
              <a:avLst/>
              <a:gdLst/>
              <a:ahLst/>
              <a:cxnLst/>
              <a:rect l="l" t="t" r="r" b="b"/>
              <a:pathLst>
                <a:path w="921" h="868" extrusionOk="0">
                  <a:moveTo>
                    <a:pt x="193" y="0"/>
                  </a:moveTo>
                  <a:lnTo>
                    <a:pt x="0" y="18"/>
                  </a:lnTo>
                  <a:cubicBezTo>
                    <a:pt x="245" y="526"/>
                    <a:pt x="666" y="868"/>
                    <a:pt x="920" y="868"/>
                  </a:cubicBezTo>
                  <a:lnTo>
                    <a:pt x="920" y="684"/>
                  </a:lnTo>
                  <a:cubicBezTo>
                    <a:pt x="640" y="684"/>
                    <a:pt x="368" y="289"/>
                    <a:pt x="245" y="88"/>
                  </a:cubicBezTo>
                  <a:cubicBezTo>
                    <a:pt x="219" y="53"/>
                    <a:pt x="202" y="18"/>
                    <a:pt x="1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38"/>
            <p:cNvSpPr/>
            <p:nvPr/>
          </p:nvSpPr>
          <p:spPr>
            <a:xfrm>
              <a:off x="4624429" y="1753349"/>
              <a:ext cx="131112" cy="761762"/>
            </a:xfrm>
            <a:custGeom>
              <a:avLst/>
              <a:gdLst/>
              <a:ahLst/>
              <a:cxnLst/>
              <a:rect l="l" t="t" r="r" b="b"/>
              <a:pathLst>
                <a:path w="1079" h="6269" extrusionOk="0">
                  <a:moveTo>
                    <a:pt x="158" y="1"/>
                  </a:moveTo>
                  <a:lnTo>
                    <a:pt x="0" y="18"/>
                  </a:lnTo>
                  <a:lnTo>
                    <a:pt x="149" y="5488"/>
                  </a:lnTo>
                  <a:lnTo>
                    <a:pt x="167" y="6268"/>
                  </a:lnTo>
                  <a:lnTo>
                    <a:pt x="1078" y="6268"/>
                  </a:lnTo>
                  <a:lnTo>
                    <a:pt x="1078" y="842"/>
                  </a:lnTo>
                  <a:cubicBezTo>
                    <a:pt x="824" y="842"/>
                    <a:pt x="403" y="509"/>
                    <a:pt x="1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38"/>
            <p:cNvSpPr/>
            <p:nvPr/>
          </p:nvSpPr>
          <p:spPr>
            <a:xfrm>
              <a:off x="3780750" y="1775708"/>
              <a:ext cx="683994" cy="547535"/>
            </a:xfrm>
            <a:custGeom>
              <a:avLst/>
              <a:gdLst/>
              <a:ahLst/>
              <a:cxnLst/>
              <a:rect l="l" t="t" r="r" b="b"/>
              <a:pathLst>
                <a:path w="5629" h="4506" extrusionOk="0">
                  <a:moveTo>
                    <a:pt x="5628" y="1"/>
                  </a:moveTo>
                  <a:lnTo>
                    <a:pt x="5628" y="1"/>
                  </a:lnTo>
                  <a:cubicBezTo>
                    <a:pt x="5164" y="62"/>
                    <a:pt x="4235" y="1219"/>
                    <a:pt x="3779" y="1815"/>
                  </a:cubicBezTo>
                  <a:cubicBezTo>
                    <a:pt x="3332" y="2403"/>
                    <a:pt x="3025" y="2780"/>
                    <a:pt x="3025" y="2780"/>
                  </a:cubicBezTo>
                  <a:lnTo>
                    <a:pt x="2946" y="2648"/>
                  </a:lnTo>
                  <a:lnTo>
                    <a:pt x="2832" y="2727"/>
                  </a:lnTo>
                  <a:cubicBezTo>
                    <a:pt x="2832" y="2727"/>
                    <a:pt x="1666" y="1210"/>
                    <a:pt x="956" y="667"/>
                  </a:cubicBezTo>
                  <a:cubicBezTo>
                    <a:pt x="956" y="667"/>
                    <a:pt x="290" y="1175"/>
                    <a:pt x="1" y="1447"/>
                  </a:cubicBezTo>
                  <a:cubicBezTo>
                    <a:pt x="1" y="1447"/>
                    <a:pt x="1885" y="4208"/>
                    <a:pt x="2385" y="4428"/>
                  </a:cubicBezTo>
                  <a:cubicBezTo>
                    <a:pt x="2497" y="4477"/>
                    <a:pt x="2626" y="4505"/>
                    <a:pt x="2778" y="4505"/>
                  </a:cubicBezTo>
                  <a:cubicBezTo>
                    <a:pt x="3303" y="4505"/>
                    <a:pt x="4103" y="4165"/>
                    <a:pt x="5435" y="3165"/>
                  </a:cubicBezTo>
                  <a:lnTo>
                    <a:pt x="562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38"/>
            <p:cNvSpPr/>
            <p:nvPr/>
          </p:nvSpPr>
          <p:spPr>
            <a:xfrm>
              <a:off x="3773338" y="1818361"/>
              <a:ext cx="118353" cy="116166"/>
            </a:xfrm>
            <a:custGeom>
              <a:avLst/>
              <a:gdLst/>
              <a:ahLst/>
              <a:cxnLst/>
              <a:rect l="l" t="t" r="r" b="b"/>
              <a:pathLst>
                <a:path w="974" h="956" extrusionOk="0">
                  <a:moveTo>
                    <a:pt x="605" y="0"/>
                  </a:moveTo>
                  <a:cubicBezTo>
                    <a:pt x="377" y="167"/>
                    <a:pt x="176" y="360"/>
                    <a:pt x="0" y="570"/>
                  </a:cubicBezTo>
                  <a:lnTo>
                    <a:pt x="219" y="956"/>
                  </a:lnTo>
                  <a:lnTo>
                    <a:pt x="973" y="342"/>
                  </a:lnTo>
                  <a:lnTo>
                    <a:pt x="6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27DC0F8-F610-CC28-249C-83A7DC6958E5}"/>
              </a:ext>
            </a:extLst>
          </p:cNvPr>
          <p:cNvSpPr/>
          <p:nvPr/>
        </p:nvSpPr>
        <p:spPr>
          <a:xfrm>
            <a:off x="878054" y="3624606"/>
            <a:ext cx="5529531" cy="1068940"/>
          </a:xfrm>
          <a:prstGeom prst="rect">
            <a:avLst/>
          </a:prstGeom>
          <a:solidFill>
            <a:schemeClr val="accent3">
              <a:alpha val="5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There is a need for an easy-to-use, affordable platform that helps users understand and track their oral health, encouraging early intervention and regular preventive care, particularly for populations with limited access to dental services. </a:t>
            </a:r>
            <a:endParaRPr lang="en-CA" b="1" dirty="0">
              <a:ln w="22225">
                <a:solidFill>
                  <a:schemeClr val="accent2"/>
                </a:solidFill>
                <a:prstDash val="solid"/>
              </a:ln>
              <a:solidFill>
                <a:sysClr val="windowText" lastClr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BF6D51-7E10-90D9-46AA-96225D3E0732}"/>
              </a:ext>
            </a:extLst>
          </p:cNvPr>
          <p:cNvSpPr txBox="1"/>
          <p:nvPr/>
        </p:nvSpPr>
        <p:spPr>
          <a:xfrm>
            <a:off x="603310" y="3210688"/>
            <a:ext cx="3627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Preliminary Need Statement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D37D9-7BE7-D868-7CA5-06124DF84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2128D-4B42-F4EA-2F49-017C952C1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Proposed Solution</a:t>
            </a:r>
          </a:p>
        </p:txBody>
      </p:sp>
    </p:spTree>
    <p:extLst>
      <p:ext uri="{BB962C8B-B14F-4D97-AF65-F5344CB8AC3E}">
        <p14:creationId xmlns:p14="http://schemas.microsoft.com/office/powerpoint/2010/main" val="2033283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A2BDF4C-4F46-84AA-2BC6-F7FA9BA5B3F2}"/>
              </a:ext>
            </a:extLst>
          </p:cNvPr>
          <p:cNvSpPr/>
          <p:nvPr/>
        </p:nvSpPr>
        <p:spPr>
          <a:xfrm>
            <a:off x="2697480" y="0"/>
            <a:ext cx="6432635" cy="9635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33" name="Google Shape;833;p29"/>
          <p:cNvSpPr txBox="1">
            <a:spLocks noGrp="1"/>
          </p:cNvSpPr>
          <p:nvPr>
            <p:ph type="title"/>
          </p:nvPr>
        </p:nvSpPr>
        <p:spPr>
          <a:xfrm>
            <a:off x="1631703" y="174489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dirty="0">
                <a:solidFill>
                  <a:schemeClr val="bg1"/>
                </a:solidFill>
              </a:rPr>
              <a:t>High Level Software Architecture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42" name="Google Shape;842;p29"/>
          <p:cNvSpPr/>
          <p:nvPr/>
        </p:nvSpPr>
        <p:spPr>
          <a:xfrm>
            <a:off x="6403048" y="-253114"/>
            <a:ext cx="112304" cy="11839"/>
          </a:xfrm>
          <a:custGeom>
            <a:avLst/>
            <a:gdLst/>
            <a:ahLst/>
            <a:cxnLst/>
            <a:rect l="l" t="t" r="r" b="b"/>
            <a:pathLst>
              <a:path w="2988" h="315" extrusionOk="0">
                <a:moveTo>
                  <a:pt x="1" y="1"/>
                </a:moveTo>
                <a:lnTo>
                  <a:pt x="1" y="314"/>
                </a:lnTo>
                <a:lnTo>
                  <a:pt x="2987" y="314"/>
                </a:lnTo>
                <a:lnTo>
                  <a:pt x="298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29"/>
          <p:cNvSpPr/>
          <p:nvPr/>
        </p:nvSpPr>
        <p:spPr>
          <a:xfrm>
            <a:off x="6367493" y="-253114"/>
            <a:ext cx="21837" cy="11839"/>
          </a:xfrm>
          <a:custGeom>
            <a:avLst/>
            <a:gdLst/>
            <a:ahLst/>
            <a:cxnLst/>
            <a:rect l="l" t="t" r="r" b="b"/>
            <a:pathLst>
              <a:path w="581" h="315" extrusionOk="0">
                <a:moveTo>
                  <a:pt x="0" y="1"/>
                </a:moveTo>
                <a:lnTo>
                  <a:pt x="0" y="314"/>
                </a:lnTo>
                <a:lnTo>
                  <a:pt x="580" y="314"/>
                </a:lnTo>
                <a:lnTo>
                  <a:pt x="58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diagram of a mobile application&#10;&#10;AI-generated content may be incorrect.">
            <a:extLst>
              <a:ext uri="{FF2B5EF4-FFF2-40B4-BE49-F238E27FC236}">
                <a16:creationId xmlns:a16="http://schemas.microsoft.com/office/drawing/2014/main" id="{8FCAD6B9-52F1-455B-3373-32901C106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74489"/>
            <a:ext cx="2133600" cy="46615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CF72C6-5226-BC39-FB9D-4C93AA74DAD7}"/>
              </a:ext>
            </a:extLst>
          </p:cNvPr>
          <p:cNvSpPr txBox="1"/>
          <p:nvPr/>
        </p:nvSpPr>
        <p:spPr>
          <a:xfrm>
            <a:off x="3467100" y="1044847"/>
            <a:ext cx="512064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Figure 1. System Architecture – Client–Server View</a:t>
            </a:r>
          </a:p>
          <a:p>
            <a:endParaRPr lang="en-CA" dirty="0"/>
          </a:p>
          <a:p>
            <a:r>
              <a:rPr lang="en-CA" b="1" dirty="0"/>
              <a:t>Distributed Architecture</a:t>
            </a:r>
            <a:br>
              <a:rPr lang="en-CA" b="1" dirty="0"/>
            </a:br>
            <a:r>
              <a:rPr lang="en-CA" dirty="0"/>
              <a:t>Separation of responsibilities</a:t>
            </a:r>
          </a:p>
          <a:p>
            <a:endParaRPr lang="en-CA" dirty="0"/>
          </a:p>
          <a:p>
            <a:r>
              <a:rPr lang="en-CA" b="1" dirty="0"/>
              <a:t>Client: </a:t>
            </a:r>
          </a:p>
          <a:p>
            <a:r>
              <a:rPr lang="en-CA" dirty="0"/>
              <a:t>Hybrid screening app (questionnaire + image QC + triage)</a:t>
            </a:r>
          </a:p>
          <a:p>
            <a:endParaRPr lang="en-CA" dirty="0"/>
          </a:p>
          <a:p>
            <a:r>
              <a:rPr lang="en-CA" b="1" dirty="0"/>
              <a:t>Server: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Secure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Analytics/ Model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User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**Potential clinical portal integration (future goal)</a:t>
            </a:r>
          </a:p>
          <a:p>
            <a:endParaRPr lang="en-CA" dirty="0"/>
          </a:p>
          <a:p>
            <a:r>
              <a:rPr lang="en-CA" dirty="0"/>
              <a:t>All communication is encrypted (TLS 1.2+)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744490-E970-82DD-B847-CB63FD12FD40}"/>
              </a:ext>
            </a:extLst>
          </p:cNvPr>
          <p:cNvSpPr/>
          <p:nvPr/>
        </p:nvSpPr>
        <p:spPr>
          <a:xfrm>
            <a:off x="5558945" y="0"/>
            <a:ext cx="3571170" cy="14097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8042F5-5B80-67F0-29B9-3E6246282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7610" y="176835"/>
            <a:ext cx="4053840" cy="572700"/>
          </a:xfrm>
        </p:spPr>
        <p:txBody>
          <a:bodyPr/>
          <a:lstStyle/>
          <a:p>
            <a:r>
              <a:rPr lang="en-CA" dirty="0"/>
              <a:t>Internal Software Architecture </a:t>
            </a:r>
          </a:p>
        </p:txBody>
      </p:sp>
      <p:pic>
        <p:nvPicPr>
          <p:cNvPr id="4" name="Picture 3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7DE5F80C-F8CC-9F9E-0960-98199B443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5" y="0"/>
            <a:ext cx="5284625" cy="4939395"/>
          </a:xfrm>
          <a:prstGeom prst="rect">
            <a:avLst/>
          </a:prstGeom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821D9591-172E-4324-6077-23971D4F68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8843538"/>
              </p:ext>
            </p:extLst>
          </p:nvPr>
        </p:nvGraphicFramePr>
        <p:xfrm>
          <a:off x="5704353" y="1640352"/>
          <a:ext cx="3296850" cy="3108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58A9491-80AA-25FA-542D-C510C0F42018}"/>
              </a:ext>
            </a:extLst>
          </p:cNvPr>
          <p:cNvSpPr txBox="1"/>
          <p:nvPr/>
        </p:nvSpPr>
        <p:spPr>
          <a:xfrm>
            <a:off x="-126930" y="4835723"/>
            <a:ext cx="5699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Figure 2. System Architecture – Internal Software Architecture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CD9DE5-2A1B-BABA-4113-46526EA98374}"/>
              </a:ext>
            </a:extLst>
          </p:cNvPr>
          <p:cNvCxnSpPr>
            <a:cxnSpLocks/>
          </p:cNvCxnSpPr>
          <p:nvPr/>
        </p:nvCxnSpPr>
        <p:spPr>
          <a:xfrm>
            <a:off x="5575440" y="-60960"/>
            <a:ext cx="0" cy="5295900"/>
          </a:xfrm>
          <a:prstGeom prst="line">
            <a:avLst/>
          </a:prstGeom>
          <a:ln w="762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2342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4774-CD02-1A67-B538-C7ECD2A85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VIDEO DEMO</a:t>
            </a:r>
          </a:p>
        </p:txBody>
      </p:sp>
    </p:spTree>
    <p:extLst>
      <p:ext uri="{BB962C8B-B14F-4D97-AF65-F5344CB8AC3E}">
        <p14:creationId xmlns:p14="http://schemas.microsoft.com/office/powerpoint/2010/main" val="1381443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6" name="Google Shape;1276;p34"/>
          <p:cNvGrpSpPr/>
          <p:nvPr/>
        </p:nvGrpSpPr>
        <p:grpSpPr>
          <a:xfrm>
            <a:off x="3606920" y="1381068"/>
            <a:ext cx="2293946" cy="3259457"/>
            <a:chOff x="3298551" y="1343025"/>
            <a:chExt cx="2259571" cy="2779818"/>
          </a:xfrm>
        </p:grpSpPr>
        <p:sp>
          <p:nvSpPr>
            <p:cNvPr id="1277" name="Google Shape;1277;p34"/>
            <p:cNvSpPr/>
            <p:nvPr/>
          </p:nvSpPr>
          <p:spPr>
            <a:xfrm>
              <a:off x="4513799" y="1831869"/>
              <a:ext cx="721879" cy="525483"/>
            </a:xfrm>
            <a:custGeom>
              <a:avLst/>
              <a:gdLst/>
              <a:ahLst/>
              <a:cxnLst/>
              <a:rect l="l" t="t" r="r" b="b"/>
              <a:pathLst>
                <a:path w="10538" h="7671" extrusionOk="0">
                  <a:moveTo>
                    <a:pt x="8048" y="1"/>
                  </a:moveTo>
                  <a:lnTo>
                    <a:pt x="5549" y="5479"/>
                  </a:lnTo>
                  <a:lnTo>
                    <a:pt x="325" y="4682"/>
                  </a:lnTo>
                  <a:lnTo>
                    <a:pt x="1" y="5462"/>
                  </a:lnTo>
                  <a:lnTo>
                    <a:pt x="5620" y="7671"/>
                  </a:lnTo>
                  <a:cubicBezTo>
                    <a:pt x="5620" y="7671"/>
                    <a:pt x="10537" y="3840"/>
                    <a:pt x="8048" y="1"/>
                  </a:cubicBezTo>
                  <a:close/>
                </a:path>
              </a:pathLst>
            </a:custGeom>
            <a:solidFill>
              <a:srgbClr val="CECE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4"/>
            <p:cNvSpPr/>
            <p:nvPr/>
          </p:nvSpPr>
          <p:spPr>
            <a:xfrm>
              <a:off x="3528379" y="2234808"/>
              <a:ext cx="731470" cy="1080079"/>
            </a:xfrm>
            <a:custGeom>
              <a:avLst/>
              <a:gdLst/>
              <a:ahLst/>
              <a:cxnLst/>
              <a:rect l="l" t="t" r="r" b="b"/>
              <a:pathLst>
                <a:path w="10678" h="15767" extrusionOk="0">
                  <a:moveTo>
                    <a:pt x="2017" y="1"/>
                  </a:moveTo>
                  <a:lnTo>
                    <a:pt x="2017" y="1"/>
                  </a:lnTo>
                  <a:cubicBezTo>
                    <a:pt x="1" y="8091"/>
                    <a:pt x="308" y="15130"/>
                    <a:pt x="2701" y="15727"/>
                  </a:cubicBezTo>
                  <a:cubicBezTo>
                    <a:pt x="2809" y="15754"/>
                    <a:pt x="2920" y="15767"/>
                    <a:pt x="3034" y="15767"/>
                  </a:cubicBezTo>
                  <a:cubicBezTo>
                    <a:pt x="5414" y="15767"/>
                    <a:pt x="8753" y="9881"/>
                    <a:pt x="10678" y="2166"/>
                  </a:cubicBezTo>
                  <a:lnTo>
                    <a:pt x="20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4"/>
            <p:cNvSpPr/>
            <p:nvPr/>
          </p:nvSpPr>
          <p:spPr>
            <a:xfrm>
              <a:off x="3545779" y="2548830"/>
              <a:ext cx="693656" cy="87204"/>
            </a:xfrm>
            <a:custGeom>
              <a:avLst/>
              <a:gdLst/>
              <a:ahLst/>
              <a:cxnLst/>
              <a:rect l="l" t="t" r="r" b="b"/>
              <a:pathLst>
                <a:path w="10126" h="1273" extrusionOk="0">
                  <a:moveTo>
                    <a:pt x="9589" y="1"/>
                  </a:moveTo>
                  <a:cubicBezTo>
                    <a:pt x="9584" y="1"/>
                    <a:pt x="9579" y="1"/>
                    <a:pt x="9573" y="1"/>
                  </a:cubicBezTo>
                  <a:lnTo>
                    <a:pt x="9565" y="1"/>
                  </a:lnTo>
                  <a:lnTo>
                    <a:pt x="737" y="176"/>
                  </a:lnTo>
                  <a:cubicBezTo>
                    <a:pt x="1" y="176"/>
                    <a:pt x="10" y="1272"/>
                    <a:pt x="746" y="1272"/>
                  </a:cubicBezTo>
                  <a:lnTo>
                    <a:pt x="755" y="1272"/>
                  </a:lnTo>
                  <a:lnTo>
                    <a:pt x="9582" y="1097"/>
                  </a:lnTo>
                  <a:cubicBezTo>
                    <a:pt x="9889" y="1088"/>
                    <a:pt x="10126" y="843"/>
                    <a:pt x="10126" y="545"/>
                  </a:cubicBezTo>
                  <a:cubicBezTo>
                    <a:pt x="10126" y="243"/>
                    <a:pt x="9880" y="1"/>
                    <a:pt x="95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4"/>
            <p:cNvSpPr/>
            <p:nvPr/>
          </p:nvSpPr>
          <p:spPr>
            <a:xfrm>
              <a:off x="3524201" y="2837711"/>
              <a:ext cx="608987" cy="85971"/>
            </a:xfrm>
            <a:custGeom>
              <a:avLst/>
              <a:gdLst/>
              <a:ahLst/>
              <a:cxnLst/>
              <a:rect l="l" t="t" r="r" b="b"/>
              <a:pathLst>
                <a:path w="8890" h="1255" extrusionOk="0">
                  <a:moveTo>
                    <a:pt x="8319" y="1"/>
                  </a:moveTo>
                  <a:lnTo>
                    <a:pt x="737" y="158"/>
                  </a:lnTo>
                  <a:cubicBezTo>
                    <a:pt x="0" y="158"/>
                    <a:pt x="9" y="1254"/>
                    <a:pt x="746" y="1254"/>
                  </a:cubicBezTo>
                  <a:lnTo>
                    <a:pt x="754" y="1254"/>
                  </a:lnTo>
                  <a:lnTo>
                    <a:pt x="8346" y="1096"/>
                  </a:lnTo>
                  <a:cubicBezTo>
                    <a:pt x="8644" y="1096"/>
                    <a:pt x="8889" y="842"/>
                    <a:pt x="8880" y="544"/>
                  </a:cubicBezTo>
                  <a:cubicBezTo>
                    <a:pt x="8871" y="237"/>
                    <a:pt x="8626" y="1"/>
                    <a:pt x="83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4"/>
            <p:cNvSpPr/>
            <p:nvPr/>
          </p:nvSpPr>
          <p:spPr>
            <a:xfrm>
              <a:off x="3555027" y="3126524"/>
              <a:ext cx="419030" cy="81792"/>
            </a:xfrm>
            <a:custGeom>
              <a:avLst/>
              <a:gdLst/>
              <a:ahLst/>
              <a:cxnLst/>
              <a:rect l="l" t="t" r="r" b="b"/>
              <a:pathLst>
                <a:path w="6117" h="1194" extrusionOk="0">
                  <a:moveTo>
                    <a:pt x="5579" y="1"/>
                  </a:moveTo>
                  <a:cubicBezTo>
                    <a:pt x="5574" y="1"/>
                    <a:pt x="5569" y="1"/>
                    <a:pt x="5564" y="1"/>
                  </a:cubicBezTo>
                  <a:lnTo>
                    <a:pt x="5555" y="1"/>
                  </a:lnTo>
                  <a:lnTo>
                    <a:pt x="734" y="89"/>
                  </a:lnTo>
                  <a:cubicBezTo>
                    <a:pt x="0" y="97"/>
                    <a:pt x="15" y="1184"/>
                    <a:pt x="734" y="1184"/>
                  </a:cubicBezTo>
                  <a:cubicBezTo>
                    <a:pt x="737" y="1184"/>
                    <a:pt x="740" y="1184"/>
                    <a:pt x="743" y="1184"/>
                  </a:cubicBezTo>
                  <a:lnTo>
                    <a:pt x="751" y="1193"/>
                  </a:lnTo>
                  <a:lnTo>
                    <a:pt x="5573" y="1097"/>
                  </a:lnTo>
                  <a:cubicBezTo>
                    <a:pt x="5879" y="1088"/>
                    <a:pt x="6116" y="842"/>
                    <a:pt x="6116" y="536"/>
                  </a:cubicBezTo>
                  <a:cubicBezTo>
                    <a:pt x="6116" y="243"/>
                    <a:pt x="5871" y="1"/>
                    <a:pt x="55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4"/>
            <p:cNvSpPr/>
            <p:nvPr/>
          </p:nvSpPr>
          <p:spPr>
            <a:xfrm>
              <a:off x="3298551" y="1343025"/>
              <a:ext cx="1586381" cy="1143512"/>
            </a:xfrm>
            <a:custGeom>
              <a:avLst/>
              <a:gdLst/>
              <a:ahLst/>
              <a:cxnLst/>
              <a:rect l="l" t="t" r="r" b="b"/>
              <a:pathLst>
                <a:path w="23158" h="16693" extrusionOk="0">
                  <a:moveTo>
                    <a:pt x="6733" y="1"/>
                  </a:moveTo>
                  <a:cubicBezTo>
                    <a:pt x="2875" y="1"/>
                    <a:pt x="0" y="3719"/>
                    <a:pt x="296" y="8346"/>
                  </a:cubicBezTo>
                  <a:cubicBezTo>
                    <a:pt x="375" y="9723"/>
                    <a:pt x="744" y="11064"/>
                    <a:pt x="1357" y="12291"/>
                  </a:cubicBezTo>
                  <a:lnTo>
                    <a:pt x="3040" y="13404"/>
                  </a:lnTo>
                  <a:cubicBezTo>
                    <a:pt x="6316" y="15556"/>
                    <a:pt x="10139" y="16693"/>
                    <a:pt x="14026" y="16693"/>
                  </a:cubicBezTo>
                  <a:cubicBezTo>
                    <a:pt x="14652" y="16693"/>
                    <a:pt x="15281" y="16663"/>
                    <a:pt x="15909" y="16604"/>
                  </a:cubicBezTo>
                  <a:lnTo>
                    <a:pt x="17916" y="16411"/>
                  </a:lnTo>
                  <a:cubicBezTo>
                    <a:pt x="19038" y="15622"/>
                    <a:pt x="19985" y="14605"/>
                    <a:pt x="20712" y="13431"/>
                  </a:cubicBezTo>
                  <a:cubicBezTo>
                    <a:pt x="23158" y="9460"/>
                    <a:pt x="22334" y="4796"/>
                    <a:pt x="18880" y="3008"/>
                  </a:cubicBezTo>
                  <a:cubicBezTo>
                    <a:pt x="17964" y="2539"/>
                    <a:pt x="16953" y="2316"/>
                    <a:pt x="15918" y="2316"/>
                  </a:cubicBezTo>
                  <a:cubicBezTo>
                    <a:pt x="14962" y="2316"/>
                    <a:pt x="13985" y="2506"/>
                    <a:pt x="13042" y="2868"/>
                  </a:cubicBezTo>
                  <a:cubicBezTo>
                    <a:pt x="12933" y="2910"/>
                    <a:pt x="12819" y="2931"/>
                    <a:pt x="12707" y="2931"/>
                  </a:cubicBezTo>
                  <a:cubicBezTo>
                    <a:pt x="12447" y="2931"/>
                    <a:pt x="12194" y="2821"/>
                    <a:pt x="12016" y="2613"/>
                  </a:cubicBezTo>
                  <a:cubicBezTo>
                    <a:pt x="10640" y="1027"/>
                    <a:pt x="8782" y="28"/>
                    <a:pt x="6801" y="1"/>
                  </a:cubicBezTo>
                  <a:cubicBezTo>
                    <a:pt x="6778" y="1"/>
                    <a:pt x="6756" y="1"/>
                    <a:pt x="67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4"/>
            <p:cNvSpPr/>
            <p:nvPr/>
          </p:nvSpPr>
          <p:spPr>
            <a:xfrm>
              <a:off x="3378905" y="1413310"/>
              <a:ext cx="1384778" cy="1021578"/>
            </a:xfrm>
            <a:custGeom>
              <a:avLst/>
              <a:gdLst/>
              <a:ahLst/>
              <a:cxnLst/>
              <a:rect l="l" t="t" r="r" b="b"/>
              <a:pathLst>
                <a:path w="20215" h="14913" extrusionOk="0">
                  <a:moveTo>
                    <a:pt x="5554" y="0"/>
                  </a:moveTo>
                  <a:cubicBezTo>
                    <a:pt x="4195" y="0"/>
                    <a:pt x="2973" y="543"/>
                    <a:pt x="1981" y="1579"/>
                  </a:cubicBezTo>
                  <a:cubicBezTo>
                    <a:pt x="666" y="2964"/>
                    <a:pt x="0" y="5032"/>
                    <a:pt x="140" y="7259"/>
                  </a:cubicBezTo>
                  <a:cubicBezTo>
                    <a:pt x="219" y="8495"/>
                    <a:pt x="544" y="9696"/>
                    <a:pt x="1105" y="10809"/>
                  </a:cubicBezTo>
                  <a:cubicBezTo>
                    <a:pt x="1183" y="10976"/>
                    <a:pt x="1254" y="11142"/>
                    <a:pt x="1324" y="11318"/>
                  </a:cubicBezTo>
                  <a:cubicBezTo>
                    <a:pt x="5695" y="13686"/>
                    <a:pt x="10591" y="14912"/>
                    <a:pt x="15559" y="14912"/>
                  </a:cubicBezTo>
                  <a:cubicBezTo>
                    <a:pt x="15612" y="14912"/>
                    <a:pt x="15665" y="14912"/>
                    <a:pt x="15717" y="14912"/>
                  </a:cubicBezTo>
                  <a:cubicBezTo>
                    <a:pt x="15858" y="14780"/>
                    <a:pt x="15998" y="14657"/>
                    <a:pt x="16156" y="14552"/>
                  </a:cubicBezTo>
                  <a:cubicBezTo>
                    <a:pt x="17164" y="13833"/>
                    <a:pt x="18014" y="12922"/>
                    <a:pt x="18663" y="11870"/>
                  </a:cubicBezTo>
                  <a:cubicBezTo>
                    <a:pt x="19837" y="9976"/>
                    <a:pt x="20214" y="7829"/>
                    <a:pt x="19706" y="5997"/>
                  </a:cubicBezTo>
                  <a:cubicBezTo>
                    <a:pt x="19311" y="4603"/>
                    <a:pt x="18461" y="3525"/>
                    <a:pt x="17234" y="2894"/>
                  </a:cubicBezTo>
                  <a:cubicBezTo>
                    <a:pt x="16477" y="2504"/>
                    <a:pt x="15632" y="2308"/>
                    <a:pt x="14743" y="2308"/>
                  </a:cubicBezTo>
                  <a:cubicBezTo>
                    <a:pt x="13933" y="2308"/>
                    <a:pt x="13086" y="2471"/>
                    <a:pt x="12237" y="2797"/>
                  </a:cubicBezTo>
                  <a:cubicBezTo>
                    <a:pt x="12009" y="2886"/>
                    <a:pt x="11772" y="2929"/>
                    <a:pt x="11537" y="2929"/>
                  </a:cubicBezTo>
                  <a:cubicBezTo>
                    <a:pt x="10986" y="2929"/>
                    <a:pt x="10447" y="2693"/>
                    <a:pt x="10072" y="2262"/>
                  </a:cubicBezTo>
                  <a:cubicBezTo>
                    <a:pt x="9125" y="1175"/>
                    <a:pt x="7995" y="448"/>
                    <a:pt x="6802" y="150"/>
                  </a:cubicBezTo>
                  <a:cubicBezTo>
                    <a:pt x="6408" y="53"/>
                    <a:pt x="6013" y="1"/>
                    <a:pt x="5619" y="1"/>
                  </a:cubicBezTo>
                  <a:cubicBezTo>
                    <a:pt x="5597" y="1"/>
                    <a:pt x="5576" y="0"/>
                    <a:pt x="55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4"/>
            <p:cNvSpPr/>
            <p:nvPr/>
          </p:nvSpPr>
          <p:spPr>
            <a:xfrm>
              <a:off x="4632720" y="1735210"/>
              <a:ext cx="146595" cy="203041"/>
            </a:xfrm>
            <a:custGeom>
              <a:avLst/>
              <a:gdLst/>
              <a:ahLst/>
              <a:cxnLst/>
              <a:rect l="l" t="t" r="r" b="b"/>
              <a:pathLst>
                <a:path w="2140" h="2964" extrusionOk="0">
                  <a:moveTo>
                    <a:pt x="1315" y="0"/>
                  </a:moveTo>
                  <a:lnTo>
                    <a:pt x="0" y="833"/>
                  </a:lnTo>
                  <a:cubicBezTo>
                    <a:pt x="377" y="1456"/>
                    <a:pt x="570" y="2166"/>
                    <a:pt x="561" y="2902"/>
                  </a:cubicBezTo>
                  <a:lnTo>
                    <a:pt x="2113" y="2963"/>
                  </a:lnTo>
                  <a:cubicBezTo>
                    <a:pt x="2139" y="1920"/>
                    <a:pt x="1859" y="886"/>
                    <a:pt x="13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4"/>
            <p:cNvSpPr/>
            <p:nvPr/>
          </p:nvSpPr>
          <p:spPr>
            <a:xfrm>
              <a:off x="4612854" y="1966410"/>
              <a:ext cx="162830" cy="225853"/>
            </a:xfrm>
            <a:custGeom>
              <a:avLst/>
              <a:gdLst/>
              <a:ahLst/>
              <a:cxnLst/>
              <a:rect l="l" t="t" r="r" b="b"/>
              <a:pathLst>
                <a:path w="2377" h="3297" extrusionOk="0">
                  <a:moveTo>
                    <a:pt x="834" y="0"/>
                  </a:moveTo>
                  <a:cubicBezTo>
                    <a:pt x="746" y="886"/>
                    <a:pt x="466" y="1736"/>
                    <a:pt x="1" y="2499"/>
                  </a:cubicBezTo>
                  <a:lnTo>
                    <a:pt x="1333" y="3296"/>
                  </a:lnTo>
                  <a:cubicBezTo>
                    <a:pt x="1921" y="2332"/>
                    <a:pt x="2280" y="1236"/>
                    <a:pt x="2377" y="114"/>
                  </a:cubicBezTo>
                  <a:lnTo>
                    <a:pt x="8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4"/>
            <p:cNvSpPr/>
            <p:nvPr/>
          </p:nvSpPr>
          <p:spPr>
            <a:xfrm>
              <a:off x="3903709" y="1452699"/>
              <a:ext cx="500890" cy="228319"/>
            </a:xfrm>
            <a:custGeom>
              <a:avLst/>
              <a:gdLst/>
              <a:ahLst/>
              <a:cxnLst/>
              <a:rect l="l" t="t" r="r" b="b"/>
              <a:pathLst>
                <a:path w="7312" h="3333" extrusionOk="0">
                  <a:moveTo>
                    <a:pt x="665" y="1"/>
                  </a:moveTo>
                  <a:cubicBezTo>
                    <a:pt x="538" y="1"/>
                    <a:pt x="434" y="30"/>
                    <a:pt x="360" y="92"/>
                  </a:cubicBezTo>
                  <a:cubicBezTo>
                    <a:pt x="0" y="390"/>
                    <a:pt x="483" y="1337"/>
                    <a:pt x="1429" y="2205"/>
                  </a:cubicBezTo>
                  <a:cubicBezTo>
                    <a:pt x="1850" y="2590"/>
                    <a:pt x="2323" y="2915"/>
                    <a:pt x="2841" y="3160"/>
                  </a:cubicBezTo>
                  <a:cubicBezTo>
                    <a:pt x="2937" y="3204"/>
                    <a:pt x="3033" y="3248"/>
                    <a:pt x="3139" y="3265"/>
                  </a:cubicBezTo>
                  <a:lnTo>
                    <a:pt x="3165" y="3274"/>
                  </a:lnTo>
                  <a:lnTo>
                    <a:pt x="3191" y="3283"/>
                  </a:lnTo>
                  <a:cubicBezTo>
                    <a:pt x="3296" y="3309"/>
                    <a:pt x="3402" y="3327"/>
                    <a:pt x="3507" y="3327"/>
                  </a:cubicBezTo>
                  <a:cubicBezTo>
                    <a:pt x="3592" y="3331"/>
                    <a:pt x="3678" y="3333"/>
                    <a:pt x="3763" y="3333"/>
                  </a:cubicBezTo>
                  <a:cubicBezTo>
                    <a:pt x="4247" y="3333"/>
                    <a:pt x="4729" y="3269"/>
                    <a:pt x="5199" y="3143"/>
                  </a:cubicBezTo>
                  <a:cubicBezTo>
                    <a:pt x="6443" y="2818"/>
                    <a:pt x="7311" y="2213"/>
                    <a:pt x="7136" y="1784"/>
                  </a:cubicBezTo>
                  <a:cubicBezTo>
                    <a:pt x="7032" y="1523"/>
                    <a:pt x="6584" y="1387"/>
                    <a:pt x="5977" y="1387"/>
                  </a:cubicBezTo>
                  <a:cubicBezTo>
                    <a:pt x="5562" y="1387"/>
                    <a:pt x="5073" y="1451"/>
                    <a:pt x="4567" y="1582"/>
                  </a:cubicBezTo>
                  <a:cubicBezTo>
                    <a:pt x="4392" y="1626"/>
                    <a:pt x="4234" y="1670"/>
                    <a:pt x="4077" y="1731"/>
                  </a:cubicBezTo>
                  <a:cubicBezTo>
                    <a:pt x="3979" y="1763"/>
                    <a:pt x="3879" y="1778"/>
                    <a:pt x="3780" y="1778"/>
                  </a:cubicBezTo>
                  <a:cubicBezTo>
                    <a:pt x="3522" y="1778"/>
                    <a:pt x="3270" y="1673"/>
                    <a:pt x="3086" y="1477"/>
                  </a:cubicBezTo>
                  <a:cubicBezTo>
                    <a:pt x="2972" y="1363"/>
                    <a:pt x="2849" y="1240"/>
                    <a:pt x="2727" y="1126"/>
                  </a:cubicBezTo>
                  <a:cubicBezTo>
                    <a:pt x="1969" y="431"/>
                    <a:pt x="1151" y="1"/>
                    <a:pt x="6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4"/>
            <p:cNvSpPr/>
            <p:nvPr/>
          </p:nvSpPr>
          <p:spPr>
            <a:xfrm>
              <a:off x="5292886" y="4045915"/>
              <a:ext cx="130155" cy="76928"/>
            </a:xfrm>
            <a:custGeom>
              <a:avLst/>
              <a:gdLst/>
              <a:ahLst/>
              <a:cxnLst/>
              <a:rect l="l" t="t" r="r" b="b"/>
              <a:pathLst>
                <a:path w="1900" h="1123" extrusionOk="0">
                  <a:moveTo>
                    <a:pt x="1286" y="0"/>
                  </a:moveTo>
                  <a:lnTo>
                    <a:pt x="1277" y="579"/>
                  </a:lnTo>
                  <a:cubicBezTo>
                    <a:pt x="1109" y="551"/>
                    <a:pt x="967" y="539"/>
                    <a:pt x="845" y="539"/>
                  </a:cubicBezTo>
                  <a:cubicBezTo>
                    <a:pt x="0" y="539"/>
                    <a:pt x="181" y="1122"/>
                    <a:pt x="181" y="1122"/>
                  </a:cubicBezTo>
                  <a:lnTo>
                    <a:pt x="1899" y="1122"/>
                  </a:lnTo>
                  <a:lnTo>
                    <a:pt x="1890" y="27"/>
                  </a:lnTo>
                  <a:lnTo>
                    <a:pt x="128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4"/>
            <p:cNvSpPr/>
            <p:nvPr/>
          </p:nvSpPr>
          <p:spPr>
            <a:xfrm>
              <a:off x="5050864" y="4045915"/>
              <a:ext cx="129538" cy="76928"/>
            </a:xfrm>
            <a:custGeom>
              <a:avLst/>
              <a:gdLst/>
              <a:ahLst/>
              <a:cxnLst/>
              <a:rect l="l" t="t" r="r" b="b"/>
              <a:pathLst>
                <a:path w="1891" h="1123" extrusionOk="0">
                  <a:moveTo>
                    <a:pt x="1286" y="0"/>
                  </a:moveTo>
                  <a:lnTo>
                    <a:pt x="1277" y="579"/>
                  </a:lnTo>
                  <a:cubicBezTo>
                    <a:pt x="1110" y="551"/>
                    <a:pt x="967" y="539"/>
                    <a:pt x="846" y="539"/>
                  </a:cubicBezTo>
                  <a:cubicBezTo>
                    <a:pt x="0" y="539"/>
                    <a:pt x="181" y="1122"/>
                    <a:pt x="181" y="1122"/>
                  </a:cubicBezTo>
                  <a:lnTo>
                    <a:pt x="1891" y="1122"/>
                  </a:lnTo>
                  <a:lnTo>
                    <a:pt x="1882" y="27"/>
                  </a:lnTo>
                  <a:lnTo>
                    <a:pt x="128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4"/>
            <p:cNvSpPr/>
            <p:nvPr/>
          </p:nvSpPr>
          <p:spPr>
            <a:xfrm>
              <a:off x="5065044" y="2457583"/>
              <a:ext cx="377791" cy="1597958"/>
            </a:xfrm>
            <a:custGeom>
              <a:avLst/>
              <a:gdLst/>
              <a:ahLst/>
              <a:cxnLst/>
              <a:rect l="l" t="t" r="r" b="b"/>
              <a:pathLst>
                <a:path w="5515" h="23327" extrusionOk="0">
                  <a:moveTo>
                    <a:pt x="237" y="1"/>
                  </a:moveTo>
                  <a:lnTo>
                    <a:pt x="1" y="2613"/>
                  </a:lnTo>
                  <a:lnTo>
                    <a:pt x="930" y="23327"/>
                  </a:lnTo>
                  <a:lnTo>
                    <a:pt x="1859" y="23327"/>
                  </a:lnTo>
                  <a:lnTo>
                    <a:pt x="3016" y="4007"/>
                  </a:lnTo>
                  <a:lnTo>
                    <a:pt x="4401" y="23327"/>
                  </a:lnTo>
                  <a:lnTo>
                    <a:pt x="5514" y="23327"/>
                  </a:lnTo>
                  <a:lnTo>
                    <a:pt x="5286" y="395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4"/>
            <p:cNvSpPr/>
            <p:nvPr/>
          </p:nvSpPr>
          <p:spPr>
            <a:xfrm>
              <a:off x="5125122" y="2444978"/>
              <a:ext cx="145362" cy="292506"/>
            </a:xfrm>
            <a:custGeom>
              <a:avLst/>
              <a:gdLst/>
              <a:ahLst/>
              <a:cxnLst/>
              <a:rect l="l" t="t" r="r" b="b"/>
              <a:pathLst>
                <a:path w="2122" h="4270" fill="none" extrusionOk="0">
                  <a:moveTo>
                    <a:pt x="44" y="1"/>
                  </a:moveTo>
                  <a:cubicBezTo>
                    <a:pt x="0" y="974"/>
                    <a:pt x="132" y="2508"/>
                    <a:pt x="351" y="2806"/>
                  </a:cubicBezTo>
                  <a:cubicBezTo>
                    <a:pt x="719" y="3305"/>
                    <a:pt x="1149" y="3270"/>
                    <a:pt x="2008" y="3104"/>
                  </a:cubicBezTo>
                  <a:cubicBezTo>
                    <a:pt x="2069" y="3489"/>
                    <a:pt x="2104" y="3884"/>
                    <a:pt x="2122" y="4270"/>
                  </a:cubicBezTo>
                </a:path>
              </a:pathLst>
            </a:custGeom>
            <a:noFill/>
            <a:ln w="1975" cap="flat" cmpd="sng">
              <a:solidFill>
                <a:srgbClr val="2A4550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4"/>
            <p:cNvSpPr/>
            <p:nvPr/>
          </p:nvSpPr>
          <p:spPr>
            <a:xfrm>
              <a:off x="5119093" y="2455802"/>
              <a:ext cx="78161" cy="148993"/>
            </a:xfrm>
            <a:custGeom>
              <a:avLst/>
              <a:gdLst/>
              <a:ahLst/>
              <a:cxnLst/>
              <a:rect l="l" t="t" r="r" b="b"/>
              <a:pathLst>
                <a:path w="1141" h="2175" fill="none" extrusionOk="0">
                  <a:moveTo>
                    <a:pt x="1" y="2139"/>
                  </a:moveTo>
                  <a:cubicBezTo>
                    <a:pt x="185" y="2157"/>
                    <a:pt x="746" y="2174"/>
                    <a:pt x="877" y="1964"/>
                  </a:cubicBezTo>
                  <a:cubicBezTo>
                    <a:pt x="1096" y="1631"/>
                    <a:pt x="1140" y="342"/>
                    <a:pt x="1096" y="0"/>
                  </a:cubicBezTo>
                </a:path>
              </a:pathLst>
            </a:custGeom>
            <a:noFill/>
            <a:ln w="1975" cap="flat" cmpd="sng">
              <a:solidFill>
                <a:srgbClr val="2A4550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4"/>
            <p:cNvSpPr/>
            <p:nvPr/>
          </p:nvSpPr>
          <p:spPr>
            <a:xfrm>
              <a:off x="5370706" y="2484642"/>
              <a:ext cx="48089" cy="1570899"/>
            </a:xfrm>
            <a:custGeom>
              <a:avLst/>
              <a:gdLst/>
              <a:ahLst/>
              <a:cxnLst/>
              <a:rect l="l" t="t" r="r" b="b"/>
              <a:pathLst>
                <a:path w="702" h="22932" fill="none" extrusionOk="0">
                  <a:moveTo>
                    <a:pt x="0" y="0"/>
                  </a:moveTo>
                  <a:cubicBezTo>
                    <a:pt x="0" y="0"/>
                    <a:pt x="702" y="20486"/>
                    <a:pt x="597" y="22932"/>
                  </a:cubicBezTo>
                </a:path>
              </a:pathLst>
            </a:custGeom>
            <a:solidFill>
              <a:schemeClr val="accent3"/>
            </a:solidFill>
            <a:ln w="650" cap="flat" cmpd="sng">
              <a:solidFill>
                <a:srgbClr val="7D3C2D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4"/>
            <p:cNvSpPr/>
            <p:nvPr/>
          </p:nvSpPr>
          <p:spPr>
            <a:xfrm>
              <a:off x="5291448" y="2474983"/>
              <a:ext cx="87752" cy="161597"/>
            </a:xfrm>
            <a:custGeom>
              <a:avLst/>
              <a:gdLst/>
              <a:ahLst/>
              <a:cxnLst/>
              <a:rect l="l" t="t" r="r" b="b"/>
              <a:pathLst>
                <a:path w="1281" h="2359" fill="none" extrusionOk="0">
                  <a:moveTo>
                    <a:pt x="325" y="1"/>
                  </a:moveTo>
                  <a:cubicBezTo>
                    <a:pt x="325" y="1"/>
                    <a:pt x="0" y="2359"/>
                    <a:pt x="1280" y="2245"/>
                  </a:cubicBezTo>
                </a:path>
              </a:pathLst>
            </a:custGeom>
            <a:noFill/>
            <a:ln w="1975" cap="flat" cmpd="sng">
              <a:solidFill>
                <a:srgbClr val="2A4550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4"/>
            <p:cNvSpPr/>
            <p:nvPr/>
          </p:nvSpPr>
          <p:spPr>
            <a:xfrm>
              <a:off x="5188761" y="2735640"/>
              <a:ext cx="137553" cy="14454"/>
            </a:xfrm>
            <a:custGeom>
              <a:avLst/>
              <a:gdLst/>
              <a:ahLst/>
              <a:cxnLst/>
              <a:rect l="l" t="t" r="r" b="b"/>
              <a:pathLst>
                <a:path w="2008" h="211" fill="none" extrusionOk="0">
                  <a:moveTo>
                    <a:pt x="0" y="79"/>
                  </a:moveTo>
                  <a:cubicBezTo>
                    <a:pt x="667" y="211"/>
                    <a:pt x="1350" y="184"/>
                    <a:pt x="2008" y="0"/>
                  </a:cubicBezTo>
                </a:path>
              </a:pathLst>
            </a:custGeom>
            <a:noFill/>
            <a:ln w="1975" cap="flat" cmpd="sng">
              <a:solidFill>
                <a:srgbClr val="2A4550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4"/>
            <p:cNvSpPr/>
            <p:nvPr/>
          </p:nvSpPr>
          <p:spPr>
            <a:xfrm>
              <a:off x="5173759" y="2746464"/>
              <a:ext cx="61926" cy="1309083"/>
            </a:xfrm>
            <a:custGeom>
              <a:avLst/>
              <a:gdLst/>
              <a:ahLst/>
              <a:cxnLst/>
              <a:rect l="l" t="t" r="r" b="b"/>
              <a:pathLst>
                <a:path w="904" h="19110" fill="none" extrusionOk="0">
                  <a:moveTo>
                    <a:pt x="903" y="0"/>
                  </a:moveTo>
                  <a:lnTo>
                    <a:pt x="0" y="19110"/>
                  </a:lnTo>
                </a:path>
              </a:pathLst>
            </a:custGeom>
            <a:solidFill>
              <a:schemeClr val="accent3"/>
            </a:solidFill>
            <a:ln w="650" cap="flat" cmpd="sng">
              <a:solidFill>
                <a:srgbClr val="7D3C2D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4"/>
            <p:cNvSpPr/>
            <p:nvPr/>
          </p:nvSpPr>
          <p:spPr>
            <a:xfrm>
              <a:off x="4994829" y="1755007"/>
              <a:ext cx="542882" cy="1227839"/>
            </a:xfrm>
            <a:custGeom>
              <a:avLst/>
              <a:gdLst/>
              <a:ahLst/>
              <a:cxnLst/>
              <a:rect l="l" t="t" r="r" b="b"/>
              <a:pathLst>
                <a:path w="7925" h="17924" extrusionOk="0">
                  <a:moveTo>
                    <a:pt x="3778" y="1"/>
                  </a:moveTo>
                  <a:lnTo>
                    <a:pt x="2446" y="439"/>
                  </a:lnTo>
                  <a:lnTo>
                    <a:pt x="1026" y="1131"/>
                  </a:lnTo>
                  <a:cubicBezTo>
                    <a:pt x="1026" y="1131"/>
                    <a:pt x="929" y="8144"/>
                    <a:pt x="1166" y="9748"/>
                  </a:cubicBezTo>
                  <a:lnTo>
                    <a:pt x="0" y="17269"/>
                  </a:lnTo>
                  <a:cubicBezTo>
                    <a:pt x="59" y="17482"/>
                    <a:pt x="830" y="17799"/>
                    <a:pt x="1579" y="17799"/>
                  </a:cubicBezTo>
                  <a:cubicBezTo>
                    <a:pt x="1724" y="17799"/>
                    <a:pt x="1869" y="17787"/>
                    <a:pt x="2007" y="17760"/>
                  </a:cubicBezTo>
                  <a:lnTo>
                    <a:pt x="2612" y="16279"/>
                  </a:lnTo>
                  <a:lnTo>
                    <a:pt x="2972" y="17892"/>
                  </a:lnTo>
                  <a:cubicBezTo>
                    <a:pt x="3213" y="17912"/>
                    <a:pt x="3473" y="17924"/>
                    <a:pt x="3744" y="17924"/>
                  </a:cubicBezTo>
                  <a:cubicBezTo>
                    <a:pt x="4874" y="17924"/>
                    <a:pt x="6197" y="17725"/>
                    <a:pt x="7144" y="17138"/>
                  </a:cubicBezTo>
                  <a:lnTo>
                    <a:pt x="6382" y="9547"/>
                  </a:lnTo>
                  <a:cubicBezTo>
                    <a:pt x="7924" y="2595"/>
                    <a:pt x="6382" y="728"/>
                    <a:pt x="6382" y="728"/>
                  </a:cubicBezTo>
                  <a:lnTo>
                    <a:pt x="3778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4"/>
            <p:cNvSpPr/>
            <p:nvPr/>
          </p:nvSpPr>
          <p:spPr>
            <a:xfrm>
              <a:off x="4997774" y="2917587"/>
              <a:ext cx="144814" cy="34320"/>
            </a:xfrm>
            <a:custGeom>
              <a:avLst/>
              <a:gdLst/>
              <a:ahLst/>
              <a:cxnLst/>
              <a:rect l="l" t="t" r="r" b="b"/>
              <a:pathLst>
                <a:path w="2114" h="501" fill="none" extrusionOk="0">
                  <a:moveTo>
                    <a:pt x="1" y="0"/>
                  </a:moveTo>
                  <a:cubicBezTo>
                    <a:pt x="1" y="0"/>
                    <a:pt x="1132" y="500"/>
                    <a:pt x="2113" y="412"/>
                  </a:cubicBezTo>
                </a:path>
              </a:pathLst>
            </a:custGeom>
            <a:noFill/>
            <a:ln w="650" cap="flat" cmpd="sng">
              <a:solidFill>
                <a:srgbClr val="83838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4"/>
            <p:cNvSpPr/>
            <p:nvPr/>
          </p:nvSpPr>
          <p:spPr>
            <a:xfrm>
              <a:off x="5188761" y="2889363"/>
              <a:ext cx="291273" cy="58296"/>
            </a:xfrm>
            <a:custGeom>
              <a:avLst/>
              <a:gdLst/>
              <a:ahLst/>
              <a:cxnLst/>
              <a:rect l="l" t="t" r="r" b="b"/>
              <a:pathLst>
                <a:path w="4252" h="851" fill="none" extrusionOk="0">
                  <a:moveTo>
                    <a:pt x="0" y="842"/>
                  </a:moveTo>
                  <a:cubicBezTo>
                    <a:pt x="0" y="842"/>
                    <a:pt x="2692" y="851"/>
                    <a:pt x="4252" y="0"/>
                  </a:cubicBezTo>
                </a:path>
              </a:pathLst>
            </a:custGeom>
            <a:noFill/>
            <a:ln w="650" cap="flat" cmpd="sng">
              <a:solidFill>
                <a:srgbClr val="83838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4"/>
            <p:cNvSpPr/>
            <p:nvPr/>
          </p:nvSpPr>
          <p:spPr>
            <a:xfrm>
              <a:off x="5153345" y="1755007"/>
              <a:ext cx="191601" cy="424647"/>
            </a:xfrm>
            <a:custGeom>
              <a:avLst/>
              <a:gdLst/>
              <a:ahLst/>
              <a:cxnLst/>
              <a:rect l="l" t="t" r="r" b="b"/>
              <a:pathLst>
                <a:path w="2797" h="6199" extrusionOk="0">
                  <a:moveTo>
                    <a:pt x="1464" y="1"/>
                  </a:moveTo>
                  <a:cubicBezTo>
                    <a:pt x="0" y="2543"/>
                    <a:pt x="140" y="6198"/>
                    <a:pt x="140" y="6198"/>
                  </a:cubicBezTo>
                  <a:cubicBezTo>
                    <a:pt x="851" y="3840"/>
                    <a:pt x="2306" y="2499"/>
                    <a:pt x="2306" y="2499"/>
                  </a:cubicBezTo>
                  <a:lnTo>
                    <a:pt x="1666" y="1728"/>
                  </a:lnTo>
                  <a:lnTo>
                    <a:pt x="2797" y="1438"/>
                  </a:lnTo>
                  <a:lnTo>
                    <a:pt x="1464" y="1"/>
                  </a:lnTo>
                  <a:close/>
                </a:path>
              </a:pathLst>
            </a:custGeom>
            <a:solidFill>
              <a:srgbClr val="E5E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4"/>
            <p:cNvSpPr/>
            <p:nvPr/>
          </p:nvSpPr>
          <p:spPr>
            <a:xfrm>
              <a:off x="5075251" y="1786861"/>
              <a:ext cx="87752" cy="392793"/>
            </a:xfrm>
            <a:custGeom>
              <a:avLst/>
              <a:gdLst/>
              <a:ahLst/>
              <a:cxnLst/>
              <a:rect l="l" t="t" r="r" b="b"/>
              <a:pathLst>
                <a:path w="1281" h="5734" extrusionOk="0">
                  <a:moveTo>
                    <a:pt x="1088" y="0"/>
                  </a:moveTo>
                  <a:lnTo>
                    <a:pt x="150" y="290"/>
                  </a:lnTo>
                  <a:lnTo>
                    <a:pt x="509" y="815"/>
                  </a:lnTo>
                  <a:lnTo>
                    <a:pt x="1" y="1350"/>
                  </a:lnTo>
                  <a:cubicBezTo>
                    <a:pt x="1" y="1350"/>
                    <a:pt x="307" y="3980"/>
                    <a:pt x="1280" y="5733"/>
                  </a:cubicBezTo>
                  <a:lnTo>
                    <a:pt x="1088" y="0"/>
                  </a:lnTo>
                  <a:close/>
                </a:path>
              </a:pathLst>
            </a:custGeom>
            <a:solidFill>
              <a:srgbClr val="E5E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4"/>
            <p:cNvSpPr/>
            <p:nvPr/>
          </p:nvSpPr>
          <p:spPr>
            <a:xfrm>
              <a:off x="5106489" y="1755007"/>
              <a:ext cx="147212" cy="424647"/>
            </a:xfrm>
            <a:custGeom>
              <a:avLst/>
              <a:gdLst/>
              <a:ahLst/>
              <a:cxnLst/>
              <a:rect l="l" t="t" r="r" b="b"/>
              <a:pathLst>
                <a:path w="2149" h="6199" extrusionOk="0">
                  <a:moveTo>
                    <a:pt x="2148" y="1"/>
                  </a:moveTo>
                  <a:lnTo>
                    <a:pt x="632" y="465"/>
                  </a:lnTo>
                  <a:cubicBezTo>
                    <a:pt x="632" y="465"/>
                    <a:pt x="1" y="2964"/>
                    <a:pt x="824" y="6198"/>
                  </a:cubicBezTo>
                  <a:cubicBezTo>
                    <a:pt x="824" y="6198"/>
                    <a:pt x="956" y="2911"/>
                    <a:pt x="21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4"/>
            <p:cNvSpPr/>
            <p:nvPr/>
          </p:nvSpPr>
          <p:spPr>
            <a:xfrm>
              <a:off x="5144303" y="1816250"/>
              <a:ext cx="86587" cy="41513"/>
            </a:xfrm>
            <a:custGeom>
              <a:avLst/>
              <a:gdLst/>
              <a:ahLst/>
              <a:cxnLst/>
              <a:rect l="l" t="t" r="r" b="b"/>
              <a:pathLst>
                <a:path w="1264" h="606" fill="none" extrusionOk="0">
                  <a:moveTo>
                    <a:pt x="1" y="1"/>
                  </a:moveTo>
                  <a:cubicBezTo>
                    <a:pt x="1" y="1"/>
                    <a:pt x="527" y="606"/>
                    <a:pt x="1263" y="1"/>
                  </a:cubicBezTo>
                </a:path>
              </a:pathLst>
            </a:custGeom>
            <a:solidFill>
              <a:schemeClr val="accent3"/>
            </a:solidFill>
            <a:ln w="1325" cap="flat" cmpd="sng">
              <a:solidFill>
                <a:schemeClr val="accent2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4"/>
            <p:cNvSpPr/>
            <p:nvPr/>
          </p:nvSpPr>
          <p:spPr>
            <a:xfrm>
              <a:off x="5099913" y="2282830"/>
              <a:ext cx="315317" cy="229483"/>
            </a:xfrm>
            <a:custGeom>
              <a:avLst/>
              <a:gdLst/>
              <a:ahLst/>
              <a:cxnLst/>
              <a:rect l="l" t="t" r="r" b="b"/>
              <a:pathLst>
                <a:path w="4603" h="3350" fill="none" extrusionOk="0">
                  <a:moveTo>
                    <a:pt x="4602" y="3349"/>
                  </a:moveTo>
                  <a:cubicBezTo>
                    <a:pt x="2814" y="2674"/>
                    <a:pt x="1385" y="1324"/>
                    <a:pt x="0" y="1"/>
                  </a:cubicBezTo>
                </a:path>
              </a:pathLst>
            </a:custGeom>
            <a:noFill/>
            <a:ln w="650" cap="flat" cmpd="sng">
              <a:solidFill>
                <a:srgbClr val="83838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4"/>
            <p:cNvSpPr/>
            <p:nvPr/>
          </p:nvSpPr>
          <p:spPr>
            <a:xfrm>
              <a:off x="5134096" y="2397574"/>
              <a:ext cx="123784" cy="140567"/>
            </a:xfrm>
            <a:custGeom>
              <a:avLst/>
              <a:gdLst/>
              <a:ahLst/>
              <a:cxnLst/>
              <a:rect l="l" t="t" r="r" b="b"/>
              <a:pathLst>
                <a:path w="1807" h="2052" fill="none" extrusionOk="0">
                  <a:moveTo>
                    <a:pt x="1807" y="2051"/>
                  </a:moveTo>
                  <a:cubicBezTo>
                    <a:pt x="1368" y="1587"/>
                    <a:pt x="290" y="561"/>
                    <a:pt x="1" y="0"/>
                  </a:cubicBezTo>
                </a:path>
              </a:pathLst>
            </a:custGeom>
            <a:noFill/>
            <a:ln w="650" cap="flat" cmpd="sng">
              <a:solidFill>
                <a:srgbClr val="83838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4"/>
            <p:cNvSpPr/>
            <p:nvPr/>
          </p:nvSpPr>
          <p:spPr>
            <a:xfrm>
              <a:off x="5162936" y="2179594"/>
              <a:ext cx="45075" cy="690574"/>
            </a:xfrm>
            <a:custGeom>
              <a:avLst/>
              <a:gdLst/>
              <a:ahLst/>
              <a:cxnLst/>
              <a:rect l="l" t="t" r="r" b="b"/>
              <a:pathLst>
                <a:path w="658" h="10081" fill="none" extrusionOk="0">
                  <a:moveTo>
                    <a:pt x="0" y="0"/>
                  </a:moveTo>
                  <a:cubicBezTo>
                    <a:pt x="0" y="0"/>
                    <a:pt x="658" y="3559"/>
                    <a:pt x="158" y="10081"/>
                  </a:cubicBezTo>
                </a:path>
              </a:pathLst>
            </a:custGeom>
            <a:noFill/>
            <a:ln w="650" cap="flat" cmpd="sng">
              <a:solidFill>
                <a:srgbClr val="83838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4"/>
            <p:cNvSpPr/>
            <p:nvPr/>
          </p:nvSpPr>
          <p:spPr>
            <a:xfrm>
              <a:off x="4572643" y="2033476"/>
              <a:ext cx="150774" cy="92410"/>
            </a:xfrm>
            <a:custGeom>
              <a:avLst/>
              <a:gdLst/>
              <a:ahLst/>
              <a:cxnLst/>
              <a:rect l="l" t="t" r="r" b="b"/>
              <a:pathLst>
                <a:path w="2201" h="1349" extrusionOk="0">
                  <a:moveTo>
                    <a:pt x="1021" y="1"/>
                  </a:moveTo>
                  <a:cubicBezTo>
                    <a:pt x="1010" y="1"/>
                    <a:pt x="1000" y="1"/>
                    <a:pt x="991" y="3"/>
                  </a:cubicBezTo>
                  <a:lnTo>
                    <a:pt x="1105" y="310"/>
                  </a:lnTo>
                  <a:cubicBezTo>
                    <a:pt x="954" y="228"/>
                    <a:pt x="577" y="142"/>
                    <a:pt x="370" y="142"/>
                  </a:cubicBezTo>
                  <a:cubicBezTo>
                    <a:pt x="289" y="142"/>
                    <a:pt x="233" y="155"/>
                    <a:pt x="229" y="187"/>
                  </a:cubicBezTo>
                  <a:cubicBezTo>
                    <a:pt x="212" y="262"/>
                    <a:pt x="409" y="345"/>
                    <a:pt x="496" y="383"/>
                  </a:cubicBezTo>
                  <a:lnTo>
                    <a:pt x="496" y="383"/>
                  </a:lnTo>
                  <a:cubicBezTo>
                    <a:pt x="443" y="362"/>
                    <a:pt x="334" y="345"/>
                    <a:pt x="237" y="345"/>
                  </a:cubicBezTo>
                  <a:cubicBezTo>
                    <a:pt x="143" y="345"/>
                    <a:pt x="61" y="361"/>
                    <a:pt x="53" y="406"/>
                  </a:cubicBezTo>
                  <a:cubicBezTo>
                    <a:pt x="36" y="494"/>
                    <a:pt x="290" y="546"/>
                    <a:pt x="325" y="582"/>
                  </a:cubicBezTo>
                  <a:cubicBezTo>
                    <a:pt x="307" y="578"/>
                    <a:pt x="259" y="573"/>
                    <a:pt x="206" y="573"/>
                  </a:cubicBezTo>
                  <a:cubicBezTo>
                    <a:pt x="128" y="573"/>
                    <a:pt x="39" y="584"/>
                    <a:pt x="18" y="625"/>
                  </a:cubicBezTo>
                  <a:cubicBezTo>
                    <a:pt x="1" y="660"/>
                    <a:pt x="158" y="783"/>
                    <a:pt x="202" y="792"/>
                  </a:cubicBezTo>
                  <a:cubicBezTo>
                    <a:pt x="115" y="801"/>
                    <a:pt x="36" y="818"/>
                    <a:pt x="36" y="853"/>
                  </a:cubicBezTo>
                  <a:cubicBezTo>
                    <a:pt x="12" y="949"/>
                    <a:pt x="1189" y="1348"/>
                    <a:pt x="1858" y="1348"/>
                  </a:cubicBezTo>
                  <a:cubicBezTo>
                    <a:pt x="1925" y="1348"/>
                    <a:pt x="1988" y="1344"/>
                    <a:pt x="2043" y="1335"/>
                  </a:cubicBezTo>
                  <a:cubicBezTo>
                    <a:pt x="2104" y="1195"/>
                    <a:pt x="2157" y="1046"/>
                    <a:pt x="2201" y="897"/>
                  </a:cubicBezTo>
                  <a:cubicBezTo>
                    <a:pt x="2099" y="770"/>
                    <a:pt x="1339" y="1"/>
                    <a:pt x="1021" y="1"/>
                  </a:cubicBezTo>
                  <a:close/>
                </a:path>
              </a:pathLst>
            </a:custGeom>
            <a:solidFill>
              <a:srgbClr val="EBAF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4"/>
            <p:cNvSpPr/>
            <p:nvPr/>
          </p:nvSpPr>
          <p:spPr>
            <a:xfrm>
              <a:off x="4687934" y="2066083"/>
              <a:ext cx="64324" cy="78709"/>
            </a:xfrm>
            <a:custGeom>
              <a:avLst/>
              <a:gdLst/>
              <a:ahLst/>
              <a:cxnLst/>
              <a:rect l="l" t="t" r="r" b="b"/>
              <a:pathLst>
                <a:path w="939" h="1149" extrusionOk="0">
                  <a:moveTo>
                    <a:pt x="246" y="0"/>
                  </a:moveTo>
                  <a:lnTo>
                    <a:pt x="1" y="982"/>
                  </a:lnTo>
                  <a:lnTo>
                    <a:pt x="816" y="1149"/>
                  </a:lnTo>
                  <a:lnTo>
                    <a:pt x="939" y="325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4"/>
            <p:cNvSpPr/>
            <p:nvPr/>
          </p:nvSpPr>
          <p:spPr>
            <a:xfrm>
              <a:off x="4704786" y="1804261"/>
              <a:ext cx="853336" cy="502671"/>
            </a:xfrm>
            <a:custGeom>
              <a:avLst/>
              <a:gdLst/>
              <a:ahLst/>
              <a:cxnLst/>
              <a:rect l="l" t="t" r="r" b="b"/>
              <a:pathLst>
                <a:path w="12457" h="7338" extrusionOk="0">
                  <a:moveTo>
                    <a:pt x="10616" y="0"/>
                  </a:moveTo>
                  <a:cubicBezTo>
                    <a:pt x="9546" y="1473"/>
                    <a:pt x="7670" y="5146"/>
                    <a:pt x="7670" y="5146"/>
                  </a:cubicBezTo>
                  <a:lnTo>
                    <a:pt x="386" y="3936"/>
                  </a:lnTo>
                  <a:lnTo>
                    <a:pt x="0" y="4936"/>
                  </a:lnTo>
                  <a:lnTo>
                    <a:pt x="8854" y="7337"/>
                  </a:lnTo>
                  <a:cubicBezTo>
                    <a:pt x="9792" y="6137"/>
                    <a:pt x="10616" y="4848"/>
                    <a:pt x="11326" y="3498"/>
                  </a:cubicBezTo>
                  <a:cubicBezTo>
                    <a:pt x="12456" y="1342"/>
                    <a:pt x="10616" y="0"/>
                    <a:pt x="106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4"/>
            <p:cNvSpPr/>
            <p:nvPr/>
          </p:nvSpPr>
          <p:spPr>
            <a:xfrm>
              <a:off x="5065044" y="1831869"/>
              <a:ext cx="377791" cy="324907"/>
            </a:xfrm>
            <a:custGeom>
              <a:avLst/>
              <a:gdLst/>
              <a:ahLst/>
              <a:cxnLst/>
              <a:rect l="l" t="t" r="r" b="b"/>
              <a:pathLst>
                <a:path w="5515" h="4743" fill="none" extrusionOk="0">
                  <a:moveTo>
                    <a:pt x="1" y="4349"/>
                  </a:moveTo>
                  <a:lnTo>
                    <a:pt x="2411" y="4743"/>
                  </a:lnTo>
                  <a:cubicBezTo>
                    <a:pt x="2411" y="4743"/>
                    <a:pt x="4086" y="1"/>
                    <a:pt x="5514" y="1"/>
                  </a:cubicBezTo>
                </a:path>
              </a:pathLst>
            </a:custGeom>
            <a:noFill/>
            <a:ln w="650" cap="flat" cmpd="sng">
              <a:solidFill>
                <a:srgbClr val="83838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4"/>
            <p:cNvSpPr/>
            <p:nvPr/>
          </p:nvSpPr>
          <p:spPr>
            <a:xfrm>
              <a:off x="5072854" y="2014431"/>
              <a:ext cx="419235" cy="292506"/>
            </a:xfrm>
            <a:custGeom>
              <a:avLst/>
              <a:gdLst/>
              <a:ahLst/>
              <a:cxnLst/>
              <a:rect l="l" t="t" r="r" b="b"/>
              <a:pathLst>
                <a:path w="6120" h="4270" fill="none" extrusionOk="0">
                  <a:moveTo>
                    <a:pt x="1" y="3323"/>
                  </a:moveTo>
                  <a:lnTo>
                    <a:pt x="3481" y="4269"/>
                  </a:lnTo>
                  <a:cubicBezTo>
                    <a:pt x="3481" y="4269"/>
                    <a:pt x="5707" y="1850"/>
                    <a:pt x="6119" y="1"/>
                  </a:cubicBezTo>
                </a:path>
              </a:pathLst>
            </a:custGeom>
            <a:solidFill>
              <a:schemeClr val="accent2"/>
            </a:solidFill>
            <a:ln w="650" cap="flat" cmpd="sng">
              <a:solidFill>
                <a:schemeClr val="dk2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4"/>
            <p:cNvSpPr/>
            <p:nvPr/>
          </p:nvSpPr>
          <p:spPr>
            <a:xfrm>
              <a:off x="4974415" y="1412762"/>
              <a:ext cx="293054" cy="280107"/>
            </a:xfrm>
            <a:custGeom>
              <a:avLst/>
              <a:gdLst/>
              <a:ahLst/>
              <a:cxnLst/>
              <a:rect l="l" t="t" r="r" b="b"/>
              <a:pathLst>
                <a:path w="4278" h="4089" extrusionOk="0">
                  <a:moveTo>
                    <a:pt x="561" y="0"/>
                  </a:moveTo>
                  <a:cubicBezTo>
                    <a:pt x="535" y="0"/>
                    <a:pt x="508" y="18"/>
                    <a:pt x="491" y="44"/>
                  </a:cubicBezTo>
                  <a:cubicBezTo>
                    <a:pt x="18" y="587"/>
                    <a:pt x="0" y="1446"/>
                    <a:pt x="543" y="1946"/>
                  </a:cubicBezTo>
                  <a:cubicBezTo>
                    <a:pt x="903" y="2269"/>
                    <a:pt x="1404" y="2385"/>
                    <a:pt x="1892" y="2385"/>
                  </a:cubicBezTo>
                  <a:cubicBezTo>
                    <a:pt x="2094" y="2385"/>
                    <a:pt x="2294" y="2365"/>
                    <a:pt x="2481" y="2332"/>
                  </a:cubicBezTo>
                  <a:lnTo>
                    <a:pt x="2481" y="2332"/>
                  </a:lnTo>
                  <a:cubicBezTo>
                    <a:pt x="2437" y="2341"/>
                    <a:pt x="2507" y="2823"/>
                    <a:pt x="2516" y="2867"/>
                  </a:cubicBezTo>
                  <a:cubicBezTo>
                    <a:pt x="2568" y="3033"/>
                    <a:pt x="2630" y="3182"/>
                    <a:pt x="2717" y="3331"/>
                  </a:cubicBezTo>
                  <a:cubicBezTo>
                    <a:pt x="2866" y="3612"/>
                    <a:pt x="3033" y="3883"/>
                    <a:pt x="3340" y="4024"/>
                  </a:cubicBezTo>
                  <a:cubicBezTo>
                    <a:pt x="3433" y="4066"/>
                    <a:pt x="3548" y="4089"/>
                    <a:pt x="3665" y="4089"/>
                  </a:cubicBezTo>
                  <a:cubicBezTo>
                    <a:pt x="3955" y="4089"/>
                    <a:pt x="4259" y="3950"/>
                    <a:pt x="4278" y="3638"/>
                  </a:cubicBezTo>
                  <a:cubicBezTo>
                    <a:pt x="4269" y="3471"/>
                    <a:pt x="4243" y="3305"/>
                    <a:pt x="4190" y="3147"/>
                  </a:cubicBezTo>
                  <a:cubicBezTo>
                    <a:pt x="4041" y="2533"/>
                    <a:pt x="4155" y="1920"/>
                    <a:pt x="4208" y="1297"/>
                  </a:cubicBezTo>
                  <a:cubicBezTo>
                    <a:pt x="4225" y="1087"/>
                    <a:pt x="4225" y="772"/>
                    <a:pt x="4015" y="640"/>
                  </a:cubicBezTo>
                  <a:cubicBezTo>
                    <a:pt x="3997" y="628"/>
                    <a:pt x="3965" y="623"/>
                    <a:pt x="3924" y="623"/>
                  </a:cubicBezTo>
                  <a:cubicBezTo>
                    <a:pt x="3725" y="623"/>
                    <a:pt x="3322" y="749"/>
                    <a:pt x="3383" y="858"/>
                  </a:cubicBezTo>
                  <a:lnTo>
                    <a:pt x="3383" y="858"/>
                  </a:lnTo>
                  <a:cubicBezTo>
                    <a:pt x="3225" y="587"/>
                    <a:pt x="2962" y="394"/>
                    <a:pt x="2656" y="342"/>
                  </a:cubicBezTo>
                  <a:cubicBezTo>
                    <a:pt x="2007" y="175"/>
                    <a:pt x="1218" y="395"/>
                    <a:pt x="631" y="26"/>
                  </a:cubicBezTo>
                  <a:cubicBezTo>
                    <a:pt x="614" y="9"/>
                    <a:pt x="587" y="0"/>
                    <a:pt x="5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4"/>
            <p:cNvSpPr/>
            <p:nvPr/>
          </p:nvSpPr>
          <p:spPr>
            <a:xfrm>
              <a:off x="5009214" y="1526204"/>
              <a:ext cx="244485" cy="274079"/>
            </a:xfrm>
            <a:custGeom>
              <a:avLst/>
              <a:gdLst/>
              <a:ahLst/>
              <a:cxnLst/>
              <a:rect l="l" t="t" r="r" b="b"/>
              <a:pathLst>
                <a:path w="3569" h="4001" extrusionOk="0">
                  <a:moveTo>
                    <a:pt x="202" y="1"/>
                  </a:moveTo>
                  <a:lnTo>
                    <a:pt x="0" y="1587"/>
                  </a:lnTo>
                  <a:lnTo>
                    <a:pt x="360" y="1649"/>
                  </a:lnTo>
                  <a:lnTo>
                    <a:pt x="360" y="2850"/>
                  </a:lnTo>
                  <a:lnTo>
                    <a:pt x="1832" y="2631"/>
                  </a:lnTo>
                  <a:lnTo>
                    <a:pt x="2052" y="3805"/>
                  </a:lnTo>
                  <a:cubicBezTo>
                    <a:pt x="2217" y="3945"/>
                    <a:pt x="2384" y="4000"/>
                    <a:pt x="2544" y="4000"/>
                  </a:cubicBezTo>
                  <a:cubicBezTo>
                    <a:pt x="3101" y="4000"/>
                    <a:pt x="3568" y="3332"/>
                    <a:pt x="3568" y="3332"/>
                  </a:cubicBezTo>
                  <a:lnTo>
                    <a:pt x="2770" y="1403"/>
                  </a:lnTo>
                  <a:cubicBezTo>
                    <a:pt x="2770" y="1403"/>
                    <a:pt x="3174" y="790"/>
                    <a:pt x="2858" y="483"/>
                  </a:cubicBezTo>
                  <a:cubicBezTo>
                    <a:pt x="2781" y="410"/>
                    <a:pt x="2710" y="379"/>
                    <a:pt x="2646" y="379"/>
                  </a:cubicBezTo>
                  <a:cubicBezTo>
                    <a:pt x="2442" y="379"/>
                    <a:pt x="2303" y="688"/>
                    <a:pt x="2209" y="895"/>
                  </a:cubicBezTo>
                  <a:lnTo>
                    <a:pt x="1894" y="132"/>
                  </a:lnTo>
                  <a:cubicBezTo>
                    <a:pt x="1894" y="132"/>
                    <a:pt x="1544" y="274"/>
                    <a:pt x="1108" y="274"/>
                  </a:cubicBezTo>
                  <a:cubicBezTo>
                    <a:pt x="818" y="274"/>
                    <a:pt x="490" y="211"/>
                    <a:pt x="202" y="1"/>
                  </a:cubicBezTo>
                  <a:close/>
                </a:path>
              </a:pathLst>
            </a:custGeom>
            <a:solidFill>
              <a:srgbClr val="EBAF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4"/>
            <p:cNvSpPr/>
            <p:nvPr/>
          </p:nvSpPr>
          <p:spPr>
            <a:xfrm>
              <a:off x="5012228" y="1520792"/>
              <a:ext cx="62474" cy="36032"/>
            </a:xfrm>
            <a:custGeom>
              <a:avLst/>
              <a:gdLst/>
              <a:ahLst/>
              <a:cxnLst/>
              <a:rect l="l" t="t" r="r" b="b"/>
              <a:pathLst>
                <a:path w="912" h="526" extrusionOk="0">
                  <a:moveTo>
                    <a:pt x="377" y="1"/>
                  </a:moveTo>
                  <a:lnTo>
                    <a:pt x="0" y="106"/>
                  </a:lnTo>
                  <a:cubicBezTo>
                    <a:pt x="0" y="106"/>
                    <a:pt x="159" y="526"/>
                    <a:pt x="634" y="526"/>
                  </a:cubicBezTo>
                  <a:cubicBezTo>
                    <a:pt x="717" y="526"/>
                    <a:pt x="809" y="513"/>
                    <a:pt x="912" y="483"/>
                  </a:cubicBezTo>
                  <a:cubicBezTo>
                    <a:pt x="912" y="483"/>
                    <a:pt x="421" y="466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4"/>
            <p:cNvSpPr/>
            <p:nvPr/>
          </p:nvSpPr>
          <p:spPr>
            <a:xfrm>
              <a:off x="5009214" y="1564635"/>
              <a:ext cx="189820" cy="173928"/>
            </a:xfrm>
            <a:custGeom>
              <a:avLst/>
              <a:gdLst/>
              <a:ahLst/>
              <a:cxnLst/>
              <a:rect l="l" t="t" r="r" b="b"/>
              <a:pathLst>
                <a:path w="2771" h="2539" extrusionOk="0">
                  <a:moveTo>
                    <a:pt x="2394" y="1"/>
                  </a:moveTo>
                  <a:lnTo>
                    <a:pt x="2394" y="1"/>
                  </a:lnTo>
                  <a:cubicBezTo>
                    <a:pt x="2393" y="1"/>
                    <a:pt x="2389" y="8"/>
                    <a:pt x="2380" y="20"/>
                  </a:cubicBezTo>
                  <a:lnTo>
                    <a:pt x="2380" y="20"/>
                  </a:lnTo>
                  <a:cubicBezTo>
                    <a:pt x="2389" y="8"/>
                    <a:pt x="2393" y="1"/>
                    <a:pt x="2394" y="1"/>
                  </a:cubicBezTo>
                  <a:close/>
                  <a:moveTo>
                    <a:pt x="2380" y="20"/>
                  </a:moveTo>
                  <a:cubicBezTo>
                    <a:pt x="2279" y="166"/>
                    <a:pt x="1587" y="1088"/>
                    <a:pt x="360" y="1088"/>
                  </a:cubicBezTo>
                  <a:cubicBezTo>
                    <a:pt x="360" y="1088"/>
                    <a:pt x="0" y="2324"/>
                    <a:pt x="360" y="2490"/>
                  </a:cubicBezTo>
                  <a:cubicBezTo>
                    <a:pt x="428" y="2520"/>
                    <a:pt x="538" y="2538"/>
                    <a:pt x="674" y="2538"/>
                  </a:cubicBezTo>
                  <a:cubicBezTo>
                    <a:pt x="1269" y="2538"/>
                    <a:pt x="2371" y="2185"/>
                    <a:pt x="2770" y="851"/>
                  </a:cubicBezTo>
                  <a:lnTo>
                    <a:pt x="2770" y="851"/>
                  </a:lnTo>
                  <a:cubicBezTo>
                    <a:pt x="2770" y="851"/>
                    <a:pt x="2525" y="1243"/>
                    <a:pt x="2306" y="1243"/>
                  </a:cubicBezTo>
                  <a:cubicBezTo>
                    <a:pt x="2257" y="1243"/>
                    <a:pt x="2209" y="1224"/>
                    <a:pt x="2166" y="1175"/>
                  </a:cubicBezTo>
                  <a:cubicBezTo>
                    <a:pt x="1863" y="833"/>
                    <a:pt x="2298" y="144"/>
                    <a:pt x="2380" y="2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4"/>
            <p:cNvSpPr/>
            <p:nvPr/>
          </p:nvSpPr>
          <p:spPr>
            <a:xfrm>
              <a:off x="5278227" y="2671384"/>
              <a:ext cx="201808" cy="88916"/>
            </a:xfrm>
            <a:custGeom>
              <a:avLst/>
              <a:gdLst/>
              <a:ahLst/>
              <a:cxnLst/>
              <a:rect l="l" t="t" r="r" b="b"/>
              <a:pathLst>
                <a:path w="2946" h="1298" extrusionOk="0">
                  <a:moveTo>
                    <a:pt x="2946" y="0"/>
                  </a:moveTo>
                  <a:lnTo>
                    <a:pt x="1" y="474"/>
                  </a:lnTo>
                  <a:lnTo>
                    <a:pt x="1" y="1298"/>
                  </a:lnTo>
                  <a:lnTo>
                    <a:pt x="2946" y="745"/>
                  </a:lnTo>
                  <a:lnTo>
                    <a:pt x="2946" y="0"/>
                  </a:lnTo>
                  <a:close/>
                </a:path>
              </a:pathLst>
            </a:custGeom>
            <a:solidFill>
              <a:srgbClr val="E5E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4"/>
            <p:cNvSpPr/>
            <p:nvPr/>
          </p:nvSpPr>
          <p:spPr>
            <a:xfrm>
              <a:off x="4990581" y="2682207"/>
              <a:ext cx="132758" cy="75695"/>
            </a:xfrm>
            <a:custGeom>
              <a:avLst/>
              <a:gdLst/>
              <a:ahLst/>
              <a:cxnLst/>
              <a:rect l="l" t="t" r="r" b="b"/>
              <a:pathLst>
                <a:path w="1938" h="1105" extrusionOk="0">
                  <a:moveTo>
                    <a:pt x="1" y="0"/>
                  </a:moveTo>
                  <a:lnTo>
                    <a:pt x="1" y="745"/>
                  </a:lnTo>
                  <a:lnTo>
                    <a:pt x="1789" y="1105"/>
                  </a:lnTo>
                  <a:lnTo>
                    <a:pt x="1938" y="31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5" name="Google Shape;1255;p34"/>
          <p:cNvSpPr txBox="1">
            <a:spLocks noGrp="1"/>
          </p:cNvSpPr>
          <p:nvPr>
            <p:ph type="title"/>
          </p:nvPr>
        </p:nvSpPr>
        <p:spPr>
          <a:xfrm>
            <a:off x="457200" y="200806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dirty="0"/>
              <a:t>Winter Term Development Plan</a:t>
            </a:r>
            <a:endParaRPr dirty="0"/>
          </a:p>
        </p:txBody>
      </p:sp>
      <p:sp>
        <p:nvSpPr>
          <p:cNvPr id="1256" name="Google Shape;1256;p34"/>
          <p:cNvSpPr/>
          <p:nvPr/>
        </p:nvSpPr>
        <p:spPr>
          <a:xfrm>
            <a:off x="507004" y="714792"/>
            <a:ext cx="647100" cy="647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7" name="Google Shape;1257;p34"/>
          <p:cNvSpPr/>
          <p:nvPr/>
        </p:nvSpPr>
        <p:spPr>
          <a:xfrm>
            <a:off x="500814" y="2049806"/>
            <a:ext cx="647100" cy="647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8" name="Google Shape;1258;p34"/>
          <p:cNvSpPr/>
          <p:nvPr/>
        </p:nvSpPr>
        <p:spPr>
          <a:xfrm>
            <a:off x="500814" y="3524978"/>
            <a:ext cx="647100" cy="647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9" name="Google Shape;1259;p34"/>
          <p:cNvSpPr/>
          <p:nvPr/>
        </p:nvSpPr>
        <p:spPr>
          <a:xfrm>
            <a:off x="8047500" y="762520"/>
            <a:ext cx="647100" cy="647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0" name="Google Shape;1260;p34"/>
          <p:cNvSpPr/>
          <p:nvPr/>
        </p:nvSpPr>
        <p:spPr>
          <a:xfrm>
            <a:off x="8040772" y="1992980"/>
            <a:ext cx="647100" cy="647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1" name="Google Shape;1261;p34"/>
          <p:cNvSpPr/>
          <p:nvPr/>
        </p:nvSpPr>
        <p:spPr>
          <a:xfrm>
            <a:off x="8043026" y="3266110"/>
            <a:ext cx="647100" cy="647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1262" name="Google Shape;1262;p34"/>
          <p:cNvCxnSpPr>
            <a:cxnSpLocks/>
            <a:stCxn id="1263" idx="0"/>
            <a:endCxn id="1261" idx="4"/>
          </p:cNvCxnSpPr>
          <p:nvPr/>
        </p:nvCxnSpPr>
        <p:spPr>
          <a:xfrm flipH="1">
            <a:off x="8366576" y="797040"/>
            <a:ext cx="8949" cy="311617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5" name="Google Shape;1265;p34"/>
          <p:cNvCxnSpPr>
            <a:stCxn id="1266" idx="0"/>
            <a:endCxn id="1267" idx="2"/>
          </p:cNvCxnSpPr>
          <p:nvPr/>
        </p:nvCxnSpPr>
        <p:spPr>
          <a:xfrm>
            <a:off x="822678" y="746220"/>
            <a:ext cx="16618" cy="3425858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8" name="Google Shape;1268;p34"/>
          <p:cNvSpPr txBox="1"/>
          <p:nvPr/>
        </p:nvSpPr>
        <p:spPr>
          <a:xfrm>
            <a:off x="1133400" y="1121868"/>
            <a:ext cx="2675315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41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CA" sz="1100" dirty="0">
                <a:solidFill>
                  <a:schemeClr val="dk1"/>
                </a:solidFill>
              </a:rPr>
              <a:t>Acquire a larger, diverse dataset of intraoral images </a:t>
            </a:r>
          </a:p>
          <a:p>
            <a:pPr marL="1841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CA" sz="1100" dirty="0">
                <a:solidFill>
                  <a:schemeClr val="dk1"/>
                </a:solidFill>
              </a:rPr>
              <a:t>Collaborate with dental professionals to label oral diseases and conditions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1269" name="Google Shape;1269;p34"/>
          <p:cNvSpPr txBox="1"/>
          <p:nvPr/>
        </p:nvSpPr>
        <p:spPr>
          <a:xfrm>
            <a:off x="1161644" y="2374742"/>
            <a:ext cx="2675315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CA" sz="1100" dirty="0">
                <a:solidFill>
                  <a:schemeClr val="dk1"/>
                </a:solidFill>
              </a:rPr>
              <a:t>Continue to improve prototype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CA" sz="1100" dirty="0">
                <a:solidFill>
                  <a:schemeClr val="dk1"/>
                </a:solidFill>
              </a:rPr>
              <a:t>Potential to develop condition specific classifier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CA" sz="1100" dirty="0">
                <a:solidFill>
                  <a:schemeClr val="dk1"/>
                </a:solidFill>
              </a:rPr>
              <a:t>Improve Image Quality Assessment with CNN-based sharpness/exposure classifier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1270" name="Google Shape;1270;p34"/>
          <p:cNvSpPr txBox="1"/>
          <p:nvPr/>
        </p:nvSpPr>
        <p:spPr>
          <a:xfrm>
            <a:off x="1147914" y="3832667"/>
            <a:ext cx="2560741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41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100" dirty="0">
                <a:solidFill>
                  <a:schemeClr val="dk1"/>
                </a:solidFill>
              </a:rPr>
              <a:t>Expand Questionnaire logic </a:t>
            </a:r>
          </a:p>
          <a:p>
            <a:pPr marL="1841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100" dirty="0">
                <a:solidFill>
                  <a:schemeClr val="dk1"/>
                </a:solidFill>
              </a:rPr>
              <a:t>Evidence triage updates based on clinician feedback</a:t>
            </a:r>
          </a:p>
          <a:p>
            <a:pPr marL="1841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100" dirty="0">
                <a:solidFill>
                  <a:schemeClr val="dk1"/>
                </a:solidFill>
              </a:rPr>
              <a:t>Provide ‘Red-flag branches</a:t>
            </a:r>
            <a:r>
              <a:rPr lang="en-US" sz="1200" dirty="0">
                <a:solidFill>
                  <a:schemeClr val="dk1"/>
                </a:solidFill>
              </a:rPr>
              <a:t>’ </a:t>
            </a:r>
          </a:p>
        </p:txBody>
      </p:sp>
      <p:sp>
        <p:nvSpPr>
          <p:cNvPr id="1271" name="Google Shape;1271;p34"/>
          <p:cNvSpPr txBox="1"/>
          <p:nvPr/>
        </p:nvSpPr>
        <p:spPr>
          <a:xfrm>
            <a:off x="5314018" y="1050427"/>
            <a:ext cx="2729008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4150" lvl="0" indent="-17145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Char char="-"/>
            </a:pPr>
            <a:r>
              <a:rPr lang="en-CA" sz="1100" dirty="0">
                <a:solidFill>
                  <a:schemeClr val="dk1"/>
                </a:solidFill>
              </a:rPr>
              <a:t>Conduct Surveys or Interviews to get feedback on current prototype</a:t>
            </a:r>
          </a:p>
          <a:p>
            <a:pPr marL="184150" lvl="0" indent="-17145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Char char="-"/>
            </a:pPr>
            <a:r>
              <a:rPr lang="en-CA" sz="1100" dirty="0">
                <a:solidFill>
                  <a:schemeClr val="dk1"/>
                </a:solidFill>
              </a:rPr>
              <a:t>Improved photo capture experience with potential guides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1272" name="Google Shape;1272;p34"/>
          <p:cNvSpPr txBox="1"/>
          <p:nvPr/>
        </p:nvSpPr>
        <p:spPr>
          <a:xfrm>
            <a:off x="5524589" y="2485597"/>
            <a:ext cx="2582415" cy="578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r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CA" sz="1100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Integration of Front &amp; Backend</a:t>
            </a:r>
          </a:p>
          <a:p>
            <a:pPr marL="171450" lvl="0" indent="-171450" algn="r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CA" sz="1100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Privacy &amp; Security Hardening</a:t>
            </a:r>
          </a:p>
          <a:p>
            <a:pPr marL="171450" lvl="0" indent="-171450" algn="r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CA" sz="1100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Monitor model &amp; drift detection</a:t>
            </a:r>
            <a:endParaRPr sz="1100" dirty="0">
              <a:solidFill>
                <a:schemeClr val="dk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273" name="Google Shape;1273;p34"/>
          <p:cNvSpPr txBox="1"/>
          <p:nvPr/>
        </p:nvSpPr>
        <p:spPr>
          <a:xfrm>
            <a:off x="5416338" y="3473454"/>
            <a:ext cx="270812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4150" lvl="0" indent="-171450" algn="r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CA" sz="1100" dirty="0">
                <a:solidFill>
                  <a:schemeClr val="dk1"/>
                </a:solidFill>
                <a:latin typeface="+mn-lt"/>
                <a:ea typeface="Roboto"/>
                <a:cs typeface="Roboto"/>
                <a:sym typeface="Roboto"/>
              </a:rPr>
              <a:t>Performance, usability, device diversity tests etc.</a:t>
            </a:r>
          </a:p>
          <a:p>
            <a:pPr marL="184150" lvl="0" indent="-171450" algn="r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CA" sz="1100" dirty="0">
                <a:solidFill>
                  <a:schemeClr val="dk1"/>
                </a:solidFill>
                <a:latin typeface="+mn-lt"/>
                <a:ea typeface="Roboto"/>
                <a:cs typeface="Roboto"/>
                <a:sym typeface="Roboto"/>
              </a:rPr>
              <a:t>Develop full SaMD Documentation </a:t>
            </a:r>
          </a:p>
          <a:p>
            <a:pPr marL="184150" lvl="0" indent="-171450" algn="r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6" name="Google Shape;1266;p34"/>
          <p:cNvSpPr txBox="1"/>
          <p:nvPr/>
        </p:nvSpPr>
        <p:spPr>
          <a:xfrm>
            <a:off x="499128" y="746220"/>
            <a:ext cx="6471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</a:t>
            </a:r>
            <a:endParaRPr sz="2000" dirty="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274" name="Google Shape;1274;p34"/>
          <p:cNvSpPr txBox="1"/>
          <p:nvPr/>
        </p:nvSpPr>
        <p:spPr>
          <a:xfrm>
            <a:off x="482834" y="2050826"/>
            <a:ext cx="6348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2</a:t>
            </a:r>
            <a:endParaRPr sz="2000" dirty="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267" name="Google Shape;1267;p34"/>
          <p:cNvSpPr txBox="1"/>
          <p:nvPr/>
        </p:nvSpPr>
        <p:spPr>
          <a:xfrm>
            <a:off x="521896" y="3524978"/>
            <a:ext cx="6348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3</a:t>
            </a:r>
            <a:endParaRPr sz="2000" dirty="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263" name="Google Shape;1263;p34"/>
          <p:cNvSpPr txBox="1"/>
          <p:nvPr/>
        </p:nvSpPr>
        <p:spPr>
          <a:xfrm>
            <a:off x="8051975" y="797040"/>
            <a:ext cx="647100" cy="605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</a:t>
            </a:r>
            <a:endParaRPr sz="20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275" name="Google Shape;1275;p34"/>
          <p:cNvSpPr txBox="1"/>
          <p:nvPr/>
        </p:nvSpPr>
        <p:spPr>
          <a:xfrm>
            <a:off x="8039625" y="2013934"/>
            <a:ext cx="65945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5</a:t>
            </a:r>
            <a:endParaRPr sz="2000" dirty="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264" name="Google Shape;1264;p34"/>
          <p:cNvSpPr txBox="1"/>
          <p:nvPr/>
        </p:nvSpPr>
        <p:spPr>
          <a:xfrm>
            <a:off x="8043026" y="3342954"/>
            <a:ext cx="639954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6</a:t>
            </a:r>
            <a:endParaRPr sz="2000" dirty="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317" name="Google Shape;1317;p34"/>
          <p:cNvSpPr txBox="1"/>
          <p:nvPr/>
        </p:nvSpPr>
        <p:spPr>
          <a:xfrm>
            <a:off x="1286402" y="915144"/>
            <a:ext cx="3557769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 dirty="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DATA EXPANSION &amp; CLINICAL VALIDATION</a:t>
            </a:r>
            <a:endParaRPr sz="1600" dirty="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318" name="Google Shape;1318;p34"/>
          <p:cNvSpPr txBox="1"/>
          <p:nvPr/>
        </p:nvSpPr>
        <p:spPr>
          <a:xfrm>
            <a:off x="1248899" y="2167204"/>
            <a:ext cx="2935077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600" dirty="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Algorithm &amp; Model Development</a:t>
            </a:r>
            <a:endParaRPr sz="1600" dirty="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319" name="Google Shape;1319;p34"/>
          <p:cNvSpPr txBox="1"/>
          <p:nvPr/>
        </p:nvSpPr>
        <p:spPr>
          <a:xfrm>
            <a:off x="1281461" y="3636603"/>
            <a:ext cx="3698319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 dirty="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Enhanced Questionnaire &amp; Triage System</a:t>
            </a:r>
            <a:endParaRPr sz="1600" dirty="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320" name="Google Shape;1320;p34"/>
          <p:cNvSpPr txBox="1"/>
          <p:nvPr/>
        </p:nvSpPr>
        <p:spPr>
          <a:xfrm>
            <a:off x="5999463" y="814931"/>
            <a:ext cx="2035687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 dirty="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UI/UX Improvements </a:t>
            </a:r>
            <a:endParaRPr sz="1600" dirty="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321" name="Google Shape;1321;p34"/>
          <p:cNvSpPr txBox="1"/>
          <p:nvPr/>
        </p:nvSpPr>
        <p:spPr>
          <a:xfrm>
            <a:off x="5272001" y="2141386"/>
            <a:ext cx="2793394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 dirty="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Integration &amp; Backend Development</a:t>
            </a:r>
            <a:endParaRPr sz="1600" dirty="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322" name="Google Shape;1322;p34"/>
          <p:cNvSpPr txBox="1"/>
          <p:nvPr/>
        </p:nvSpPr>
        <p:spPr>
          <a:xfrm>
            <a:off x="5765460" y="3330460"/>
            <a:ext cx="2329577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 dirty="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Testing &amp; Documentation</a:t>
            </a:r>
            <a:endParaRPr sz="1600" dirty="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3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Dental Infographics</a:t>
            </a:r>
            <a:endParaRPr/>
          </a:p>
        </p:txBody>
      </p:sp>
      <p:sp>
        <p:nvSpPr>
          <p:cNvPr id="510" name="Google Shape;510;p23"/>
          <p:cNvSpPr txBox="1"/>
          <p:nvPr/>
        </p:nvSpPr>
        <p:spPr>
          <a:xfrm>
            <a:off x="457199" y="2891350"/>
            <a:ext cx="18699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the ringed one and a gas giant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" name="Google Shape;511;p23"/>
          <p:cNvSpPr txBox="1"/>
          <p:nvPr/>
        </p:nvSpPr>
        <p:spPr>
          <a:xfrm>
            <a:off x="6913203" y="1825703"/>
            <a:ext cx="17736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" name="Google Shape;512;p23"/>
          <p:cNvSpPr txBox="1"/>
          <p:nvPr/>
        </p:nvSpPr>
        <p:spPr>
          <a:xfrm>
            <a:off x="457200" y="1820725"/>
            <a:ext cx="179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23"/>
          <p:cNvSpPr txBox="1"/>
          <p:nvPr/>
        </p:nvSpPr>
        <p:spPr>
          <a:xfrm>
            <a:off x="457013" y="3957886"/>
            <a:ext cx="17736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23"/>
          <p:cNvSpPr txBox="1"/>
          <p:nvPr/>
        </p:nvSpPr>
        <p:spPr>
          <a:xfrm>
            <a:off x="6913188" y="2880834"/>
            <a:ext cx="1773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cold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23"/>
          <p:cNvSpPr txBox="1"/>
          <p:nvPr/>
        </p:nvSpPr>
        <p:spPr>
          <a:xfrm>
            <a:off x="6913188" y="3953131"/>
            <a:ext cx="17736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16" name="Google Shape;516;p23"/>
          <p:cNvGrpSpPr/>
          <p:nvPr/>
        </p:nvGrpSpPr>
        <p:grpSpPr>
          <a:xfrm>
            <a:off x="2658552" y="1409886"/>
            <a:ext cx="3642690" cy="2969026"/>
            <a:chOff x="312175" y="4085300"/>
            <a:chExt cx="1199200" cy="977425"/>
          </a:xfrm>
        </p:grpSpPr>
        <p:sp>
          <p:nvSpPr>
            <p:cNvPr id="517" name="Google Shape;517;p23"/>
            <p:cNvSpPr/>
            <p:nvPr/>
          </p:nvSpPr>
          <p:spPr>
            <a:xfrm>
              <a:off x="383200" y="4184150"/>
              <a:ext cx="500325" cy="549675"/>
            </a:xfrm>
            <a:custGeom>
              <a:avLst/>
              <a:gdLst/>
              <a:ahLst/>
              <a:cxnLst/>
              <a:rect l="l" t="t" r="r" b="b"/>
              <a:pathLst>
                <a:path w="20013" h="21987" extrusionOk="0">
                  <a:moveTo>
                    <a:pt x="7112" y="0"/>
                  </a:moveTo>
                  <a:cubicBezTo>
                    <a:pt x="6870" y="0"/>
                    <a:pt x="6628" y="12"/>
                    <a:pt x="6390" y="33"/>
                  </a:cubicBezTo>
                  <a:cubicBezTo>
                    <a:pt x="4856" y="173"/>
                    <a:pt x="3322" y="691"/>
                    <a:pt x="2130" y="1664"/>
                  </a:cubicBezTo>
                  <a:cubicBezTo>
                    <a:pt x="938" y="2637"/>
                    <a:pt x="114" y="4109"/>
                    <a:pt x="61" y="5652"/>
                  </a:cubicBezTo>
                  <a:cubicBezTo>
                    <a:pt x="0" y="7826"/>
                    <a:pt x="1455" y="9772"/>
                    <a:pt x="3121" y="11175"/>
                  </a:cubicBezTo>
                  <a:cubicBezTo>
                    <a:pt x="3997" y="11920"/>
                    <a:pt x="4961" y="12577"/>
                    <a:pt x="5724" y="13445"/>
                  </a:cubicBezTo>
                  <a:cubicBezTo>
                    <a:pt x="6478" y="14313"/>
                    <a:pt x="7021" y="15461"/>
                    <a:pt x="6829" y="16601"/>
                  </a:cubicBezTo>
                  <a:cubicBezTo>
                    <a:pt x="6697" y="17442"/>
                    <a:pt x="6171" y="18196"/>
                    <a:pt x="6092" y="19046"/>
                  </a:cubicBezTo>
                  <a:cubicBezTo>
                    <a:pt x="5978" y="20379"/>
                    <a:pt x="7092" y="21632"/>
                    <a:pt x="8406" y="21913"/>
                  </a:cubicBezTo>
                  <a:cubicBezTo>
                    <a:pt x="8638" y="21963"/>
                    <a:pt x="8872" y="21986"/>
                    <a:pt x="9106" y="21986"/>
                  </a:cubicBezTo>
                  <a:cubicBezTo>
                    <a:pt x="10193" y="21986"/>
                    <a:pt x="11279" y="21478"/>
                    <a:pt x="12079" y="20721"/>
                  </a:cubicBezTo>
                  <a:cubicBezTo>
                    <a:pt x="13412" y="19476"/>
                    <a:pt x="14157" y="17565"/>
                    <a:pt x="15814" y="16802"/>
                  </a:cubicBezTo>
                  <a:cubicBezTo>
                    <a:pt x="16550" y="16469"/>
                    <a:pt x="17409" y="16399"/>
                    <a:pt x="18093" y="15978"/>
                  </a:cubicBezTo>
                  <a:cubicBezTo>
                    <a:pt x="19267" y="15251"/>
                    <a:pt x="19627" y="13734"/>
                    <a:pt x="19828" y="12367"/>
                  </a:cubicBezTo>
                  <a:cubicBezTo>
                    <a:pt x="19977" y="11350"/>
                    <a:pt x="20013" y="10123"/>
                    <a:pt x="19171" y="9527"/>
                  </a:cubicBezTo>
                  <a:cubicBezTo>
                    <a:pt x="18733" y="9220"/>
                    <a:pt x="18172" y="9176"/>
                    <a:pt x="17637" y="9053"/>
                  </a:cubicBezTo>
                  <a:cubicBezTo>
                    <a:pt x="16375" y="8746"/>
                    <a:pt x="15463" y="7931"/>
                    <a:pt x="14744" y="6879"/>
                  </a:cubicBezTo>
                  <a:cubicBezTo>
                    <a:pt x="14464" y="6476"/>
                    <a:pt x="14139" y="6213"/>
                    <a:pt x="13789" y="5880"/>
                  </a:cubicBezTo>
                  <a:cubicBezTo>
                    <a:pt x="13254" y="5380"/>
                    <a:pt x="12877" y="4758"/>
                    <a:pt x="12562" y="4101"/>
                  </a:cubicBezTo>
                  <a:cubicBezTo>
                    <a:pt x="12158" y="3233"/>
                    <a:pt x="11825" y="2312"/>
                    <a:pt x="11203" y="1594"/>
                  </a:cubicBezTo>
                  <a:cubicBezTo>
                    <a:pt x="10211" y="451"/>
                    <a:pt x="8644" y="0"/>
                    <a:pt x="71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3"/>
            <p:cNvSpPr/>
            <p:nvPr/>
          </p:nvSpPr>
          <p:spPr>
            <a:xfrm>
              <a:off x="312175" y="4537100"/>
              <a:ext cx="185225" cy="185475"/>
            </a:xfrm>
            <a:custGeom>
              <a:avLst/>
              <a:gdLst/>
              <a:ahLst/>
              <a:cxnLst/>
              <a:rect l="l" t="t" r="r" b="b"/>
              <a:pathLst>
                <a:path w="7409" h="7419" extrusionOk="0">
                  <a:moveTo>
                    <a:pt x="3298" y="1"/>
                  </a:moveTo>
                  <a:cubicBezTo>
                    <a:pt x="2842" y="1"/>
                    <a:pt x="2379" y="90"/>
                    <a:pt x="1929" y="282"/>
                  </a:cubicBezTo>
                  <a:cubicBezTo>
                    <a:pt x="1070" y="651"/>
                    <a:pt x="430" y="1396"/>
                    <a:pt x="202" y="2299"/>
                  </a:cubicBezTo>
                  <a:cubicBezTo>
                    <a:pt x="1" y="3202"/>
                    <a:pt x="290" y="4210"/>
                    <a:pt x="983" y="4814"/>
                  </a:cubicBezTo>
                  <a:cubicBezTo>
                    <a:pt x="1430" y="5209"/>
                    <a:pt x="2035" y="5446"/>
                    <a:pt x="2341" y="5954"/>
                  </a:cubicBezTo>
                  <a:cubicBezTo>
                    <a:pt x="2517" y="6252"/>
                    <a:pt x="2578" y="6620"/>
                    <a:pt x="2788" y="6901"/>
                  </a:cubicBezTo>
                  <a:cubicBezTo>
                    <a:pt x="3077" y="7283"/>
                    <a:pt x="3580" y="7418"/>
                    <a:pt x="4058" y="7418"/>
                  </a:cubicBezTo>
                  <a:cubicBezTo>
                    <a:pt x="4073" y="7418"/>
                    <a:pt x="4088" y="7418"/>
                    <a:pt x="4103" y="7418"/>
                  </a:cubicBezTo>
                  <a:cubicBezTo>
                    <a:pt x="5260" y="7392"/>
                    <a:pt x="6356" y="6664"/>
                    <a:pt x="6882" y="5630"/>
                  </a:cubicBezTo>
                  <a:cubicBezTo>
                    <a:pt x="7408" y="4604"/>
                    <a:pt x="7382" y="3315"/>
                    <a:pt x="6865" y="2281"/>
                  </a:cubicBezTo>
                  <a:cubicBezTo>
                    <a:pt x="6182" y="929"/>
                    <a:pt x="4773" y="1"/>
                    <a:pt x="3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3"/>
            <p:cNvSpPr/>
            <p:nvPr/>
          </p:nvSpPr>
          <p:spPr>
            <a:xfrm>
              <a:off x="411450" y="4750975"/>
              <a:ext cx="55250" cy="52875"/>
            </a:xfrm>
            <a:custGeom>
              <a:avLst/>
              <a:gdLst/>
              <a:ahLst/>
              <a:cxnLst/>
              <a:rect l="l" t="t" r="r" b="b"/>
              <a:pathLst>
                <a:path w="2210" h="2115" extrusionOk="0">
                  <a:moveTo>
                    <a:pt x="1374" y="0"/>
                  </a:moveTo>
                  <a:cubicBezTo>
                    <a:pt x="845" y="0"/>
                    <a:pt x="231" y="375"/>
                    <a:pt x="88" y="940"/>
                  </a:cubicBezTo>
                  <a:cubicBezTo>
                    <a:pt x="1" y="1344"/>
                    <a:pt x="176" y="1756"/>
                    <a:pt x="527" y="1975"/>
                  </a:cubicBezTo>
                  <a:cubicBezTo>
                    <a:pt x="694" y="2068"/>
                    <a:pt x="878" y="2115"/>
                    <a:pt x="1061" y="2115"/>
                  </a:cubicBezTo>
                  <a:cubicBezTo>
                    <a:pt x="1272" y="2115"/>
                    <a:pt x="1483" y="2053"/>
                    <a:pt x="1666" y="1931"/>
                  </a:cubicBezTo>
                  <a:cubicBezTo>
                    <a:pt x="1999" y="1703"/>
                    <a:pt x="2201" y="1317"/>
                    <a:pt x="2201" y="914"/>
                  </a:cubicBezTo>
                  <a:cubicBezTo>
                    <a:pt x="2209" y="268"/>
                    <a:pt x="1822" y="0"/>
                    <a:pt x="13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3"/>
            <p:cNvSpPr/>
            <p:nvPr/>
          </p:nvSpPr>
          <p:spPr>
            <a:xfrm>
              <a:off x="1136950" y="4882175"/>
              <a:ext cx="57775" cy="57050"/>
            </a:xfrm>
            <a:custGeom>
              <a:avLst/>
              <a:gdLst/>
              <a:ahLst/>
              <a:cxnLst/>
              <a:rect l="l" t="t" r="r" b="b"/>
              <a:pathLst>
                <a:path w="2311" h="2282" extrusionOk="0">
                  <a:moveTo>
                    <a:pt x="1265" y="1"/>
                  </a:moveTo>
                  <a:cubicBezTo>
                    <a:pt x="567" y="1"/>
                    <a:pt x="0" y="1059"/>
                    <a:pt x="373" y="1785"/>
                  </a:cubicBezTo>
                  <a:cubicBezTo>
                    <a:pt x="547" y="2095"/>
                    <a:pt x="871" y="2281"/>
                    <a:pt x="1216" y="2281"/>
                  </a:cubicBezTo>
                  <a:cubicBezTo>
                    <a:pt x="1271" y="2281"/>
                    <a:pt x="1326" y="2276"/>
                    <a:pt x="1381" y="2267"/>
                  </a:cubicBezTo>
                  <a:cubicBezTo>
                    <a:pt x="1784" y="2188"/>
                    <a:pt x="2100" y="1881"/>
                    <a:pt x="2214" y="1487"/>
                  </a:cubicBezTo>
                  <a:cubicBezTo>
                    <a:pt x="2310" y="1092"/>
                    <a:pt x="2205" y="671"/>
                    <a:pt x="1942" y="365"/>
                  </a:cubicBezTo>
                  <a:cubicBezTo>
                    <a:pt x="1720" y="107"/>
                    <a:pt x="1486" y="1"/>
                    <a:pt x="12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3"/>
            <p:cNvSpPr/>
            <p:nvPr/>
          </p:nvSpPr>
          <p:spPr>
            <a:xfrm>
              <a:off x="939175" y="4199650"/>
              <a:ext cx="572200" cy="718100"/>
            </a:xfrm>
            <a:custGeom>
              <a:avLst/>
              <a:gdLst/>
              <a:ahLst/>
              <a:cxnLst/>
              <a:rect l="l" t="t" r="r" b="b"/>
              <a:pathLst>
                <a:path w="22888" h="28724" extrusionOk="0">
                  <a:moveTo>
                    <a:pt x="14416" y="1"/>
                  </a:moveTo>
                  <a:cubicBezTo>
                    <a:pt x="11931" y="1"/>
                    <a:pt x="9424" y="1106"/>
                    <a:pt x="7863" y="3051"/>
                  </a:cubicBezTo>
                  <a:cubicBezTo>
                    <a:pt x="6978" y="4156"/>
                    <a:pt x="6373" y="5479"/>
                    <a:pt x="5382" y="6487"/>
                  </a:cubicBezTo>
                  <a:cubicBezTo>
                    <a:pt x="4804" y="7083"/>
                    <a:pt x="4015" y="7565"/>
                    <a:pt x="3182" y="7671"/>
                  </a:cubicBezTo>
                  <a:cubicBezTo>
                    <a:pt x="3109" y="7681"/>
                    <a:pt x="3026" y="7686"/>
                    <a:pt x="2936" y="7686"/>
                  </a:cubicBezTo>
                  <a:cubicBezTo>
                    <a:pt x="2638" y="7686"/>
                    <a:pt x="2262" y="7640"/>
                    <a:pt x="1913" y="7640"/>
                  </a:cubicBezTo>
                  <a:cubicBezTo>
                    <a:pt x="1342" y="7640"/>
                    <a:pt x="842" y="7762"/>
                    <a:pt x="877" y="8407"/>
                  </a:cubicBezTo>
                  <a:cubicBezTo>
                    <a:pt x="912" y="9170"/>
                    <a:pt x="1508" y="9888"/>
                    <a:pt x="1683" y="10651"/>
                  </a:cubicBezTo>
                  <a:cubicBezTo>
                    <a:pt x="1858" y="11405"/>
                    <a:pt x="1867" y="12185"/>
                    <a:pt x="1709" y="12948"/>
                  </a:cubicBezTo>
                  <a:cubicBezTo>
                    <a:pt x="1438" y="14219"/>
                    <a:pt x="710" y="15367"/>
                    <a:pt x="403" y="16629"/>
                  </a:cubicBezTo>
                  <a:cubicBezTo>
                    <a:pt x="0" y="18339"/>
                    <a:pt x="368" y="20127"/>
                    <a:pt x="1411" y="21538"/>
                  </a:cubicBezTo>
                  <a:cubicBezTo>
                    <a:pt x="2472" y="22932"/>
                    <a:pt x="4076" y="23800"/>
                    <a:pt x="5821" y="23931"/>
                  </a:cubicBezTo>
                  <a:cubicBezTo>
                    <a:pt x="5998" y="23944"/>
                    <a:pt x="6176" y="23949"/>
                    <a:pt x="6355" y="23949"/>
                  </a:cubicBezTo>
                  <a:cubicBezTo>
                    <a:pt x="7036" y="23949"/>
                    <a:pt x="7727" y="23877"/>
                    <a:pt x="8403" y="23877"/>
                  </a:cubicBezTo>
                  <a:cubicBezTo>
                    <a:pt x="9045" y="23877"/>
                    <a:pt x="9674" y="23942"/>
                    <a:pt x="10265" y="24194"/>
                  </a:cubicBezTo>
                  <a:cubicBezTo>
                    <a:pt x="12158" y="25001"/>
                    <a:pt x="12921" y="27403"/>
                    <a:pt x="14744" y="28358"/>
                  </a:cubicBezTo>
                  <a:cubicBezTo>
                    <a:pt x="15218" y="28607"/>
                    <a:pt x="15746" y="28724"/>
                    <a:pt x="16278" y="28724"/>
                  </a:cubicBezTo>
                  <a:cubicBezTo>
                    <a:pt x="17508" y="28724"/>
                    <a:pt x="18757" y="28097"/>
                    <a:pt x="19381" y="27026"/>
                  </a:cubicBezTo>
                  <a:cubicBezTo>
                    <a:pt x="20276" y="25492"/>
                    <a:pt x="19767" y="23291"/>
                    <a:pt x="18277" y="22318"/>
                  </a:cubicBezTo>
                  <a:cubicBezTo>
                    <a:pt x="17584" y="21871"/>
                    <a:pt x="16760" y="21670"/>
                    <a:pt x="16007" y="21328"/>
                  </a:cubicBezTo>
                  <a:cubicBezTo>
                    <a:pt x="15261" y="20986"/>
                    <a:pt x="14534" y="20390"/>
                    <a:pt x="14402" y="19575"/>
                  </a:cubicBezTo>
                  <a:cubicBezTo>
                    <a:pt x="14306" y="18944"/>
                    <a:pt x="14604" y="18304"/>
                    <a:pt x="15025" y="17830"/>
                  </a:cubicBezTo>
                  <a:cubicBezTo>
                    <a:pt x="15454" y="17348"/>
                    <a:pt x="15998" y="17006"/>
                    <a:pt x="16532" y="16647"/>
                  </a:cubicBezTo>
                  <a:cubicBezTo>
                    <a:pt x="19092" y="14911"/>
                    <a:pt x="21485" y="12544"/>
                    <a:pt x="22134" y="9512"/>
                  </a:cubicBezTo>
                  <a:cubicBezTo>
                    <a:pt x="22888" y="6005"/>
                    <a:pt x="20872" y="2113"/>
                    <a:pt x="17584" y="658"/>
                  </a:cubicBezTo>
                  <a:cubicBezTo>
                    <a:pt x="16586" y="212"/>
                    <a:pt x="15503" y="1"/>
                    <a:pt x="144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3"/>
            <p:cNvSpPr/>
            <p:nvPr/>
          </p:nvSpPr>
          <p:spPr>
            <a:xfrm>
              <a:off x="704450" y="4094800"/>
              <a:ext cx="86600" cy="75950"/>
            </a:xfrm>
            <a:custGeom>
              <a:avLst/>
              <a:gdLst/>
              <a:ahLst/>
              <a:cxnLst/>
              <a:rect l="l" t="t" r="r" b="b"/>
              <a:pathLst>
                <a:path w="3464" h="3038" extrusionOk="0">
                  <a:moveTo>
                    <a:pt x="1702" y="0"/>
                  </a:moveTo>
                  <a:cubicBezTo>
                    <a:pt x="1134" y="0"/>
                    <a:pt x="565" y="223"/>
                    <a:pt x="264" y="662"/>
                  </a:cubicBezTo>
                  <a:cubicBezTo>
                    <a:pt x="88" y="951"/>
                    <a:pt x="1" y="1284"/>
                    <a:pt x="27" y="1626"/>
                  </a:cubicBezTo>
                  <a:cubicBezTo>
                    <a:pt x="36" y="2003"/>
                    <a:pt x="124" y="2389"/>
                    <a:pt x="386" y="2661"/>
                  </a:cubicBezTo>
                  <a:cubicBezTo>
                    <a:pt x="614" y="2862"/>
                    <a:pt x="904" y="2994"/>
                    <a:pt x="1210" y="3020"/>
                  </a:cubicBezTo>
                  <a:cubicBezTo>
                    <a:pt x="1301" y="3032"/>
                    <a:pt x="1392" y="3038"/>
                    <a:pt x="1482" y="3038"/>
                  </a:cubicBezTo>
                  <a:cubicBezTo>
                    <a:pt x="1985" y="3038"/>
                    <a:pt x="2471" y="2855"/>
                    <a:pt x="2850" y="2520"/>
                  </a:cubicBezTo>
                  <a:cubicBezTo>
                    <a:pt x="3279" y="2108"/>
                    <a:pt x="3463" y="1442"/>
                    <a:pt x="3253" y="899"/>
                  </a:cubicBezTo>
                  <a:cubicBezTo>
                    <a:pt x="3013" y="297"/>
                    <a:pt x="2358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3"/>
            <p:cNvSpPr/>
            <p:nvPr/>
          </p:nvSpPr>
          <p:spPr>
            <a:xfrm>
              <a:off x="1097375" y="4085300"/>
              <a:ext cx="90050" cy="85350"/>
            </a:xfrm>
            <a:custGeom>
              <a:avLst/>
              <a:gdLst/>
              <a:ahLst/>
              <a:cxnLst/>
              <a:rect l="l" t="t" r="r" b="b"/>
              <a:pathLst>
                <a:path w="3602" h="3414" extrusionOk="0">
                  <a:moveTo>
                    <a:pt x="1956" y="0"/>
                  </a:moveTo>
                  <a:cubicBezTo>
                    <a:pt x="1908" y="0"/>
                    <a:pt x="1858" y="3"/>
                    <a:pt x="1807" y="8"/>
                  </a:cubicBezTo>
                  <a:cubicBezTo>
                    <a:pt x="650" y="113"/>
                    <a:pt x="1" y="1629"/>
                    <a:pt x="571" y="2576"/>
                  </a:cubicBezTo>
                  <a:cubicBezTo>
                    <a:pt x="878" y="3067"/>
                    <a:pt x="1404" y="3382"/>
                    <a:pt x="1982" y="3409"/>
                  </a:cubicBezTo>
                  <a:cubicBezTo>
                    <a:pt x="2020" y="3412"/>
                    <a:pt x="2059" y="3414"/>
                    <a:pt x="2097" y="3414"/>
                  </a:cubicBezTo>
                  <a:cubicBezTo>
                    <a:pt x="2365" y="3414"/>
                    <a:pt x="2626" y="3333"/>
                    <a:pt x="2841" y="3172"/>
                  </a:cubicBezTo>
                  <a:cubicBezTo>
                    <a:pt x="3113" y="2979"/>
                    <a:pt x="3253" y="2655"/>
                    <a:pt x="3341" y="2330"/>
                  </a:cubicBezTo>
                  <a:cubicBezTo>
                    <a:pt x="3602" y="1363"/>
                    <a:pt x="3112" y="0"/>
                    <a:pt x="19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3"/>
            <p:cNvSpPr/>
            <p:nvPr/>
          </p:nvSpPr>
          <p:spPr>
            <a:xfrm>
              <a:off x="587650" y="4315025"/>
              <a:ext cx="604225" cy="747700"/>
            </a:xfrm>
            <a:custGeom>
              <a:avLst/>
              <a:gdLst/>
              <a:ahLst/>
              <a:cxnLst/>
              <a:rect l="l" t="t" r="r" b="b"/>
              <a:pathLst>
                <a:path w="24169" h="29908" extrusionOk="0">
                  <a:moveTo>
                    <a:pt x="12022" y="1"/>
                  </a:moveTo>
                  <a:cubicBezTo>
                    <a:pt x="11193" y="1"/>
                    <a:pt x="10366" y="292"/>
                    <a:pt x="9669" y="768"/>
                  </a:cubicBezTo>
                  <a:cubicBezTo>
                    <a:pt x="8723" y="1408"/>
                    <a:pt x="7925" y="2249"/>
                    <a:pt x="6908" y="2775"/>
                  </a:cubicBezTo>
                  <a:cubicBezTo>
                    <a:pt x="5865" y="3310"/>
                    <a:pt x="4664" y="3468"/>
                    <a:pt x="3533" y="3774"/>
                  </a:cubicBezTo>
                  <a:cubicBezTo>
                    <a:pt x="2394" y="4073"/>
                    <a:pt x="1228" y="4590"/>
                    <a:pt x="605" y="5589"/>
                  </a:cubicBezTo>
                  <a:cubicBezTo>
                    <a:pt x="1" y="6562"/>
                    <a:pt x="36" y="7789"/>
                    <a:pt x="97" y="8938"/>
                  </a:cubicBezTo>
                  <a:cubicBezTo>
                    <a:pt x="264" y="11892"/>
                    <a:pt x="483" y="14846"/>
                    <a:pt x="702" y="17791"/>
                  </a:cubicBezTo>
                  <a:cubicBezTo>
                    <a:pt x="851" y="19790"/>
                    <a:pt x="1000" y="21806"/>
                    <a:pt x="1622" y="23699"/>
                  </a:cubicBezTo>
                  <a:cubicBezTo>
                    <a:pt x="1850" y="24374"/>
                    <a:pt x="2192" y="25093"/>
                    <a:pt x="2858" y="25339"/>
                  </a:cubicBezTo>
                  <a:cubicBezTo>
                    <a:pt x="3006" y="25392"/>
                    <a:pt x="3162" y="25417"/>
                    <a:pt x="3318" y="25417"/>
                  </a:cubicBezTo>
                  <a:cubicBezTo>
                    <a:pt x="3393" y="25417"/>
                    <a:pt x="3468" y="25411"/>
                    <a:pt x="3542" y="25400"/>
                  </a:cubicBezTo>
                  <a:cubicBezTo>
                    <a:pt x="4182" y="25286"/>
                    <a:pt x="4778" y="24760"/>
                    <a:pt x="5120" y="24173"/>
                  </a:cubicBezTo>
                  <a:cubicBezTo>
                    <a:pt x="5584" y="23375"/>
                    <a:pt x="5769" y="22437"/>
                    <a:pt x="6286" y="21666"/>
                  </a:cubicBezTo>
                  <a:cubicBezTo>
                    <a:pt x="6330" y="21762"/>
                    <a:pt x="6373" y="21850"/>
                    <a:pt x="6408" y="21946"/>
                  </a:cubicBezTo>
                  <a:cubicBezTo>
                    <a:pt x="7013" y="23375"/>
                    <a:pt x="7101" y="24979"/>
                    <a:pt x="7539" y="26478"/>
                  </a:cubicBezTo>
                  <a:cubicBezTo>
                    <a:pt x="8004" y="28065"/>
                    <a:pt x="9108" y="29695"/>
                    <a:pt x="10756" y="29897"/>
                  </a:cubicBezTo>
                  <a:lnTo>
                    <a:pt x="10774" y="29897"/>
                  </a:lnTo>
                  <a:cubicBezTo>
                    <a:pt x="10845" y="29904"/>
                    <a:pt x="10916" y="29908"/>
                    <a:pt x="10986" y="29908"/>
                  </a:cubicBezTo>
                  <a:cubicBezTo>
                    <a:pt x="11490" y="29908"/>
                    <a:pt x="11975" y="29719"/>
                    <a:pt x="12352" y="29388"/>
                  </a:cubicBezTo>
                  <a:cubicBezTo>
                    <a:pt x="12869" y="28924"/>
                    <a:pt x="13202" y="28301"/>
                    <a:pt x="13526" y="27679"/>
                  </a:cubicBezTo>
                  <a:lnTo>
                    <a:pt x="15919" y="23068"/>
                  </a:lnTo>
                  <a:lnTo>
                    <a:pt x="15972" y="22963"/>
                  </a:lnTo>
                  <a:cubicBezTo>
                    <a:pt x="16086" y="23691"/>
                    <a:pt x="16209" y="24436"/>
                    <a:pt x="16577" y="25076"/>
                  </a:cubicBezTo>
                  <a:cubicBezTo>
                    <a:pt x="16831" y="25523"/>
                    <a:pt x="17217" y="25873"/>
                    <a:pt x="17690" y="26075"/>
                  </a:cubicBezTo>
                  <a:cubicBezTo>
                    <a:pt x="17880" y="26154"/>
                    <a:pt x="18083" y="26190"/>
                    <a:pt x="18289" y="26190"/>
                  </a:cubicBezTo>
                  <a:cubicBezTo>
                    <a:pt x="18311" y="26190"/>
                    <a:pt x="18334" y="26190"/>
                    <a:pt x="18356" y="26189"/>
                  </a:cubicBezTo>
                  <a:cubicBezTo>
                    <a:pt x="18987" y="26154"/>
                    <a:pt x="19540" y="25715"/>
                    <a:pt x="19882" y="25181"/>
                  </a:cubicBezTo>
                  <a:cubicBezTo>
                    <a:pt x="20223" y="24646"/>
                    <a:pt x="20390" y="24024"/>
                    <a:pt x="20548" y="23410"/>
                  </a:cubicBezTo>
                  <a:cubicBezTo>
                    <a:pt x="21714" y="18869"/>
                    <a:pt x="22888" y="14329"/>
                    <a:pt x="23791" y="9735"/>
                  </a:cubicBezTo>
                  <a:cubicBezTo>
                    <a:pt x="23993" y="8710"/>
                    <a:pt x="24168" y="7596"/>
                    <a:pt x="23695" y="6667"/>
                  </a:cubicBezTo>
                  <a:cubicBezTo>
                    <a:pt x="23178" y="5650"/>
                    <a:pt x="22047" y="5124"/>
                    <a:pt x="20995" y="4686"/>
                  </a:cubicBezTo>
                  <a:cubicBezTo>
                    <a:pt x="14122" y="1785"/>
                    <a:pt x="14903" y="636"/>
                    <a:pt x="12878" y="110"/>
                  </a:cubicBezTo>
                  <a:cubicBezTo>
                    <a:pt x="12596" y="36"/>
                    <a:pt x="12309" y="1"/>
                    <a:pt x="12022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3"/>
            <p:cNvSpPr/>
            <p:nvPr/>
          </p:nvSpPr>
          <p:spPr>
            <a:xfrm>
              <a:off x="635425" y="4333475"/>
              <a:ext cx="540450" cy="329200"/>
            </a:xfrm>
            <a:custGeom>
              <a:avLst/>
              <a:gdLst/>
              <a:ahLst/>
              <a:cxnLst/>
              <a:rect l="l" t="t" r="r" b="b"/>
              <a:pathLst>
                <a:path w="21618" h="13168" extrusionOk="0">
                  <a:moveTo>
                    <a:pt x="9459" y="1"/>
                  </a:moveTo>
                  <a:cubicBezTo>
                    <a:pt x="8612" y="1"/>
                    <a:pt x="7805" y="322"/>
                    <a:pt x="7180" y="889"/>
                  </a:cubicBezTo>
                  <a:cubicBezTo>
                    <a:pt x="6540" y="1459"/>
                    <a:pt x="6049" y="2177"/>
                    <a:pt x="5409" y="2738"/>
                  </a:cubicBezTo>
                  <a:cubicBezTo>
                    <a:pt x="4857" y="3212"/>
                    <a:pt x="4112" y="3352"/>
                    <a:pt x="3393" y="3440"/>
                  </a:cubicBezTo>
                  <a:cubicBezTo>
                    <a:pt x="2613" y="3527"/>
                    <a:pt x="1780" y="3519"/>
                    <a:pt x="1026" y="3773"/>
                  </a:cubicBezTo>
                  <a:cubicBezTo>
                    <a:pt x="781" y="3852"/>
                    <a:pt x="562" y="3992"/>
                    <a:pt x="386" y="4185"/>
                  </a:cubicBezTo>
                  <a:cubicBezTo>
                    <a:pt x="281" y="4500"/>
                    <a:pt x="202" y="4825"/>
                    <a:pt x="150" y="5158"/>
                  </a:cubicBezTo>
                  <a:cubicBezTo>
                    <a:pt x="1" y="6122"/>
                    <a:pt x="395" y="6990"/>
                    <a:pt x="1140" y="7647"/>
                  </a:cubicBezTo>
                  <a:cubicBezTo>
                    <a:pt x="1868" y="8305"/>
                    <a:pt x="2823" y="8673"/>
                    <a:pt x="3682" y="9155"/>
                  </a:cubicBezTo>
                  <a:cubicBezTo>
                    <a:pt x="4541" y="9628"/>
                    <a:pt x="5286" y="10303"/>
                    <a:pt x="5839" y="11119"/>
                  </a:cubicBezTo>
                  <a:cubicBezTo>
                    <a:pt x="6347" y="11837"/>
                    <a:pt x="6847" y="12626"/>
                    <a:pt x="7758" y="12924"/>
                  </a:cubicBezTo>
                  <a:cubicBezTo>
                    <a:pt x="8313" y="13104"/>
                    <a:pt x="8932" y="13167"/>
                    <a:pt x="9548" y="13167"/>
                  </a:cubicBezTo>
                  <a:cubicBezTo>
                    <a:pt x="10013" y="13167"/>
                    <a:pt x="10475" y="13131"/>
                    <a:pt x="10905" y="13082"/>
                  </a:cubicBezTo>
                  <a:cubicBezTo>
                    <a:pt x="11870" y="12977"/>
                    <a:pt x="13009" y="12767"/>
                    <a:pt x="13807" y="12206"/>
                  </a:cubicBezTo>
                  <a:cubicBezTo>
                    <a:pt x="14613" y="11645"/>
                    <a:pt x="15095" y="10768"/>
                    <a:pt x="15989" y="10338"/>
                  </a:cubicBezTo>
                  <a:cubicBezTo>
                    <a:pt x="17006" y="9830"/>
                    <a:pt x="18190" y="9751"/>
                    <a:pt x="19224" y="9260"/>
                  </a:cubicBezTo>
                  <a:cubicBezTo>
                    <a:pt x="19995" y="8901"/>
                    <a:pt x="20933" y="8375"/>
                    <a:pt x="21249" y="7551"/>
                  </a:cubicBezTo>
                  <a:cubicBezTo>
                    <a:pt x="21617" y="6578"/>
                    <a:pt x="20679" y="5736"/>
                    <a:pt x="19978" y="5175"/>
                  </a:cubicBezTo>
                  <a:cubicBezTo>
                    <a:pt x="19084" y="4457"/>
                    <a:pt x="18006" y="3939"/>
                    <a:pt x="16927" y="3527"/>
                  </a:cubicBezTo>
                  <a:cubicBezTo>
                    <a:pt x="15972" y="3159"/>
                    <a:pt x="14999" y="2809"/>
                    <a:pt x="14017" y="2519"/>
                  </a:cubicBezTo>
                  <a:cubicBezTo>
                    <a:pt x="13307" y="2309"/>
                    <a:pt x="13009" y="1704"/>
                    <a:pt x="12667" y="1134"/>
                  </a:cubicBezTo>
                  <a:cubicBezTo>
                    <a:pt x="12089" y="170"/>
                    <a:pt x="10625" y="3"/>
                    <a:pt x="9590" y="3"/>
                  </a:cubicBezTo>
                  <a:cubicBezTo>
                    <a:pt x="9547" y="2"/>
                    <a:pt x="9503" y="1"/>
                    <a:pt x="94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3"/>
            <p:cNvSpPr/>
            <p:nvPr/>
          </p:nvSpPr>
          <p:spPr>
            <a:xfrm>
              <a:off x="985625" y="4760800"/>
              <a:ext cx="95800" cy="207500"/>
            </a:xfrm>
            <a:custGeom>
              <a:avLst/>
              <a:gdLst/>
              <a:ahLst/>
              <a:cxnLst/>
              <a:rect l="l" t="t" r="r" b="b"/>
              <a:pathLst>
                <a:path w="3832" h="8300" extrusionOk="0">
                  <a:moveTo>
                    <a:pt x="3246" y="0"/>
                  </a:moveTo>
                  <a:cubicBezTo>
                    <a:pt x="2945" y="0"/>
                    <a:pt x="2694" y="271"/>
                    <a:pt x="2499" y="521"/>
                  </a:cubicBezTo>
                  <a:cubicBezTo>
                    <a:pt x="1605" y="1696"/>
                    <a:pt x="237" y="3537"/>
                    <a:pt x="0" y="5228"/>
                  </a:cubicBezTo>
                  <a:lnTo>
                    <a:pt x="53" y="5132"/>
                  </a:lnTo>
                  <a:cubicBezTo>
                    <a:pt x="167" y="5851"/>
                    <a:pt x="290" y="6605"/>
                    <a:pt x="658" y="7245"/>
                  </a:cubicBezTo>
                  <a:cubicBezTo>
                    <a:pt x="903" y="7692"/>
                    <a:pt x="1298" y="8042"/>
                    <a:pt x="1771" y="8244"/>
                  </a:cubicBezTo>
                  <a:cubicBezTo>
                    <a:pt x="1898" y="8280"/>
                    <a:pt x="2025" y="8300"/>
                    <a:pt x="2155" y="8300"/>
                  </a:cubicBezTo>
                  <a:cubicBezTo>
                    <a:pt x="2214" y="8300"/>
                    <a:pt x="2272" y="8296"/>
                    <a:pt x="2332" y="8288"/>
                  </a:cubicBezTo>
                  <a:cubicBezTo>
                    <a:pt x="2753" y="8235"/>
                    <a:pt x="3156" y="7902"/>
                    <a:pt x="3191" y="7481"/>
                  </a:cubicBezTo>
                  <a:cubicBezTo>
                    <a:pt x="3244" y="6982"/>
                    <a:pt x="2832" y="6578"/>
                    <a:pt x="2604" y="6140"/>
                  </a:cubicBezTo>
                  <a:cubicBezTo>
                    <a:pt x="2201" y="5360"/>
                    <a:pt x="2376" y="4404"/>
                    <a:pt x="2709" y="3589"/>
                  </a:cubicBezTo>
                  <a:cubicBezTo>
                    <a:pt x="3042" y="2774"/>
                    <a:pt x="3533" y="2020"/>
                    <a:pt x="3752" y="1170"/>
                  </a:cubicBezTo>
                  <a:cubicBezTo>
                    <a:pt x="3814" y="951"/>
                    <a:pt x="3831" y="714"/>
                    <a:pt x="3796" y="495"/>
                  </a:cubicBezTo>
                  <a:cubicBezTo>
                    <a:pt x="3752" y="258"/>
                    <a:pt x="3577" y="74"/>
                    <a:pt x="3358" y="13"/>
                  </a:cubicBezTo>
                  <a:cubicBezTo>
                    <a:pt x="3320" y="4"/>
                    <a:pt x="3282" y="0"/>
                    <a:pt x="3246" y="0"/>
                  </a:cubicBezTo>
                  <a:close/>
                </a:path>
              </a:pathLst>
            </a:custGeom>
            <a:solidFill>
              <a:srgbClr val="DB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3"/>
            <p:cNvSpPr/>
            <p:nvPr/>
          </p:nvSpPr>
          <p:spPr>
            <a:xfrm>
              <a:off x="672250" y="4732000"/>
              <a:ext cx="76725" cy="217825"/>
            </a:xfrm>
            <a:custGeom>
              <a:avLst/>
              <a:gdLst/>
              <a:ahLst/>
              <a:cxnLst/>
              <a:rect l="l" t="t" r="r" b="b"/>
              <a:pathLst>
                <a:path w="3069" h="8713" extrusionOk="0">
                  <a:moveTo>
                    <a:pt x="368" y="0"/>
                  </a:moveTo>
                  <a:cubicBezTo>
                    <a:pt x="298" y="0"/>
                    <a:pt x="230" y="21"/>
                    <a:pt x="176" y="69"/>
                  </a:cubicBezTo>
                  <a:cubicBezTo>
                    <a:pt x="79" y="174"/>
                    <a:pt x="35" y="314"/>
                    <a:pt x="44" y="455"/>
                  </a:cubicBezTo>
                  <a:cubicBezTo>
                    <a:pt x="0" y="1393"/>
                    <a:pt x="272" y="2304"/>
                    <a:pt x="552" y="3207"/>
                  </a:cubicBezTo>
                  <a:cubicBezTo>
                    <a:pt x="833" y="4101"/>
                    <a:pt x="1131" y="5004"/>
                    <a:pt x="1149" y="5942"/>
                  </a:cubicBezTo>
                  <a:cubicBezTo>
                    <a:pt x="1175" y="6538"/>
                    <a:pt x="1052" y="7125"/>
                    <a:pt x="789" y="7660"/>
                  </a:cubicBezTo>
                  <a:cubicBezTo>
                    <a:pt x="640" y="7958"/>
                    <a:pt x="158" y="8353"/>
                    <a:pt x="158" y="8712"/>
                  </a:cubicBezTo>
                  <a:cubicBezTo>
                    <a:pt x="798" y="8607"/>
                    <a:pt x="1394" y="8081"/>
                    <a:pt x="1736" y="7494"/>
                  </a:cubicBezTo>
                  <a:cubicBezTo>
                    <a:pt x="2200" y="6696"/>
                    <a:pt x="2385" y="5749"/>
                    <a:pt x="2902" y="4987"/>
                  </a:cubicBezTo>
                  <a:cubicBezTo>
                    <a:pt x="2946" y="5074"/>
                    <a:pt x="2989" y="5171"/>
                    <a:pt x="3024" y="5258"/>
                  </a:cubicBezTo>
                  <a:cubicBezTo>
                    <a:pt x="3068" y="4960"/>
                    <a:pt x="3051" y="4662"/>
                    <a:pt x="2963" y="4364"/>
                  </a:cubicBezTo>
                  <a:cubicBezTo>
                    <a:pt x="2770" y="3698"/>
                    <a:pt x="2227" y="3207"/>
                    <a:pt x="1806" y="2655"/>
                  </a:cubicBezTo>
                  <a:cubicBezTo>
                    <a:pt x="1376" y="2076"/>
                    <a:pt x="1070" y="1428"/>
                    <a:pt x="912" y="726"/>
                  </a:cubicBezTo>
                  <a:cubicBezTo>
                    <a:pt x="868" y="534"/>
                    <a:pt x="833" y="323"/>
                    <a:pt x="701" y="165"/>
                  </a:cubicBezTo>
                  <a:cubicBezTo>
                    <a:pt x="623" y="65"/>
                    <a:pt x="492" y="0"/>
                    <a:pt x="368" y="0"/>
                  </a:cubicBezTo>
                  <a:close/>
                </a:path>
              </a:pathLst>
            </a:custGeom>
            <a:solidFill>
              <a:srgbClr val="DB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3"/>
            <p:cNvSpPr/>
            <p:nvPr/>
          </p:nvSpPr>
          <p:spPr>
            <a:xfrm>
              <a:off x="769975" y="4452100"/>
              <a:ext cx="237575" cy="102400"/>
            </a:xfrm>
            <a:custGeom>
              <a:avLst/>
              <a:gdLst/>
              <a:ahLst/>
              <a:cxnLst/>
              <a:rect l="l" t="t" r="r" b="b"/>
              <a:pathLst>
                <a:path w="9503" h="4096" extrusionOk="0">
                  <a:moveTo>
                    <a:pt x="5367" y="0"/>
                  </a:moveTo>
                  <a:cubicBezTo>
                    <a:pt x="5358" y="0"/>
                    <a:pt x="5349" y="0"/>
                    <a:pt x="5339" y="1"/>
                  </a:cubicBezTo>
                  <a:cubicBezTo>
                    <a:pt x="4989" y="18"/>
                    <a:pt x="4524" y="527"/>
                    <a:pt x="4217" y="685"/>
                  </a:cubicBezTo>
                  <a:cubicBezTo>
                    <a:pt x="3841" y="880"/>
                    <a:pt x="3453" y="948"/>
                    <a:pt x="3052" y="948"/>
                  </a:cubicBezTo>
                  <a:cubicBezTo>
                    <a:pt x="2788" y="948"/>
                    <a:pt x="2519" y="919"/>
                    <a:pt x="2245" y="877"/>
                  </a:cubicBezTo>
                  <a:cubicBezTo>
                    <a:pt x="1927" y="824"/>
                    <a:pt x="1492" y="703"/>
                    <a:pt x="1094" y="703"/>
                  </a:cubicBezTo>
                  <a:cubicBezTo>
                    <a:pt x="768" y="703"/>
                    <a:pt x="466" y="784"/>
                    <a:pt x="273" y="1053"/>
                  </a:cubicBezTo>
                  <a:cubicBezTo>
                    <a:pt x="1" y="1430"/>
                    <a:pt x="194" y="1991"/>
                    <a:pt x="571" y="2254"/>
                  </a:cubicBezTo>
                  <a:cubicBezTo>
                    <a:pt x="856" y="2453"/>
                    <a:pt x="1207" y="2516"/>
                    <a:pt x="1558" y="2516"/>
                  </a:cubicBezTo>
                  <a:cubicBezTo>
                    <a:pt x="1671" y="2516"/>
                    <a:pt x="1784" y="2510"/>
                    <a:pt x="1894" y="2499"/>
                  </a:cubicBezTo>
                  <a:cubicBezTo>
                    <a:pt x="2626" y="2435"/>
                    <a:pt x="3351" y="2217"/>
                    <a:pt x="4081" y="2217"/>
                  </a:cubicBezTo>
                  <a:cubicBezTo>
                    <a:pt x="4243" y="2217"/>
                    <a:pt x="4405" y="2228"/>
                    <a:pt x="4568" y="2254"/>
                  </a:cubicBezTo>
                  <a:cubicBezTo>
                    <a:pt x="6005" y="2482"/>
                    <a:pt x="7066" y="3832"/>
                    <a:pt x="8512" y="4077"/>
                  </a:cubicBezTo>
                  <a:cubicBezTo>
                    <a:pt x="8586" y="4089"/>
                    <a:pt x="8664" y="4096"/>
                    <a:pt x="8742" y="4096"/>
                  </a:cubicBezTo>
                  <a:cubicBezTo>
                    <a:pt x="9006" y="4096"/>
                    <a:pt x="9270" y="4016"/>
                    <a:pt x="9372" y="3779"/>
                  </a:cubicBezTo>
                  <a:cubicBezTo>
                    <a:pt x="9503" y="3481"/>
                    <a:pt x="9266" y="3148"/>
                    <a:pt x="8995" y="2955"/>
                  </a:cubicBezTo>
                  <a:cubicBezTo>
                    <a:pt x="8451" y="2560"/>
                    <a:pt x="7767" y="2420"/>
                    <a:pt x="7145" y="2175"/>
                  </a:cubicBezTo>
                  <a:cubicBezTo>
                    <a:pt x="6584" y="1956"/>
                    <a:pt x="5997" y="1579"/>
                    <a:pt x="5795" y="991"/>
                  </a:cubicBezTo>
                  <a:cubicBezTo>
                    <a:pt x="5666" y="647"/>
                    <a:pt x="5832" y="0"/>
                    <a:pt x="5367" y="0"/>
                  </a:cubicBezTo>
                  <a:close/>
                </a:path>
              </a:pathLst>
            </a:custGeom>
            <a:solidFill>
              <a:srgbClr val="DB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3"/>
            <p:cNvSpPr/>
            <p:nvPr/>
          </p:nvSpPr>
          <p:spPr>
            <a:xfrm>
              <a:off x="832450" y="4568250"/>
              <a:ext cx="332250" cy="480075"/>
            </a:xfrm>
            <a:custGeom>
              <a:avLst/>
              <a:gdLst/>
              <a:ahLst/>
              <a:cxnLst/>
              <a:rect l="l" t="t" r="r" b="b"/>
              <a:pathLst>
                <a:path w="13290" h="19203" extrusionOk="0">
                  <a:moveTo>
                    <a:pt x="13289" y="1"/>
                  </a:moveTo>
                  <a:lnTo>
                    <a:pt x="13289" y="1"/>
                  </a:lnTo>
                  <a:cubicBezTo>
                    <a:pt x="13289" y="1"/>
                    <a:pt x="13289" y="1"/>
                    <a:pt x="13289" y="1"/>
                  </a:cubicBezTo>
                  <a:lnTo>
                    <a:pt x="13289" y="1"/>
                  </a:lnTo>
                  <a:cubicBezTo>
                    <a:pt x="13289" y="1"/>
                    <a:pt x="13289" y="1"/>
                    <a:pt x="13289" y="1"/>
                  </a:cubicBezTo>
                  <a:close/>
                  <a:moveTo>
                    <a:pt x="13289" y="1"/>
                  </a:moveTo>
                  <a:lnTo>
                    <a:pt x="13289" y="1"/>
                  </a:lnTo>
                  <a:cubicBezTo>
                    <a:pt x="13279" y="102"/>
                    <a:pt x="11158" y="1009"/>
                    <a:pt x="10931" y="1149"/>
                  </a:cubicBezTo>
                  <a:cubicBezTo>
                    <a:pt x="10317" y="1517"/>
                    <a:pt x="9756" y="1947"/>
                    <a:pt x="9178" y="2359"/>
                  </a:cubicBezTo>
                  <a:cubicBezTo>
                    <a:pt x="7933" y="3235"/>
                    <a:pt x="6461" y="3823"/>
                    <a:pt x="5005" y="4217"/>
                  </a:cubicBezTo>
                  <a:cubicBezTo>
                    <a:pt x="3997" y="4498"/>
                    <a:pt x="2972" y="4664"/>
                    <a:pt x="1937" y="4734"/>
                  </a:cubicBezTo>
                  <a:cubicBezTo>
                    <a:pt x="1403" y="4761"/>
                    <a:pt x="789" y="4804"/>
                    <a:pt x="447" y="5216"/>
                  </a:cubicBezTo>
                  <a:cubicBezTo>
                    <a:pt x="0" y="5760"/>
                    <a:pt x="289" y="6558"/>
                    <a:pt x="526" y="7215"/>
                  </a:cubicBezTo>
                  <a:cubicBezTo>
                    <a:pt x="1657" y="10344"/>
                    <a:pt x="1219" y="13789"/>
                    <a:pt x="710" y="17068"/>
                  </a:cubicBezTo>
                  <a:cubicBezTo>
                    <a:pt x="657" y="17445"/>
                    <a:pt x="596" y="17839"/>
                    <a:pt x="657" y="18216"/>
                  </a:cubicBezTo>
                  <a:cubicBezTo>
                    <a:pt x="719" y="18593"/>
                    <a:pt x="938" y="18970"/>
                    <a:pt x="1289" y="19128"/>
                  </a:cubicBezTo>
                  <a:cubicBezTo>
                    <a:pt x="1406" y="19179"/>
                    <a:pt x="1531" y="19203"/>
                    <a:pt x="1657" y="19203"/>
                  </a:cubicBezTo>
                  <a:cubicBezTo>
                    <a:pt x="1981" y="19203"/>
                    <a:pt x="2314" y="19048"/>
                    <a:pt x="2560" y="18821"/>
                  </a:cubicBezTo>
                  <a:cubicBezTo>
                    <a:pt x="2893" y="18505"/>
                    <a:pt x="3094" y="18067"/>
                    <a:pt x="3278" y="17646"/>
                  </a:cubicBezTo>
                  <a:cubicBezTo>
                    <a:pt x="4181" y="15630"/>
                    <a:pt x="5084" y="13614"/>
                    <a:pt x="5987" y="11598"/>
                  </a:cubicBezTo>
                  <a:cubicBezTo>
                    <a:pt x="6662" y="12001"/>
                    <a:pt x="6846" y="12869"/>
                    <a:pt x="7022" y="13632"/>
                  </a:cubicBezTo>
                  <a:cubicBezTo>
                    <a:pt x="7188" y="14403"/>
                    <a:pt x="7539" y="15271"/>
                    <a:pt x="8293" y="15464"/>
                  </a:cubicBezTo>
                  <a:cubicBezTo>
                    <a:pt x="8388" y="15489"/>
                    <a:pt x="8484" y="15500"/>
                    <a:pt x="8581" y="15500"/>
                  </a:cubicBezTo>
                  <a:cubicBezTo>
                    <a:pt x="9058" y="15500"/>
                    <a:pt x="9527" y="15212"/>
                    <a:pt x="9827" y="14833"/>
                  </a:cubicBezTo>
                  <a:cubicBezTo>
                    <a:pt x="10186" y="14368"/>
                    <a:pt x="10361" y="13789"/>
                    <a:pt x="10519" y="13228"/>
                  </a:cubicBezTo>
                  <a:cubicBezTo>
                    <a:pt x="10905" y="11817"/>
                    <a:pt x="11264" y="10397"/>
                    <a:pt x="11624" y="8986"/>
                  </a:cubicBezTo>
                  <a:cubicBezTo>
                    <a:pt x="12377" y="6023"/>
                    <a:pt x="13131" y="3052"/>
                    <a:pt x="13289" y="1"/>
                  </a:cubicBezTo>
                  <a:close/>
                </a:path>
              </a:pathLst>
            </a:custGeom>
            <a:solidFill>
              <a:srgbClr val="DB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3"/>
            <p:cNvSpPr/>
            <p:nvPr/>
          </p:nvSpPr>
          <p:spPr>
            <a:xfrm>
              <a:off x="586325" y="4504625"/>
              <a:ext cx="224225" cy="258225"/>
            </a:xfrm>
            <a:custGeom>
              <a:avLst/>
              <a:gdLst/>
              <a:ahLst/>
              <a:cxnLst/>
              <a:rect l="l" t="t" r="r" b="b"/>
              <a:pathLst>
                <a:path w="8969" h="10329" extrusionOk="0">
                  <a:moveTo>
                    <a:pt x="583" y="0"/>
                  </a:moveTo>
                  <a:cubicBezTo>
                    <a:pt x="576" y="0"/>
                    <a:pt x="569" y="1"/>
                    <a:pt x="562" y="4"/>
                  </a:cubicBezTo>
                  <a:cubicBezTo>
                    <a:pt x="509" y="12"/>
                    <a:pt x="501" y="56"/>
                    <a:pt x="483" y="100"/>
                  </a:cubicBezTo>
                  <a:cubicBezTo>
                    <a:pt x="1" y="1441"/>
                    <a:pt x="650" y="2966"/>
                    <a:pt x="1640" y="3992"/>
                  </a:cubicBezTo>
                  <a:cubicBezTo>
                    <a:pt x="2631" y="5018"/>
                    <a:pt x="3928" y="5675"/>
                    <a:pt x="5111" y="6464"/>
                  </a:cubicBezTo>
                  <a:cubicBezTo>
                    <a:pt x="6295" y="7262"/>
                    <a:pt x="7443" y="8270"/>
                    <a:pt x="7864" y="9629"/>
                  </a:cubicBezTo>
                  <a:cubicBezTo>
                    <a:pt x="7899" y="9795"/>
                    <a:pt x="7960" y="9962"/>
                    <a:pt x="8057" y="10102"/>
                  </a:cubicBezTo>
                  <a:cubicBezTo>
                    <a:pt x="8177" y="10264"/>
                    <a:pt x="8280" y="10328"/>
                    <a:pt x="8367" y="10328"/>
                  </a:cubicBezTo>
                  <a:cubicBezTo>
                    <a:pt x="8648" y="10328"/>
                    <a:pt x="8766" y="9655"/>
                    <a:pt x="8793" y="9401"/>
                  </a:cubicBezTo>
                  <a:cubicBezTo>
                    <a:pt x="8837" y="8954"/>
                    <a:pt x="8968" y="8471"/>
                    <a:pt x="8951" y="8024"/>
                  </a:cubicBezTo>
                  <a:cubicBezTo>
                    <a:pt x="8916" y="6911"/>
                    <a:pt x="7759" y="6245"/>
                    <a:pt x="6917" y="5745"/>
                  </a:cubicBezTo>
                  <a:cubicBezTo>
                    <a:pt x="4489" y="4281"/>
                    <a:pt x="2385" y="2362"/>
                    <a:pt x="702" y="83"/>
                  </a:cubicBezTo>
                  <a:cubicBezTo>
                    <a:pt x="672" y="45"/>
                    <a:pt x="628" y="0"/>
                    <a:pt x="583" y="0"/>
                  </a:cubicBezTo>
                  <a:close/>
                </a:path>
              </a:pathLst>
            </a:custGeom>
            <a:solidFill>
              <a:srgbClr val="DB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3"/>
            <p:cNvSpPr/>
            <p:nvPr/>
          </p:nvSpPr>
          <p:spPr>
            <a:xfrm>
              <a:off x="1277975" y="4791575"/>
              <a:ext cx="53925" cy="45825"/>
            </a:xfrm>
            <a:custGeom>
              <a:avLst/>
              <a:gdLst/>
              <a:ahLst/>
              <a:cxnLst/>
              <a:rect l="l" t="t" r="r" b="b"/>
              <a:pathLst>
                <a:path w="2157" h="1833" extrusionOk="0">
                  <a:moveTo>
                    <a:pt x="307" y="0"/>
                  </a:moveTo>
                  <a:cubicBezTo>
                    <a:pt x="254" y="219"/>
                    <a:pt x="149" y="430"/>
                    <a:pt x="0" y="596"/>
                  </a:cubicBezTo>
                  <a:cubicBezTo>
                    <a:pt x="395" y="991"/>
                    <a:pt x="824" y="1350"/>
                    <a:pt x="1289" y="1674"/>
                  </a:cubicBezTo>
                  <a:cubicBezTo>
                    <a:pt x="1394" y="1762"/>
                    <a:pt x="1525" y="1815"/>
                    <a:pt x="1666" y="1832"/>
                  </a:cubicBezTo>
                  <a:cubicBezTo>
                    <a:pt x="1832" y="1832"/>
                    <a:pt x="2156" y="1657"/>
                    <a:pt x="2121" y="1455"/>
                  </a:cubicBezTo>
                  <a:cubicBezTo>
                    <a:pt x="2078" y="1254"/>
                    <a:pt x="1683" y="1122"/>
                    <a:pt x="1543" y="1035"/>
                  </a:cubicBezTo>
                  <a:cubicBezTo>
                    <a:pt x="1087" y="745"/>
                    <a:pt x="675" y="395"/>
                    <a:pt x="3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3"/>
            <p:cNvSpPr/>
            <p:nvPr/>
          </p:nvSpPr>
          <p:spPr>
            <a:xfrm>
              <a:off x="1132675" y="4402300"/>
              <a:ext cx="137875" cy="173250"/>
            </a:xfrm>
            <a:custGeom>
              <a:avLst/>
              <a:gdLst/>
              <a:ahLst/>
              <a:cxnLst/>
              <a:rect l="l" t="t" r="r" b="b"/>
              <a:pathLst>
                <a:path w="5515" h="6930" extrusionOk="0">
                  <a:moveTo>
                    <a:pt x="2958" y="0"/>
                  </a:moveTo>
                  <a:cubicBezTo>
                    <a:pt x="2906" y="0"/>
                    <a:pt x="2850" y="27"/>
                    <a:pt x="2788" y="82"/>
                  </a:cubicBezTo>
                  <a:cubicBezTo>
                    <a:pt x="2718" y="143"/>
                    <a:pt x="2700" y="187"/>
                    <a:pt x="2595" y="248"/>
                  </a:cubicBezTo>
                  <a:cubicBezTo>
                    <a:pt x="2455" y="327"/>
                    <a:pt x="2297" y="380"/>
                    <a:pt x="2157" y="450"/>
                  </a:cubicBezTo>
                  <a:lnTo>
                    <a:pt x="482" y="1213"/>
                  </a:lnTo>
                  <a:cubicBezTo>
                    <a:pt x="290" y="1300"/>
                    <a:pt x="70" y="1414"/>
                    <a:pt x="27" y="1616"/>
                  </a:cubicBezTo>
                  <a:cubicBezTo>
                    <a:pt x="0" y="1739"/>
                    <a:pt x="18" y="1870"/>
                    <a:pt x="62" y="1984"/>
                  </a:cubicBezTo>
                  <a:cubicBezTo>
                    <a:pt x="509" y="3457"/>
                    <a:pt x="1087" y="4894"/>
                    <a:pt x="1789" y="6262"/>
                  </a:cubicBezTo>
                  <a:cubicBezTo>
                    <a:pt x="1902" y="6507"/>
                    <a:pt x="2052" y="6761"/>
                    <a:pt x="2288" y="6867"/>
                  </a:cubicBezTo>
                  <a:cubicBezTo>
                    <a:pt x="2385" y="6912"/>
                    <a:pt x="2493" y="6929"/>
                    <a:pt x="2605" y="6929"/>
                  </a:cubicBezTo>
                  <a:cubicBezTo>
                    <a:pt x="2775" y="6929"/>
                    <a:pt x="2953" y="6888"/>
                    <a:pt x="3112" y="6840"/>
                  </a:cubicBezTo>
                  <a:cubicBezTo>
                    <a:pt x="3700" y="6665"/>
                    <a:pt x="4269" y="6446"/>
                    <a:pt x="4822" y="6183"/>
                  </a:cubicBezTo>
                  <a:cubicBezTo>
                    <a:pt x="5032" y="6078"/>
                    <a:pt x="5251" y="5964"/>
                    <a:pt x="5365" y="5762"/>
                  </a:cubicBezTo>
                  <a:cubicBezTo>
                    <a:pt x="5514" y="5482"/>
                    <a:pt x="5409" y="5140"/>
                    <a:pt x="5304" y="4842"/>
                  </a:cubicBezTo>
                  <a:cubicBezTo>
                    <a:pt x="4743" y="3238"/>
                    <a:pt x="4147" y="1633"/>
                    <a:pt x="3217" y="213"/>
                  </a:cubicBezTo>
                  <a:cubicBezTo>
                    <a:pt x="3129" y="76"/>
                    <a:pt x="3048" y="0"/>
                    <a:pt x="29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3"/>
            <p:cNvSpPr/>
            <p:nvPr/>
          </p:nvSpPr>
          <p:spPr>
            <a:xfrm>
              <a:off x="1195125" y="4377300"/>
              <a:ext cx="150800" cy="608600"/>
            </a:xfrm>
            <a:custGeom>
              <a:avLst/>
              <a:gdLst/>
              <a:ahLst/>
              <a:cxnLst/>
              <a:rect l="l" t="t" r="r" b="b"/>
              <a:pathLst>
                <a:path w="6032" h="24344" extrusionOk="0">
                  <a:moveTo>
                    <a:pt x="585" y="0"/>
                  </a:moveTo>
                  <a:cubicBezTo>
                    <a:pt x="566" y="0"/>
                    <a:pt x="546" y="1"/>
                    <a:pt x="527" y="4"/>
                  </a:cubicBezTo>
                  <a:cubicBezTo>
                    <a:pt x="123" y="65"/>
                    <a:pt x="1" y="591"/>
                    <a:pt x="18" y="1012"/>
                  </a:cubicBezTo>
                  <a:cubicBezTo>
                    <a:pt x="62" y="1739"/>
                    <a:pt x="1289" y="3940"/>
                    <a:pt x="1561" y="4430"/>
                  </a:cubicBezTo>
                  <a:cubicBezTo>
                    <a:pt x="2271" y="5693"/>
                    <a:pt x="2893" y="7139"/>
                    <a:pt x="2858" y="8612"/>
                  </a:cubicBezTo>
                  <a:cubicBezTo>
                    <a:pt x="2832" y="9962"/>
                    <a:pt x="2253" y="11241"/>
                    <a:pt x="1982" y="12565"/>
                  </a:cubicBezTo>
                  <a:cubicBezTo>
                    <a:pt x="1596" y="14441"/>
                    <a:pt x="1833" y="16405"/>
                    <a:pt x="2376" y="18254"/>
                  </a:cubicBezTo>
                  <a:cubicBezTo>
                    <a:pt x="2911" y="20095"/>
                    <a:pt x="3744" y="21839"/>
                    <a:pt x="4576" y="23566"/>
                  </a:cubicBezTo>
                  <a:cubicBezTo>
                    <a:pt x="4749" y="23928"/>
                    <a:pt x="5022" y="24343"/>
                    <a:pt x="5402" y="24343"/>
                  </a:cubicBezTo>
                  <a:cubicBezTo>
                    <a:pt x="5427" y="24343"/>
                    <a:pt x="5453" y="24342"/>
                    <a:pt x="5479" y="24338"/>
                  </a:cubicBezTo>
                  <a:cubicBezTo>
                    <a:pt x="5751" y="24294"/>
                    <a:pt x="5944" y="24022"/>
                    <a:pt x="5988" y="23742"/>
                  </a:cubicBezTo>
                  <a:cubicBezTo>
                    <a:pt x="6032" y="23470"/>
                    <a:pt x="5961" y="23189"/>
                    <a:pt x="5882" y="22926"/>
                  </a:cubicBezTo>
                  <a:cubicBezTo>
                    <a:pt x="5313" y="21015"/>
                    <a:pt x="4506" y="19192"/>
                    <a:pt x="3954" y="17290"/>
                  </a:cubicBezTo>
                  <a:cubicBezTo>
                    <a:pt x="3411" y="15379"/>
                    <a:pt x="3121" y="13337"/>
                    <a:pt x="3595" y="11408"/>
                  </a:cubicBezTo>
                  <a:cubicBezTo>
                    <a:pt x="3858" y="10382"/>
                    <a:pt x="4331" y="9392"/>
                    <a:pt x="4366" y="8331"/>
                  </a:cubicBezTo>
                  <a:cubicBezTo>
                    <a:pt x="4401" y="7244"/>
                    <a:pt x="3972" y="6201"/>
                    <a:pt x="3524" y="5202"/>
                  </a:cubicBezTo>
                  <a:cubicBezTo>
                    <a:pt x="2841" y="3659"/>
                    <a:pt x="2104" y="2143"/>
                    <a:pt x="1324" y="652"/>
                  </a:cubicBezTo>
                  <a:cubicBezTo>
                    <a:pt x="1167" y="354"/>
                    <a:pt x="923" y="0"/>
                    <a:pt x="5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3"/>
            <p:cNvSpPr/>
            <p:nvPr/>
          </p:nvSpPr>
          <p:spPr>
            <a:xfrm>
              <a:off x="1140925" y="4439400"/>
              <a:ext cx="42600" cy="18375"/>
            </a:xfrm>
            <a:custGeom>
              <a:avLst/>
              <a:gdLst/>
              <a:ahLst/>
              <a:cxnLst/>
              <a:rect l="l" t="t" r="r" b="b"/>
              <a:pathLst>
                <a:path w="1704" h="735" extrusionOk="0">
                  <a:moveTo>
                    <a:pt x="1678" y="0"/>
                  </a:moveTo>
                  <a:cubicBezTo>
                    <a:pt x="1090" y="62"/>
                    <a:pt x="529" y="369"/>
                    <a:pt x="30" y="675"/>
                  </a:cubicBezTo>
                  <a:cubicBezTo>
                    <a:pt x="1" y="690"/>
                    <a:pt x="14" y="734"/>
                    <a:pt x="44" y="734"/>
                  </a:cubicBezTo>
                  <a:cubicBezTo>
                    <a:pt x="50" y="734"/>
                    <a:pt x="57" y="732"/>
                    <a:pt x="65" y="728"/>
                  </a:cubicBezTo>
                  <a:cubicBezTo>
                    <a:pt x="599" y="456"/>
                    <a:pt x="1108" y="202"/>
                    <a:pt x="1686" y="35"/>
                  </a:cubicBezTo>
                  <a:cubicBezTo>
                    <a:pt x="1704" y="27"/>
                    <a:pt x="1704" y="0"/>
                    <a:pt x="1678" y="0"/>
                  </a:cubicBezTo>
                  <a:close/>
                </a:path>
              </a:pathLst>
            </a:custGeom>
            <a:solidFill>
              <a:srgbClr val="56A8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3"/>
            <p:cNvSpPr/>
            <p:nvPr/>
          </p:nvSpPr>
          <p:spPr>
            <a:xfrm>
              <a:off x="1149475" y="4457250"/>
              <a:ext cx="32225" cy="18000"/>
            </a:xfrm>
            <a:custGeom>
              <a:avLst/>
              <a:gdLst/>
              <a:ahLst/>
              <a:cxnLst/>
              <a:rect l="l" t="t" r="r" b="b"/>
              <a:pathLst>
                <a:path w="1289" h="720" extrusionOk="0">
                  <a:moveTo>
                    <a:pt x="1262" y="0"/>
                  </a:moveTo>
                  <a:cubicBezTo>
                    <a:pt x="1258" y="0"/>
                    <a:pt x="1253" y="2"/>
                    <a:pt x="1248" y="5"/>
                  </a:cubicBezTo>
                  <a:cubicBezTo>
                    <a:pt x="827" y="207"/>
                    <a:pt x="424" y="426"/>
                    <a:pt x="30" y="671"/>
                  </a:cubicBezTo>
                  <a:cubicBezTo>
                    <a:pt x="0" y="686"/>
                    <a:pt x="14" y="719"/>
                    <a:pt x="35" y="719"/>
                  </a:cubicBezTo>
                  <a:cubicBezTo>
                    <a:pt x="39" y="719"/>
                    <a:pt x="43" y="718"/>
                    <a:pt x="47" y="715"/>
                  </a:cubicBezTo>
                  <a:cubicBezTo>
                    <a:pt x="468" y="496"/>
                    <a:pt x="880" y="286"/>
                    <a:pt x="1274" y="31"/>
                  </a:cubicBezTo>
                  <a:cubicBezTo>
                    <a:pt x="1288" y="24"/>
                    <a:pt x="1280" y="0"/>
                    <a:pt x="1262" y="0"/>
                  </a:cubicBezTo>
                  <a:close/>
                </a:path>
              </a:pathLst>
            </a:custGeom>
            <a:solidFill>
              <a:srgbClr val="56A8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3"/>
            <p:cNvSpPr/>
            <p:nvPr/>
          </p:nvSpPr>
          <p:spPr>
            <a:xfrm>
              <a:off x="1154700" y="4466750"/>
              <a:ext cx="49600" cy="25575"/>
            </a:xfrm>
            <a:custGeom>
              <a:avLst/>
              <a:gdLst/>
              <a:ahLst/>
              <a:cxnLst/>
              <a:rect l="l" t="t" r="r" b="b"/>
              <a:pathLst>
                <a:path w="1984" h="1023" extrusionOk="0">
                  <a:moveTo>
                    <a:pt x="1958" y="0"/>
                  </a:moveTo>
                  <a:cubicBezTo>
                    <a:pt x="1956" y="0"/>
                    <a:pt x="1953" y="1"/>
                    <a:pt x="1951" y="2"/>
                  </a:cubicBezTo>
                  <a:cubicBezTo>
                    <a:pt x="1302" y="300"/>
                    <a:pt x="671" y="660"/>
                    <a:pt x="31" y="966"/>
                  </a:cubicBezTo>
                  <a:cubicBezTo>
                    <a:pt x="1" y="981"/>
                    <a:pt x="23" y="1022"/>
                    <a:pt x="46" y="1022"/>
                  </a:cubicBezTo>
                  <a:cubicBezTo>
                    <a:pt x="50" y="1022"/>
                    <a:pt x="54" y="1021"/>
                    <a:pt x="57" y="1019"/>
                  </a:cubicBezTo>
                  <a:cubicBezTo>
                    <a:pt x="715" y="721"/>
                    <a:pt x="1346" y="397"/>
                    <a:pt x="1968" y="28"/>
                  </a:cubicBezTo>
                  <a:cubicBezTo>
                    <a:pt x="1983" y="21"/>
                    <a:pt x="1972" y="0"/>
                    <a:pt x="1958" y="0"/>
                  </a:cubicBezTo>
                  <a:close/>
                </a:path>
              </a:pathLst>
            </a:custGeom>
            <a:solidFill>
              <a:srgbClr val="56A8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3"/>
            <p:cNvSpPr/>
            <p:nvPr/>
          </p:nvSpPr>
          <p:spPr>
            <a:xfrm>
              <a:off x="1164875" y="4485975"/>
              <a:ext cx="50325" cy="30700"/>
            </a:xfrm>
            <a:custGeom>
              <a:avLst/>
              <a:gdLst/>
              <a:ahLst/>
              <a:cxnLst/>
              <a:rect l="l" t="t" r="r" b="b"/>
              <a:pathLst>
                <a:path w="2013" h="1228" extrusionOk="0">
                  <a:moveTo>
                    <a:pt x="1985" y="0"/>
                  </a:moveTo>
                  <a:cubicBezTo>
                    <a:pt x="1982" y="0"/>
                    <a:pt x="1978" y="2"/>
                    <a:pt x="1973" y="5"/>
                  </a:cubicBezTo>
                  <a:cubicBezTo>
                    <a:pt x="1561" y="127"/>
                    <a:pt x="1237" y="452"/>
                    <a:pt x="877" y="671"/>
                  </a:cubicBezTo>
                  <a:cubicBezTo>
                    <a:pt x="676" y="785"/>
                    <a:pt x="474" y="899"/>
                    <a:pt x="264" y="995"/>
                  </a:cubicBezTo>
                  <a:cubicBezTo>
                    <a:pt x="150" y="1048"/>
                    <a:pt x="27" y="1074"/>
                    <a:pt x="1" y="1205"/>
                  </a:cubicBezTo>
                  <a:cubicBezTo>
                    <a:pt x="1" y="1217"/>
                    <a:pt x="11" y="1228"/>
                    <a:pt x="21" y="1228"/>
                  </a:cubicBezTo>
                  <a:cubicBezTo>
                    <a:pt x="27" y="1228"/>
                    <a:pt x="33" y="1224"/>
                    <a:pt x="36" y="1214"/>
                  </a:cubicBezTo>
                  <a:cubicBezTo>
                    <a:pt x="97" y="1091"/>
                    <a:pt x="395" y="1021"/>
                    <a:pt x="527" y="960"/>
                  </a:cubicBezTo>
                  <a:cubicBezTo>
                    <a:pt x="702" y="872"/>
                    <a:pt x="877" y="776"/>
                    <a:pt x="1053" y="671"/>
                  </a:cubicBezTo>
                  <a:cubicBezTo>
                    <a:pt x="1368" y="469"/>
                    <a:pt x="1658" y="232"/>
                    <a:pt x="1991" y="40"/>
                  </a:cubicBezTo>
                  <a:cubicBezTo>
                    <a:pt x="2013" y="32"/>
                    <a:pt x="2004" y="0"/>
                    <a:pt x="1985" y="0"/>
                  </a:cubicBezTo>
                  <a:close/>
                </a:path>
              </a:pathLst>
            </a:custGeom>
            <a:solidFill>
              <a:srgbClr val="56A8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3"/>
            <p:cNvSpPr/>
            <p:nvPr/>
          </p:nvSpPr>
          <p:spPr>
            <a:xfrm>
              <a:off x="1168675" y="4507200"/>
              <a:ext cx="50500" cy="26475"/>
            </a:xfrm>
            <a:custGeom>
              <a:avLst/>
              <a:gdLst/>
              <a:ahLst/>
              <a:cxnLst/>
              <a:rect l="l" t="t" r="r" b="b"/>
              <a:pathLst>
                <a:path w="2020" h="1059" extrusionOk="0">
                  <a:moveTo>
                    <a:pt x="1998" y="1"/>
                  </a:moveTo>
                  <a:cubicBezTo>
                    <a:pt x="1995" y="1"/>
                    <a:pt x="1991" y="2"/>
                    <a:pt x="1988" y="6"/>
                  </a:cubicBezTo>
                  <a:cubicBezTo>
                    <a:pt x="1330" y="313"/>
                    <a:pt x="690" y="690"/>
                    <a:pt x="33" y="996"/>
                  </a:cubicBezTo>
                  <a:cubicBezTo>
                    <a:pt x="1" y="1013"/>
                    <a:pt x="21" y="1059"/>
                    <a:pt x="51" y="1059"/>
                  </a:cubicBezTo>
                  <a:cubicBezTo>
                    <a:pt x="54" y="1059"/>
                    <a:pt x="57" y="1058"/>
                    <a:pt x="59" y="1058"/>
                  </a:cubicBezTo>
                  <a:cubicBezTo>
                    <a:pt x="717" y="751"/>
                    <a:pt x="1409" y="444"/>
                    <a:pt x="2005" y="32"/>
                  </a:cubicBezTo>
                  <a:cubicBezTo>
                    <a:pt x="2019" y="25"/>
                    <a:pt x="2011" y="1"/>
                    <a:pt x="1998" y="1"/>
                  </a:cubicBezTo>
                  <a:close/>
                </a:path>
              </a:pathLst>
            </a:custGeom>
            <a:solidFill>
              <a:srgbClr val="56A8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3"/>
            <p:cNvSpPr/>
            <p:nvPr/>
          </p:nvSpPr>
          <p:spPr>
            <a:xfrm>
              <a:off x="1176625" y="4520225"/>
              <a:ext cx="50900" cy="28850"/>
            </a:xfrm>
            <a:custGeom>
              <a:avLst/>
              <a:gdLst/>
              <a:ahLst/>
              <a:cxnLst/>
              <a:rect l="l" t="t" r="r" b="b"/>
              <a:pathLst>
                <a:path w="2036" h="1154" extrusionOk="0">
                  <a:moveTo>
                    <a:pt x="2010" y="0"/>
                  </a:moveTo>
                  <a:cubicBezTo>
                    <a:pt x="2008" y="0"/>
                    <a:pt x="2005" y="1"/>
                    <a:pt x="2003" y="2"/>
                  </a:cubicBezTo>
                  <a:cubicBezTo>
                    <a:pt x="1319" y="318"/>
                    <a:pt x="679" y="730"/>
                    <a:pt x="31" y="1098"/>
                  </a:cubicBezTo>
                  <a:cubicBezTo>
                    <a:pt x="0" y="1113"/>
                    <a:pt x="22" y="1154"/>
                    <a:pt x="46" y="1154"/>
                  </a:cubicBezTo>
                  <a:cubicBezTo>
                    <a:pt x="49" y="1154"/>
                    <a:pt x="53" y="1153"/>
                    <a:pt x="57" y="1150"/>
                  </a:cubicBezTo>
                  <a:cubicBezTo>
                    <a:pt x="714" y="782"/>
                    <a:pt x="1398" y="449"/>
                    <a:pt x="2020" y="37"/>
                  </a:cubicBezTo>
                  <a:cubicBezTo>
                    <a:pt x="2036" y="22"/>
                    <a:pt x="2025" y="0"/>
                    <a:pt x="2010" y="0"/>
                  </a:cubicBezTo>
                  <a:close/>
                </a:path>
              </a:pathLst>
            </a:custGeom>
            <a:solidFill>
              <a:srgbClr val="56A8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3"/>
            <p:cNvSpPr/>
            <p:nvPr/>
          </p:nvSpPr>
          <p:spPr>
            <a:xfrm>
              <a:off x="1186800" y="4537125"/>
              <a:ext cx="54800" cy="24625"/>
            </a:xfrm>
            <a:custGeom>
              <a:avLst/>
              <a:gdLst/>
              <a:ahLst/>
              <a:cxnLst/>
              <a:rect l="l" t="t" r="r" b="b"/>
              <a:pathLst>
                <a:path w="2192" h="985" extrusionOk="0">
                  <a:moveTo>
                    <a:pt x="2157" y="1"/>
                  </a:moveTo>
                  <a:cubicBezTo>
                    <a:pt x="1631" y="203"/>
                    <a:pt x="1114" y="422"/>
                    <a:pt x="605" y="676"/>
                  </a:cubicBezTo>
                  <a:cubicBezTo>
                    <a:pt x="579" y="693"/>
                    <a:pt x="0" y="921"/>
                    <a:pt x="202" y="983"/>
                  </a:cubicBezTo>
                  <a:cubicBezTo>
                    <a:pt x="205" y="984"/>
                    <a:pt x="207" y="985"/>
                    <a:pt x="209" y="985"/>
                  </a:cubicBezTo>
                  <a:cubicBezTo>
                    <a:pt x="222" y="985"/>
                    <a:pt x="226" y="964"/>
                    <a:pt x="211" y="956"/>
                  </a:cubicBezTo>
                  <a:cubicBezTo>
                    <a:pt x="220" y="956"/>
                    <a:pt x="614" y="764"/>
                    <a:pt x="649" y="746"/>
                  </a:cubicBezTo>
                  <a:lnTo>
                    <a:pt x="1166" y="518"/>
                  </a:lnTo>
                  <a:cubicBezTo>
                    <a:pt x="1499" y="369"/>
                    <a:pt x="1850" y="220"/>
                    <a:pt x="2174" y="36"/>
                  </a:cubicBezTo>
                  <a:cubicBezTo>
                    <a:pt x="2192" y="27"/>
                    <a:pt x="2183" y="1"/>
                    <a:pt x="2157" y="1"/>
                  </a:cubicBezTo>
                  <a:close/>
                </a:path>
              </a:pathLst>
            </a:custGeom>
            <a:solidFill>
              <a:srgbClr val="56A8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3"/>
            <p:cNvSpPr/>
            <p:nvPr/>
          </p:nvSpPr>
          <p:spPr>
            <a:xfrm>
              <a:off x="1367600" y="4985300"/>
              <a:ext cx="9725" cy="11400"/>
            </a:xfrm>
            <a:custGeom>
              <a:avLst/>
              <a:gdLst/>
              <a:ahLst/>
              <a:cxnLst/>
              <a:rect l="l" t="t" r="r" b="b"/>
              <a:pathLst>
                <a:path w="389" h="456" extrusionOk="0">
                  <a:moveTo>
                    <a:pt x="184" y="0"/>
                  </a:moveTo>
                  <a:cubicBezTo>
                    <a:pt x="114" y="9"/>
                    <a:pt x="9" y="44"/>
                    <a:pt x="0" y="114"/>
                  </a:cubicBezTo>
                  <a:cubicBezTo>
                    <a:pt x="0" y="140"/>
                    <a:pt x="9" y="175"/>
                    <a:pt x="27" y="202"/>
                  </a:cubicBezTo>
                  <a:cubicBezTo>
                    <a:pt x="88" y="316"/>
                    <a:pt x="79" y="412"/>
                    <a:pt x="114" y="438"/>
                  </a:cubicBezTo>
                  <a:cubicBezTo>
                    <a:pt x="130" y="450"/>
                    <a:pt x="142" y="455"/>
                    <a:pt x="159" y="455"/>
                  </a:cubicBezTo>
                  <a:cubicBezTo>
                    <a:pt x="179" y="455"/>
                    <a:pt x="206" y="448"/>
                    <a:pt x="253" y="439"/>
                  </a:cubicBezTo>
                  <a:lnTo>
                    <a:pt x="253" y="439"/>
                  </a:lnTo>
                  <a:cubicBezTo>
                    <a:pt x="250" y="440"/>
                    <a:pt x="247" y="441"/>
                    <a:pt x="247" y="441"/>
                  </a:cubicBezTo>
                  <a:cubicBezTo>
                    <a:pt x="247" y="441"/>
                    <a:pt x="250" y="440"/>
                    <a:pt x="255" y="438"/>
                  </a:cubicBezTo>
                  <a:lnTo>
                    <a:pt x="255" y="438"/>
                  </a:lnTo>
                  <a:cubicBezTo>
                    <a:pt x="254" y="439"/>
                    <a:pt x="254" y="439"/>
                    <a:pt x="253" y="439"/>
                  </a:cubicBezTo>
                  <a:lnTo>
                    <a:pt x="253" y="439"/>
                  </a:lnTo>
                  <a:cubicBezTo>
                    <a:pt x="264" y="435"/>
                    <a:pt x="288" y="426"/>
                    <a:pt x="298" y="421"/>
                  </a:cubicBezTo>
                  <a:cubicBezTo>
                    <a:pt x="311" y="427"/>
                    <a:pt x="323" y="433"/>
                    <a:pt x="332" y="433"/>
                  </a:cubicBezTo>
                  <a:cubicBezTo>
                    <a:pt x="336" y="433"/>
                    <a:pt x="340" y="432"/>
                    <a:pt x="342" y="430"/>
                  </a:cubicBezTo>
                  <a:cubicBezTo>
                    <a:pt x="386" y="412"/>
                    <a:pt x="360" y="368"/>
                    <a:pt x="342" y="333"/>
                  </a:cubicBezTo>
                  <a:cubicBezTo>
                    <a:pt x="300" y="122"/>
                    <a:pt x="388" y="8"/>
                    <a:pt x="245" y="8"/>
                  </a:cubicBezTo>
                  <a:cubicBezTo>
                    <a:pt x="240" y="8"/>
                    <a:pt x="234" y="9"/>
                    <a:pt x="228" y="9"/>
                  </a:cubicBezTo>
                  <a:lnTo>
                    <a:pt x="237" y="0"/>
                  </a:lnTo>
                  <a:close/>
                </a:path>
              </a:pathLst>
            </a:custGeom>
            <a:solidFill>
              <a:srgbClr val="EB9C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3"/>
            <p:cNvSpPr/>
            <p:nvPr/>
          </p:nvSpPr>
          <p:spPr>
            <a:xfrm>
              <a:off x="1318500" y="5015375"/>
              <a:ext cx="11000" cy="11975"/>
            </a:xfrm>
            <a:custGeom>
              <a:avLst/>
              <a:gdLst/>
              <a:ahLst/>
              <a:cxnLst/>
              <a:rect l="l" t="t" r="r" b="b"/>
              <a:pathLst>
                <a:path w="440" h="479" extrusionOk="0">
                  <a:moveTo>
                    <a:pt x="229" y="0"/>
                  </a:moveTo>
                  <a:cubicBezTo>
                    <a:pt x="220" y="0"/>
                    <a:pt x="211" y="2"/>
                    <a:pt x="202" y="7"/>
                  </a:cubicBezTo>
                  <a:cubicBezTo>
                    <a:pt x="123" y="7"/>
                    <a:pt x="18" y="24"/>
                    <a:pt x="1" y="95"/>
                  </a:cubicBezTo>
                  <a:cubicBezTo>
                    <a:pt x="1" y="130"/>
                    <a:pt x="10" y="165"/>
                    <a:pt x="27" y="191"/>
                  </a:cubicBezTo>
                  <a:cubicBezTo>
                    <a:pt x="80" y="322"/>
                    <a:pt x="53" y="428"/>
                    <a:pt x="88" y="454"/>
                  </a:cubicBezTo>
                  <a:cubicBezTo>
                    <a:pt x="106" y="471"/>
                    <a:pt x="119" y="478"/>
                    <a:pt x="141" y="478"/>
                  </a:cubicBezTo>
                  <a:cubicBezTo>
                    <a:pt x="163" y="478"/>
                    <a:pt x="194" y="471"/>
                    <a:pt x="246" y="463"/>
                  </a:cubicBezTo>
                  <a:lnTo>
                    <a:pt x="246" y="463"/>
                  </a:lnTo>
                  <a:cubicBezTo>
                    <a:pt x="236" y="465"/>
                    <a:pt x="234" y="466"/>
                    <a:pt x="237" y="466"/>
                  </a:cubicBezTo>
                  <a:cubicBezTo>
                    <a:pt x="243" y="466"/>
                    <a:pt x="278" y="460"/>
                    <a:pt x="290" y="454"/>
                  </a:cubicBezTo>
                  <a:cubicBezTo>
                    <a:pt x="296" y="460"/>
                    <a:pt x="307" y="466"/>
                    <a:pt x="319" y="466"/>
                  </a:cubicBezTo>
                  <a:cubicBezTo>
                    <a:pt x="324" y="466"/>
                    <a:pt x="329" y="465"/>
                    <a:pt x="334" y="463"/>
                  </a:cubicBezTo>
                  <a:cubicBezTo>
                    <a:pt x="386" y="445"/>
                    <a:pt x="360" y="401"/>
                    <a:pt x="351" y="357"/>
                  </a:cubicBezTo>
                  <a:cubicBezTo>
                    <a:pt x="316" y="121"/>
                    <a:pt x="439" y="7"/>
                    <a:pt x="255" y="7"/>
                  </a:cubicBezTo>
                  <a:cubicBezTo>
                    <a:pt x="246" y="2"/>
                    <a:pt x="237" y="0"/>
                    <a:pt x="229" y="0"/>
                  </a:cubicBezTo>
                  <a:close/>
                </a:path>
              </a:pathLst>
            </a:custGeom>
            <a:solidFill>
              <a:srgbClr val="EB9C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3"/>
            <p:cNvSpPr/>
            <p:nvPr/>
          </p:nvSpPr>
          <p:spPr>
            <a:xfrm>
              <a:off x="1326825" y="4889700"/>
              <a:ext cx="50225" cy="102700"/>
            </a:xfrm>
            <a:custGeom>
              <a:avLst/>
              <a:gdLst/>
              <a:ahLst/>
              <a:cxnLst/>
              <a:rect l="l" t="t" r="r" b="b"/>
              <a:pathLst>
                <a:path w="2009" h="4108" extrusionOk="0">
                  <a:moveTo>
                    <a:pt x="1226" y="0"/>
                  </a:moveTo>
                  <a:cubicBezTo>
                    <a:pt x="1142" y="0"/>
                    <a:pt x="957" y="125"/>
                    <a:pt x="921" y="125"/>
                  </a:cubicBezTo>
                  <a:lnTo>
                    <a:pt x="921" y="134"/>
                  </a:lnTo>
                  <a:cubicBezTo>
                    <a:pt x="904" y="134"/>
                    <a:pt x="877" y="143"/>
                    <a:pt x="851" y="143"/>
                  </a:cubicBezTo>
                  <a:cubicBezTo>
                    <a:pt x="527" y="221"/>
                    <a:pt x="395" y="265"/>
                    <a:pt x="106" y="633"/>
                  </a:cubicBezTo>
                  <a:cubicBezTo>
                    <a:pt x="45" y="721"/>
                    <a:pt x="1" y="826"/>
                    <a:pt x="1" y="940"/>
                  </a:cubicBezTo>
                  <a:cubicBezTo>
                    <a:pt x="1" y="940"/>
                    <a:pt x="71" y="1431"/>
                    <a:pt x="71" y="1431"/>
                  </a:cubicBezTo>
                  <a:cubicBezTo>
                    <a:pt x="273" y="2457"/>
                    <a:pt x="159" y="2053"/>
                    <a:pt x="474" y="2641"/>
                  </a:cubicBezTo>
                  <a:cubicBezTo>
                    <a:pt x="737" y="3123"/>
                    <a:pt x="1526" y="3982"/>
                    <a:pt x="1570" y="4035"/>
                  </a:cubicBezTo>
                  <a:cubicBezTo>
                    <a:pt x="1617" y="4091"/>
                    <a:pt x="1649" y="4107"/>
                    <a:pt x="1678" y="4107"/>
                  </a:cubicBezTo>
                  <a:cubicBezTo>
                    <a:pt x="1703" y="4107"/>
                    <a:pt x="1726" y="4095"/>
                    <a:pt x="1754" y="4087"/>
                  </a:cubicBezTo>
                  <a:cubicBezTo>
                    <a:pt x="1807" y="4070"/>
                    <a:pt x="1859" y="4052"/>
                    <a:pt x="1912" y="4026"/>
                  </a:cubicBezTo>
                  <a:cubicBezTo>
                    <a:pt x="2008" y="3964"/>
                    <a:pt x="1964" y="3921"/>
                    <a:pt x="1938" y="3763"/>
                  </a:cubicBezTo>
                  <a:cubicBezTo>
                    <a:pt x="1903" y="3517"/>
                    <a:pt x="1719" y="3272"/>
                    <a:pt x="1605" y="2913"/>
                  </a:cubicBezTo>
                  <a:cubicBezTo>
                    <a:pt x="1570" y="2772"/>
                    <a:pt x="1509" y="2650"/>
                    <a:pt x="1430" y="2536"/>
                  </a:cubicBezTo>
                  <a:cubicBezTo>
                    <a:pt x="1070" y="2027"/>
                    <a:pt x="983" y="2325"/>
                    <a:pt x="1149" y="1308"/>
                  </a:cubicBezTo>
                  <a:cubicBezTo>
                    <a:pt x="1184" y="1116"/>
                    <a:pt x="1535" y="458"/>
                    <a:pt x="1263" y="20"/>
                  </a:cubicBezTo>
                  <a:cubicBezTo>
                    <a:pt x="1257" y="6"/>
                    <a:pt x="1244" y="0"/>
                    <a:pt x="12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3"/>
            <p:cNvSpPr/>
            <p:nvPr/>
          </p:nvSpPr>
          <p:spPr>
            <a:xfrm>
              <a:off x="1304475" y="4884925"/>
              <a:ext cx="57000" cy="138175"/>
            </a:xfrm>
            <a:custGeom>
              <a:avLst/>
              <a:gdLst/>
              <a:ahLst/>
              <a:cxnLst/>
              <a:rect l="l" t="t" r="r" b="b"/>
              <a:pathLst>
                <a:path w="2280" h="5527" extrusionOk="0">
                  <a:moveTo>
                    <a:pt x="2078" y="0"/>
                  </a:moveTo>
                  <a:lnTo>
                    <a:pt x="2061" y="9"/>
                  </a:lnTo>
                  <a:cubicBezTo>
                    <a:pt x="2061" y="9"/>
                    <a:pt x="2034" y="18"/>
                    <a:pt x="1973" y="44"/>
                  </a:cubicBezTo>
                  <a:cubicBezTo>
                    <a:pt x="1947" y="53"/>
                    <a:pt x="1359" y="158"/>
                    <a:pt x="1342" y="158"/>
                  </a:cubicBezTo>
                  <a:cubicBezTo>
                    <a:pt x="1193" y="176"/>
                    <a:pt x="1044" y="193"/>
                    <a:pt x="895" y="237"/>
                  </a:cubicBezTo>
                  <a:cubicBezTo>
                    <a:pt x="606" y="307"/>
                    <a:pt x="623" y="263"/>
                    <a:pt x="404" y="973"/>
                  </a:cubicBezTo>
                  <a:cubicBezTo>
                    <a:pt x="325" y="1245"/>
                    <a:pt x="343" y="1140"/>
                    <a:pt x="246" y="1464"/>
                  </a:cubicBezTo>
                  <a:cubicBezTo>
                    <a:pt x="237" y="1491"/>
                    <a:pt x="1" y="2350"/>
                    <a:pt x="1" y="2639"/>
                  </a:cubicBezTo>
                  <a:cubicBezTo>
                    <a:pt x="1" y="2990"/>
                    <a:pt x="62" y="3007"/>
                    <a:pt x="106" y="3428"/>
                  </a:cubicBezTo>
                  <a:cubicBezTo>
                    <a:pt x="115" y="3533"/>
                    <a:pt x="220" y="4383"/>
                    <a:pt x="316" y="4787"/>
                  </a:cubicBezTo>
                  <a:cubicBezTo>
                    <a:pt x="360" y="4997"/>
                    <a:pt x="430" y="5207"/>
                    <a:pt x="535" y="5400"/>
                  </a:cubicBezTo>
                  <a:cubicBezTo>
                    <a:pt x="590" y="5516"/>
                    <a:pt x="630" y="5523"/>
                    <a:pt x="669" y="5523"/>
                  </a:cubicBezTo>
                  <a:cubicBezTo>
                    <a:pt x="674" y="5523"/>
                    <a:pt x="679" y="5523"/>
                    <a:pt x="684" y="5523"/>
                  </a:cubicBezTo>
                  <a:cubicBezTo>
                    <a:pt x="709" y="5525"/>
                    <a:pt x="734" y="5526"/>
                    <a:pt x="758" y="5526"/>
                  </a:cubicBezTo>
                  <a:cubicBezTo>
                    <a:pt x="835" y="5526"/>
                    <a:pt x="909" y="5515"/>
                    <a:pt x="983" y="5488"/>
                  </a:cubicBezTo>
                  <a:cubicBezTo>
                    <a:pt x="1096" y="5426"/>
                    <a:pt x="1044" y="4830"/>
                    <a:pt x="1070" y="4366"/>
                  </a:cubicBezTo>
                  <a:cubicBezTo>
                    <a:pt x="1123" y="3235"/>
                    <a:pt x="1053" y="3559"/>
                    <a:pt x="965" y="2981"/>
                  </a:cubicBezTo>
                  <a:cubicBezTo>
                    <a:pt x="877" y="2437"/>
                    <a:pt x="1000" y="2218"/>
                    <a:pt x="1359" y="1868"/>
                  </a:cubicBezTo>
                  <a:cubicBezTo>
                    <a:pt x="1483" y="1744"/>
                    <a:pt x="1579" y="1614"/>
                    <a:pt x="1583" y="1614"/>
                  </a:cubicBezTo>
                  <a:cubicBezTo>
                    <a:pt x="1583" y="1614"/>
                    <a:pt x="1582" y="1617"/>
                    <a:pt x="1579" y="1622"/>
                  </a:cubicBezTo>
                  <a:lnTo>
                    <a:pt x="1587" y="1613"/>
                  </a:lnTo>
                  <a:cubicBezTo>
                    <a:pt x="1587" y="1613"/>
                    <a:pt x="1754" y="1403"/>
                    <a:pt x="1780" y="1368"/>
                  </a:cubicBezTo>
                  <a:cubicBezTo>
                    <a:pt x="1824" y="1298"/>
                    <a:pt x="1877" y="1228"/>
                    <a:pt x="1912" y="1149"/>
                  </a:cubicBezTo>
                  <a:cubicBezTo>
                    <a:pt x="2061" y="903"/>
                    <a:pt x="2280" y="544"/>
                    <a:pt x="2166" y="88"/>
                  </a:cubicBezTo>
                  <a:cubicBezTo>
                    <a:pt x="2175" y="44"/>
                    <a:pt x="2140" y="0"/>
                    <a:pt x="20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3"/>
            <p:cNvSpPr/>
            <p:nvPr/>
          </p:nvSpPr>
          <p:spPr>
            <a:xfrm>
              <a:off x="1331875" y="4806475"/>
              <a:ext cx="20850" cy="27400"/>
            </a:xfrm>
            <a:custGeom>
              <a:avLst/>
              <a:gdLst/>
              <a:ahLst/>
              <a:cxnLst/>
              <a:rect l="l" t="t" r="r" b="b"/>
              <a:pathLst>
                <a:path w="834" h="1096" extrusionOk="0">
                  <a:moveTo>
                    <a:pt x="711" y="0"/>
                  </a:moveTo>
                  <a:cubicBezTo>
                    <a:pt x="667" y="18"/>
                    <a:pt x="623" y="35"/>
                    <a:pt x="570" y="44"/>
                  </a:cubicBezTo>
                  <a:cubicBezTo>
                    <a:pt x="535" y="53"/>
                    <a:pt x="491" y="62"/>
                    <a:pt x="465" y="79"/>
                  </a:cubicBezTo>
                  <a:cubicBezTo>
                    <a:pt x="246" y="158"/>
                    <a:pt x="228" y="193"/>
                    <a:pt x="176" y="272"/>
                  </a:cubicBezTo>
                  <a:cubicBezTo>
                    <a:pt x="165" y="266"/>
                    <a:pt x="153" y="262"/>
                    <a:pt x="141" y="262"/>
                  </a:cubicBezTo>
                  <a:cubicBezTo>
                    <a:pt x="103" y="262"/>
                    <a:pt x="66" y="293"/>
                    <a:pt x="79" y="360"/>
                  </a:cubicBezTo>
                  <a:cubicBezTo>
                    <a:pt x="106" y="430"/>
                    <a:pt x="106" y="509"/>
                    <a:pt x="97" y="579"/>
                  </a:cubicBezTo>
                  <a:cubicBezTo>
                    <a:pt x="88" y="684"/>
                    <a:pt x="62" y="789"/>
                    <a:pt x="27" y="894"/>
                  </a:cubicBezTo>
                  <a:cubicBezTo>
                    <a:pt x="0" y="982"/>
                    <a:pt x="53" y="1026"/>
                    <a:pt x="150" y="1043"/>
                  </a:cubicBezTo>
                  <a:cubicBezTo>
                    <a:pt x="237" y="1078"/>
                    <a:pt x="325" y="1096"/>
                    <a:pt x="421" y="1096"/>
                  </a:cubicBezTo>
                  <a:cubicBezTo>
                    <a:pt x="456" y="1096"/>
                    <a:pt x="500" y="1096"/>
                    <a:pt x="544" y="1087"/>
                  </a:cubicBezTo>
                  <a:cubicBezTo>
                    <a:pt x="552" y="1091"/>
                    <a:pt x="561" y="1094"/>
                    <a:pt x="569" y="1094"/>
                  </a:cubicBezTo>
                  <a:cubicBezTo>
                    <a:pt x="595" y="1094"/>
                    <a:pt x="616" y="1072"/>
                    <a:pt x="623" y="1026"/>
                  </a:cubicBezTo>
                  <a:cubicBezTo>
                    <a:pt x="640" y="903"/>
                    <a:pt x="474" y="640"/>
                    <a:pt x="781" y="140"/>
                  </a:cubicBezTo>
                  <a:cubicBezTo>
                    <a:pt x="833" y="44"/>
                    <a:pt x="772" y="0"/>
                    <a:pt x="728" y="0"/>
                  </a:cubicBezTo>
                  <a:close/>
                </a:path>
              </a:pathLst>
            </a:custGeom>
            <a:solidFill>
              <a:srgbClr val="D081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3"/>
            <p:cNvSpPr/>
            <p:nvPr/>
          </p:nvSpPr>
          <p:spPr>
            <a:xfrm>
              <a:off x="1327500" y="4792575"/>
              <a:ext cx="28950" cy="28650"/>
            </a:xfrm>
            <a:custGeom>
              <a:avLst/>
              <a:gdLst/>
              <a:ahLst/>
              <a:cxnLst/>
              <a:rect l="l" t="t" r="r" b="b"/>
              <a:pathLst>
                <a:path w="1158" h="1146" extrusionOk="0">
                  <a:moveTo>
                    <a:pt x="721" y="0"/>
                  </a:moveTo>
                  <a:cubicBezTo>
                    <a:pt x="625" y="0"/>
                    <a:pt x="533" y="42"/>
                    <a:pt x="474" y="109"/>
                  </a:cubicBezTo>
                  <a:cubicBezTo>
                    <a:pt x="368" y="206"/>
                    <a:pt x="307" y="258"/>
                    <a:pt x="184" y="530"/>
                  </a:cubicBezTo>
                  <a:cubicBezTo>
                    <a:pt x="123" y="653"/>
                    <a:pt x="0" y="977"/>
                    <a:pt x="97" y="1082"/>
                  </a:cubicBezTo>
                  <a:cubicBezTo>
                    <a:pt x="132" y="1108"/>
                    <a:pt x="167" y="1135"/>
                    <a:pt x="219" y="1144"/>
                  </a:cubicBezTo>
                  <a:cubicBezTo>
                    <a:pt x="228" y="1145"/>
                    <a:pt x="237" y="1145"/>
                    <a:pt x="247" y="1145"/>
                  </a:cubicBezTo>
                  <a:cubicBezTo>
                    <a:pt x="370" y="1145"/>
                    <a:pt x="584" y="1053"/>
                    <a:pt x="649" y="1021"/>
                  </a:cubicBezTo>
                  <a:cubicBezTo>
                    <a:pt x="772" y="951"/>
                    <a:pt x="877" y="863"/>
                    <a:pt x="964" y="758"/>
                  </a:cubicBezTo>
                  <a:cubicBezTo>
                    <a:pt x="1105" y="609"/>
                    <a:pt x="1157" y="521"/>
                    <a:pt x="1078" y="320"/>
                  </a:cubicBezTo>
                  <a:cubicBezTo>
                    <a:pt x="1070" y="284"/>
                    <a:pt x="1061" y="258"/>
                    <a:pt x="1052" y="232"/>
                  </a:cubicBezTo>
                  <a:cubicBezTo>
                    <a:pt x="1026" y="197"/>
                    <a:pt x="999" y="162"/>
                    <a:pt x="964" y="127"/>
                  </a:cubicBezTo>
                  <a:cubicBezTo>
                    <a:pt x="921" y="57"/>
                    <a:pt x="850" y="13"/>
                    <a:pt x="772" y="13"/>
                  </a:cubicBezTo>
                  <a:lnTo>
                    <a:pt x="772" y="4"/>
                  </a:lnTo>
                  <a:cubicBezTo>
                    <a:pt x="755" y="1"/>
                    <a:pt x="738" y="0"/>
                    <a:pt x="721" y="0"/>
                  </a:cubicBezTo>
                  <a:close/>
                </a:path>
              </a:pathLst>
            </a:custGeom>
            <a:solidFill>
              <a:srgbClr val="EB9C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3"/>
            <p:cNvSpPr/>
            <p:nvPr/>
          </p:nvSpPr>
          <p:spPr>
            <a:xfrm>
              <a:off x="1339775" y="4787175"/>
              <a:ext cx="25000" cy="35750"/>
            </a:xfrm>
            <a:custGeom>
              <a:avLst/>
              <a:gdLst/>
              <a:ahLst/>
              <a:cxnLst/>
              <a:rect l="l" t="t" r="r" b="b"/>
              <a:pathLst>
                <a:path w="1000" h="1430" extrusionOk="0">
                  <a:moveTo>
                    <a:pt x="324" y="1"/>
                  </a:moveTo>
                  <a:cubicBezTo>
                    <a:pt x="298" y="1"/>
                    <a:pt x="272" y="10"/>
                    <a:pt x="237" y="18"/>
                  </a:cubicBezTo>
                  <a:cubicBezTo>
                    <a:pt x="35" y="124"/>
                    <a:pt x="44" y="290"/>
                    <a:pt x="123" y="509"/>
                  </a:cubicBezTo>
                  <a:cubicBezTo>
                    <a:pt x="175" y="676"/>
                    <a:pt x="228" y="685"/>
                    <a:pt x="210" y="834"/>
                  </a:cubicBezTo>
                  <a:cubicBezTo>
                    <a:pt x="193" y="965"/>
                    <a:pt x="44" y="1009"/>
                    <a:pt x="26" y="1202"/>
                  </a:cubicBezTo>
                  <a:cubicBezTo>
                    <a:pt x="0" y="1368"/>
                    <a:pt x="96" y="1430"/>
                    <a:pt x="263" y="1430"/>
                  </a:cubicBezTo>
                  <a:cubicBezTo>
                    <a:pt x="675" y="1421"/>
                    <a:pt x="999" y="912"/>
                    <a:pt x="885" y="518"/>
                  </a:cubicBezTo>
                  <a:cubicBezTo>
                    <a:pt x="859" y="422"/>
                    <a:pt x="807" y="334"/>
                    <a:pt x="736" y="273"/>
                  </a:cubicBezTo>
                  <a:lnTo>
                    <a:pt x="736" y="273"/>
                  </a:lnTo>
                  <a:lnTo>
                    <a:pt x="754" y="281"/>
                  </a:lnTo>
                  <a:cubicBezTo>
                    <a:pt x="657" y="202"/>
                    <a:pt x="561" y="124"/>
                    <a:pt x="456" y="62"/>
                  </a:cubicBezTo>
                  <a:cubicBezTo>
                    <a:pt x="447" y="45"/>
                    <a:pt x="430" y="27"/>
                    <a:pt x="412" y="18"/>
                  </a:cubicBezTo>
                  <a:cubicBezTo>
                    <a:pt x="386" y="10"/>
                    <a:pt x="359" y="10"/>
                    <a:pt x="324" y="10"/>
                  </a:cubicBezTo>
                  <a:lnTo>
                    <a:pt x="3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3"/>
            <p:cNvSpPr/>
            <p:nvPr/>
          </p:nvSpPr>
          <p:spPr>
            <a:xfrm>
              <a:off x="1337575" y="4806900"/>
              <a:ext cx="10550" cy="6725"/>
            </a:xfrm>
            <a:custGeom>
              <a:avLst/>
              <a:gdLst/>
              <a:ahLst/>
              <a:cxnLst/>
              <a:rect l="l" t="t" r="r" b="b"/>
              <a:pathLst>
                <a:path w="422" h="269" extrusionOk="0">
                  <a:moveTo>
                    <a:pt x="290" y="1"/>
                  </a:moveTo>
                  <a:cubicBezTo>
                    <a:pt x="263" y="1"/>
                    <a:pt x="228" y="1"/>
                    <a:pt x="193" y="18"/>
                  </a:cubicBezTo>
                  <a:cubicBezTo>
                    <a:pt x="167" y="27"/>
                    <a:pt x="132" y="45"/>
                    <a:pt x="123" y="62"/>
                  </a:cubicBezTo>
                  <a:cubicBezTo>
                    <a:pt x="114" y="88"/>
                    <a:pt x="141" y="88"/>
                    <a:pt x="106" y="106"/>
                  </a:cubicBezTo>
                  <a:cubicBezTo>
                    <a:pt x="18" y="106"/>
                    <a:pt x="0" y="237"/>
                    <a:pt x="88" y="264"/>
                  </a:cubicBezTo>
                  <a:cubicBezTo>
                    <a:pt x="106" y="267"/>
                    <a:pt x="124" y="268"/>
                    <a:pt x="142" y="268"/>
                  </a:cubicBezTo>
                  <a:cubicBezTo>
                    <a:pt x="231" y="268"/>
                    <a:pt x="321" y="233"/>
                    <a:pt x="386" y="167"/>
                  </a:cubicBezTo>
                  <a:cubicBezTo>
                    <a:pt x="421" y="123"/>
                    <a:pt x="412" y="62"/>
                    <a:pt x="369" y="27"/>
                  </a:cubicBezTo>
                  <a:cubicBezTo>
                    <a:pt x="351" y="10"/>
                    <a:pt x="325" y="1"/>
                    <a:pt x="290" y="1"/>
                  </a:cubicBezTo>
                  <a:close/>
                </a:path>
              </a:pathLst>
            </a:custGeom>
            <a:solidFill>
              <a:srgbClr val="EB9C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3"/>
            <p:cNvSpPr/>
            <p:nvPr/>
          </p:nvSpPr>
          <p:spPr>
            <a:xfrm>
              <a:off x="1304250" y="5024700"/>
              <a:ext cx="25675" cy="11950"/>
            </a:xfrm>
            <a:custGeom>
              <a:avLst/>
              <a:gdLst/>
              <a:ahLst/>
              <a:cxnLst/>
              <a:rect l="l" t="t" r="r" b="b"/>
              <a:pathLst>
                <a:path w="1027" h="478" extrusionOk="0">
                  <a:moveTo>
                    <a:pt x="625" y="0"/>
                  </a:moveTo>
                  <a:cubicBezTo>
                    <a:pt x="559" y="0"/>
                    <a:pt x="481" y="28"/>
                    <a:pt x="299" y="134"/>
                  </a:cubicBezTo>
                  <a:cubicBezTo>
                    <a:pt x="238" y="177"/>
                    <a:pt x="176" y="212"/>
                    <a:pt x="115" y="230"/>
                  </a:cubicBezTo>
                  <a:cubicBezTo>
                    <a:pt x="97" y="239"/>
                    <a:pt x="71" y="239"/>
                    <a:pt x="54" y="247"/>
                  </a:cubicBezTo>
                  <a:cubicBezTo>
                    <a:pt x="10" y="283"/>
                    <a:pt x="1" y="344"/>
                    <a:pt x="45" y="388"/>
                  </a:cubicBezTo>
                  <a:cubicBezTo>
                    <a:pt x="97" y="458"/>
                    <a:pt x="229" y="458"/>
                    <a:pt x="413" y="475"/>
                  </a:cubicBezTo>
                  <a:cubicBezTo>
                    <a:pt x="441" y="477"/>
                    <a:pt x="470" y="478"/>
                    <a:pt x="498" y="478"/>
                  </a:cubicBezTo>
                  <a:cubicBezTo>
                    <a:pt x="642" y="478"/>
                    <a:pt x="782" y="458"/>
                    <a:pt x="921" y="414"/>
                  </a:cubicBezTo>
                  <a:cubicBezTo>
                    <a:pt x="983" y="370"/>
                    <a:pt x="1027" y="291"/>
                    <a:pt x="1018" y="221"/>
                  </a:cubicBezTo>
                  <a:cubicBezTo>
                    <a:pt x="1018" y="134"/>
                    <a:pt x="992" y="37"/>
                    <a:pt x="913" y="11"/>
                  </a:cubicBezTo>
                  <a:cubicBezTo>
                    <a:pt x="903" y="3"/>
                    <a:pt x="888" y="1"/>
                    <a:pt x="871" y="1"/>
                  </a:cubicBezTo>
                  <a:cubicBezTo>
                    <a:pt x="835" y="1"/>
                    <a:pt x="789" y="12"/>
                    <a:pt x="761" y="12"/>
                  </a:cubicBezTo>
                  <a:cubicBezTo>
                    <a:pt x="755" y="12"/>
                    <a:pt x="750" y="12"/>
                    <a:pt x="746" y="11"/>
                  </a:cubicBezTo>
                  <a:lnTo>
                    <a:pt x="746" y="20"/>
                  </a:lnTo>
                  <a:cubicBezTo>
                    <a:pt x="698" y="10"/>
                    <a:pt x="663" y="0"/>
                    <a:pt x="6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3"/>
            <p:cNvSpPr/>
            <p:nvPr/>
          </p:nvSpPr>
          <p:spPr>
            <a:xfrm>
              <a:off x="1254300" y="4788725"/>
              <a:ext cx="42325" cy="47000"/>
            </a:xfrm>
            <a:custGeom>
              <a:avLst/>
              <a:gdLst/>
              <a:ahLst/>
              <a:cxnLst/>
              <a:rect l="l" t="t" r="r" b="b"/>
              <a:pathLst>
                <a:path w="1693" h="1880" extrusionOk="0">
                  <a:moveTo>
                    <a:pt x="35" y="0"/>
                  </a:moveTo>
                  <a:cubicBezTo>
                    <a:pt x="18" y="18"/>
                    <a:pt x="9" y="26"/>
                    <a:pt x="9" y="44"/>
                  </a:cubicBezTo>
                  <a:cubicBezTo>
                    <a:pt x="0" y="132"/>
                    <a:pt x="9" y="228"/>
                    <a:pt x="27" y="307"/>
                  </a:cubicBezTo>
                  <a:cubicBezTo>
                    <a:pt x="35" y="351"/>
                    <a:pt x="53" y="395"/>
                    <a:pt x="79" y="430"/>
                  </a:cubicBezTo>
                  <a:cubicBezTo>
                    <a:pt x="106" y="465"/>
                    <a:pt x="141" y="491"/>
                    <a:pt x="184" y="509"/>
                  </a:cubicBezTo>
                  <a:cubicBezTo>
                    <a:pt x="298" y="579"/>
                    <a:pt x="447" y="614"/>
                    <a:pt x="518" y="710"/>
                  </a:cubicBezTo>
                  <a:cubicBezTo>
                    <a:pt x="570" y="763"/>
                    <a:pt x="605" y="815"/>
                    <a:pt x="640" y="877"/>
                  </a:cubicBezTo>
                  <a:lnTo>
                    <a:pt x="877" y="1298"/>
                  </a:lnTo>
                  <a:cubicBezTo>
                    <a:pt x="965" y="1455"/>
                    <a:pt x="1184" y="1832"/>
                    <a:pt x="1385" y="1867"/>
                  </a:cubicBezTo>
                  <a:cubicBezTo>
                    <a:pt x="1410" y="1875"/>
                    <a:pt x="1434" y="1879"/>
                    <a:pt x="1458" y="1879"/>
                  </a:cubicBezTo>
                  <a:cubicBezTo>
                    <a:pt x="1536" y="1879"/>
                    <a:pt x="1606" y="1836"/>
                    <a:pt x="1640" y="1762"/>
                  </a:cubicBezTo>
                  <a:cubicBezTo>
                    <a:pt x="1692" y="1648"/>
                    <a:pt x="1640" y="1552"/>
                    <a:pt x="1578" y="1447"/>
                  </a:cubicBezTo>
                  <a:cubicBezTo>
                    <a:pt x="1456" y="1254"/>
                    <a:pt x="1306" y="1087"/>
                    <a:pt x="1140" y="938"/>
                  </a:cubicBezTo>
                  <a:cubicBezTo>
                    <a:pt x="1122" y="921"/>
                    <a:pt x="1105" y="912"/>
                    <a:pt x="1087" y="894"/>
                  </a:cubicBezTo>
                  <a:cubicBezTo>
                    <a:pt x="947" y="772"/>
                    <a:pt x="816" y="640"/>
                    <a:pt x="702" y="491"/>
                  </a:cubicBezTo>
                  <a:cubicBezTo>
                    <a:pt x="658" y="421"/>
                    <a:pt x="614" y="342"/>
                    <a:pt x="561" y="281"/>
                  </a:cubicBezTo>
                  <a:cubicBezTo>
                    <a:pt x="509" y="211"/>
                    <a:pt x="439" y="167"/>
                    <a:pt x="360" y="140"/>
                  </a:cubicBezTo>
                  <a:lnTo>
                    <a:pt x="360" y="140"/>
                  </a:lnTo>
                  <a:cubicBezTo>
                    <a:pt x="386" y="228"/>
                    <a:pt x="439" y="307"/>
                    <a:pt x="509" y="360"/>
                  </a:cubicBezTo>
                  <a:cubicBezTo>
                    <a:pt x="342" y="254"/>
                    <a:pt x="184" y="132"/>
                    <a:pt x="35" y="0"/>
                  </a:cubicBezTo>
                  <a:close/>
                </a:path>
              </a:pathLst>
            </a:custGeom>
            <a:solidFill>
              <a:srgbClr val="EB9C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3"/>
            <p:cNvSpPr/>
            <p:nvPr/>
          </p:nvSpPr>
          <p:spPr>
            <a:xfrm>
              <a:off x="1286075" y="4825525"/>
              <a:ext cx="58975" cy="21100"/>
            </a:xfrm>
            <a:custGeom>
              <a:avLst/>
              <a:gdLst/>
              <a:ahLst/>
              <a:cxnLst/>
              <a:rect l="l" t="t" r="r" b="b"/>
              <a:pathLst>
                <a:path w="2359" h="844" extrusionOk="0">
                  <a:moveTo>
                    <a:pt x="342" y="1"/>
                  </a:moveTo>
                  <a:cubicBezTo>
                    <a:pt x="272" y="1"/>
                    <a:pt x="211" y="10"/>
                    <a:pt x="149" y="36"/>
                  </a:cubicBezTo>
                  <a:cubicBezTo>
                    <a:pt x="79" y="62"/>
                    <a:pt x="27" y="115"/>
                    <a:pt x="9" y="185"/>
                  </a:cubicBezTo>
                  <a:cubicBezTo>
                    <a:pt x="0" y="238"/>
                    <a:pt x="18" y="299"/>
                    <a:pt x="62" y="343"/>
                  </a:cubicBezTo>
                  <a:cubicBezTo>
                    <a:pt x="62" y="351"/>
                    <a:pt x="71" y="360"/>
                    <a:pt x="79" y="369"/>
                  </a:cubicBezTo>
                  <a:cubicBezTo>
                    <a:pt x="123" y="404"/>
                    <a:pt x="176" y="439"/>
                    <a:pt x="237" y="457"/>
                  </a:cubicBezTo>
                  <a:cubicBezTo>
                    <a:pt x="588" y="597"/>
                    <a:pt x="947" y="702"/>
                    <a:pt x="1315" y="772"/>
                  </a:cubicBezTo>
                  <a:cubicBezTo>
                    <a:pt x="1482" y="807"/>
                    <a:pt x="1657" y="825"/>
                    <a:pt x="1824" y="834"/>
                  </a:cubicBezTo>
                  <a:cubicBezTo>
                    <a:pt x="1858" y="840"/>
                    <a:pt x="1892" y="844"/>
                    <a:pt x="1927" y="844"/>
                  </a:cubicBezTo>
                  <a:cubicBezTo>
                    <a:pt x="2023" y="844"/>
                    <a:pt x="2119" y="818"/>
                    <a:pt x="2209" y="772"/>
                  </a:cubicBezTo>
                  <a:cubicBezTo>
                    <a:pt x="2280" y="728"/>
                    <a:pt x="2341" y="658"/>
                    <a:pt x="2358" y="571"/>
                  </a:cubicBezTo>
                  <a:cubicBezTo>
                    <a:pt x="2358" y="501"/>
                    <a:pt x="2315" y="430"/>
                    <a:pt x="2253" y="395"/>
                  </a:cubicBezTo>
                  <a:cubicBezTo>
                    <a:pt x="2201" y="360"/>
                    <a:pt x="2139" y="343"/>
                    <a:pt x="2087" y="325"/>
                  </a:cubicBezTo>
                  <a:cubicBezTo>
                    <a:pt x="1517" y="132"/>
                    <a:pt x="930" y="27"/>
                    <a:pt x="342" y="1"/>
                  </a:cubicBezTo>
                  <a:close/>
                </a:path>
              </a:pathLst>
            </a:custGeom>
            <a:solidFill>
              <a:srgbClr val="EB9C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3"/>
            <p:cNvSpPr/>
            <p:nvPr/>
          </p:nvSpPr>
          <p:spPr>
            <a:xfrm>
              <a:off x="1356650" y="4992800"/>
              <a:ext cx="23675" cy="14100"/>
            </a:xfrm>
            <a:custGeom>
              <a:avLst/>
              <a:gdLst/>
              <a:ahLst/>
              <a:cxnLst/>
              <a:rect l="l" t="t" r="r" b="b"/>
              <a:pathLst>
                <a:path w="947" h="564" extrusionOk="0">
                  <a:moveTo>
                    <a:pt x="758" y="0"/>
                  </a:moveTo>
                  <a:cubicBezTo>
                    <a:pt x="719" y="0"/>
                    <a:pt x="660" y="42"/>
                    <a:pt x="631" y="42"/>
                  </a:cubicBezTo>
                  <a:cubicBezTo>
                    <a:pt x="614" y="42"/>
                    <a:pt x="599" y="42"/>
                    <a:pt x="585" y="42"/>
                  </a:cubicBezTo>
                  <a:cubicBezTo>
                    <a:pt x="495" y="42"/>
                    <a:pt x="441" y="55"/>
                    <a:pt x="237" y="244"/>
                  </a:cubicBezTo>
                  <a:cubicBezTo>
                    <a:pt x="193" y="296"/>
                    <a:pt x="149" y="340"/>
                    <a:pt x="88" y="375"/>
                  </a:cubicBezTo>
                  <a:cubicBezTo>
                    <a:pt x="70" y="384"/>
                    <a:pt x="53" y="393"/>
                    <a:pt x="44" y="401"/>
                  </a:cubicBezTo>
                  <a:cubicBezTo>
                    <a:pt x="0" y="436"/>
                    <a:pt x="9" y="507"/>
                    <a:pt x="61" y="533"/>
                  </a:cubicBezTo>
                  <a:cubicBezTo>
                    <a:pt x="87" y="555"/>
                    <a:pt x="124" y="563"/>
                    <a:pt x="171" y="563"/>
                  </a:cubicBezTo>
                  <a:cubicBezTo>
                    <a:pt x="236" y="563"/>
                    <a:pt x="320" y="548"/>
                    <a:pt x="421" y="533"/>
                  </a:cubicBezTo>
                  <a:cubicBezTo>
                    <a:pt x="579" y="507"/>
                    <a:pt x="736" y="454"/>
                    <a:pt x="877" y="366"/>
                  </a:cubicBezTo>
                  <a:cubicBezTo>
                    <a:pt x="929" y="323"/>
                    <a:pt x="947" y="244"/>
                    <a:pt x="920" y="174"/>
                  </a:cubicBezTo>
                  <a:cubicBezTo>
                    <a:pt x="903" y="95"/>
                    <a:pt x="859" y="7"/>
                    <a:pt x="780" y="7"/>
                  </a:cubicBezTo>
                  <a:cubicBezTo>
                    <a:pt x="774" y="2"/>
                    <a:pt x="766" y="0"/>
                    <a:pt x="7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3"/>
            <p:cNvSpPr/>
            <p:nvPr/>
          </p:nvSpPr>
          <p:spPr>
            <a:xfrm>
              <a:off x="1301200" y="4823125"/>
              <a:ext cx="61825" cy="76850"/>
            </a:xfrm>
            <a:custGeom>
              <a:avLst/>
              <a:gdLst/>
              <a:ahLst/>
              <a:cxnLst/>
              <a:rect l="l" t="t" r="r" b="b"/>
              <a:pathLst>
                <a:path w="2473" h="3074" extrusionOk="0">
                  <a:moveTo>
                    <a:pt x="395" y="0"/>
                  </a:moveTo>
                  <a:cubicBezTo>
                    <a:pt x="298" y="0"/>
                    <a:pt x="316" y="97"/>
                    <a:pt x="272" y="185"/>
                  </a:cubicBezTo>
                  <a:cubicBezTo>
                    <a:pt x="88" y="605"/>
                    <a:pt x="158" y="526"/>
                    <a:pt x="62" y="693"/>
                  </a:cubicBezTo>
                  <a:cubicBezTo>
                    <a:pt x="9" y="772"/>
                    <a:pt x="0" y="816"/>
                    <a:pt x="123" y="859"/>
                  </a:cubicBezTo>
                  <a:cubicBezTo>
                    <a:pt x="360" y="956"/>
                    <a:pt x="290" y="912"/>
                    <a:pt x="658" y="1000"/>
                  </a:cubicBezTo>
                  <a:cubicBezTo>
                    <a:pt x="684" y="1009"/>
                    <a:pt x="710" y="1009"/>
                    <a:pt x="728" y="1017"/>
                  </a:cubicBezTo>
                  <a:cubicBezTo>
                    <a:pt x="772" y="1044"/>
                    <a:pt x="772" y="1035"/>
                    <a:pt x="815" y="1052"/>
                  </a:cubicBezTo>
                  <a:cubicBezTo>
                    <a:pt x="851" y="1070"/>
                    <a:pt x="877" y="1052"/>
                    <a:pt x="851" y="1271"/>
                  </a:cubicBezTo>
                  <a:cubicBezTo>
                    <a:pt x="851" y="1271"/>
                    <a:pt x="815" y="1973"/>
                    <a:pt x="772" y="2367"/>
                  </a:cubicBezTo>
                  <a:cubicBezTo>
                    <a:pt x="684" y="3051"/>
                    <a:pt x="640" y="3016"/>
                    <a:pt x="1017" y="3068"/>
                  </a:cubicBezTo>
                  <a:cubicBezTo>
                    <a:pt x="1045" y="3072"/>
                    <a:pt x="1091" y="3074"/>
                    <a:pt x="1148" y="3074"/>
                  </a:cubicBezTo>
                  <a:cubicBezTo>
                    <a:pt x="1499" y="3074"/>
                    <a:pt x="2300" y="3006"/>
                    <a:pt x="2376" y="2893"/>
                  </a:cubicBezTo>
                  <a:cubicBezTo>
                    <a:pt x="2411" y="2841"/>
                    <a:pt x="2393" y="2052"/>
                    <a:pt x="2367" y="1876"/>
                  </a:cubicBezTo>
                  <a:cubicBezTo>
                    <a:pt x="2332" y="1438"/>
                    <a:pt x="2472" y="833"/>
                    <a:pt x="2148" y="395"/>
                  </a:cubicBezTo>
                  <a:cubicBezTo>
                    <a:pt x="2087" y="307"/>
                    <a:pt x="1999" y="211"/>
                    <a:pt x="1701" y="132"/>
                  </a:cubicBezTo>
                  <a:cubicBezTo>
                    <a:pt x="1476" y="74"/>
                    <a:pt x="1239" y="40"/>
                    <a:pt x="999" y="40"/>
                  </a:cubicBezTo>
                  <a:cubicBezTo>
                    <a:pt x="950" y="40"/>
                    <a:pt x="900" y="41"/>
                    <a:pt x="851" y="44"/>
                  </a:cubicBezTo>
                  <a:lnTo>
                    <a:pt x="631" y="44"/>
                  </a:lnTo>
                  <a:lnTo>
                    <a:pt x="395" y="0"/>
                  </a:lnTo>
                  <a:close/>
                </a:path>
              </a:pathLst>
            </a:custGeom>
            <a:solidFill>
              <a:srgbClr val="3C84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3"/>
            <p:cNvSpPr/>
            <p:nvPr/>
          </p:nvSpPr>
          <p:spPr>
            <a:xfrm>
              <a:off x="1262625" y="4798800"/>
              <a:ext cx="105425" cy="176100"/>
            </a:xfrm>
            <a:custGeom>
              <a:avLst/>
              <a:gdLst/>
              <a:ahLst/>
              <a:cxnLst/>
              <a:rect l="l" t="t" r="r" b="b"/>
              <a:pathLst>
                <a:path w="4217" h="7044" extrusionOk="0">
                  <a:moveTo>
                    <a:pt x="430" y="0"/>
                  </a:moveTo>
                  <a:cubicBezTo>
                    <a:pt x="263" y="149"/>
                    <a:pt x="0" y="377"/>
                    <a:pt x="62" y="632"/>
                  </a:cubicBezTo>
                  <a:cubicBezTo>
                    <a:pt x="123" y="886"/>
                    <a:pt x="334" y="1149"/>
                    <a:pt x="500" y="1342"/>
                  </a:cubicBezTo>
                  <a:cubicBezTo>
                    <a:pt x="868" y="1771"/>
                    <a:pt x="1368" y="2052"/>
                    <a:pt x="1920" y="2166"/>
                  </a:cubicBezTo>
                  <a:cubicBezTo>
                    <a:pt x="1990" y="2174"/>
                    <a:pt x="2060" y="2201"/>
                    <a:pt x="2113" y="2244"/>
                  </a:cubicBezTo>
                  <a:cubicBezTo>
                    <a:pt x="2157" y="2306"/>
                    <a:pt x="2183" y="2376"/>
                    <a:pt x="2174" y="2455"/>
                  </a:cubicBezTo>
                  <a:cubicBezTo>
                    <a:pt x="2209" y="3191"/>
                    <a:pt x="1964" y="3901"/>
                    <a:pt x="1736" y="4602"/>
                  </a:cubicBezTo>
                  <a:cubicBezTo>
                    <a:pt x="1517" y="5304"/>
                    <a:pt x="1315" y="6049"/>
                    <a:pt x="1429" y="6776"/>
                  </a:cubicBezTo>
                  <a:cubicBezTo>
                    <a:pt x="1438" y="6838"/>
                    <a:pt x="1456" y="6899"/>
                    <a:pt x="1499" y="6952"/>
                  </a:cubicBezTo>
                  <a:cubicBezTo>
                    <a:pt x="1565" y="7010"/>
                    <a:pt x="1648" y="7044"/>
                    <a:pt x="1735" y="7044"/>
                  </a:cubicBezTo>
                  <a:cubicBezTo>
                    <a:pt x="1753" y="7044"/>
                    <a:pt x="1771" y="7042"/>
                    <a:pt x="1789" y="7039"/>
                  </a:cubicBezTo>
                  <a:cubicBezTo>
                    <a:pt x="2551" y="7031"/>
                    <a:pt x="3296" y="6803"/>
                    <a:pt x="3936" y="6382"/>
                  </a:cubicBezTo>
                  <a:cubicBezTo>
                    <a:pt x="4050" y="6329"/>
                    <a:pt x="4129" y="6224"/>
                    <a:pt x="4173" y="6101"/>
                  </a:cubicBezTo>
                  <a:cubicBezTo>
                    <a:pt x="4199" y="5926"/>
                    <a:pt x="4050" y="5786"/>
                    <a:pt x="3980" y="5628"/>
                  </a:cubicBezTo>
                  <a:cubicBezTo>
                    <a:pt x="3884" y="5400"/>
                    <a:pt x="3936" y="5128"/>
                    <a:pt x="3989" y="4883"/>
                  </a:cubicBezTo>
                  <a:cubicBezTo>
                    <a:pt x="4164" y="4050"/>
                    <a:pt x="4217" y="3200"/>
                    <a:pt x="4138" y="2350"/>
                  </a:cubicBezTo>
                  <a:cubicBezTo>
                    <a:pt x="4103" y="1955"/>
                    <a:pt x="4015" y="1526"/>
                    <a:pt x="3708" y="1271"/>
                  </a:cubicBezTo>
                  <a:cubicBezTo>
                    <a:pt x="3428" y="1044"/>
                    <a:pt x="3033" y="1017"/>
                    <a:pt x="2665" y="1000"/>
                  </a:cubicBezTo>
                  <a:lnTo>
                    <a:pt x="1333" y="956"/>
                  </a:lnTo>
                  <a:cubicBezTo>
                    <a:pt x="1044" y="640"/>
                    <a:pt x="763" y="281"/>
                    <a:pt x="4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3"/>
            <p:cNvSpPr/>
            <p:nvPr/>
          </p:nvSpPr>
          <p:spPr>
            <a:xfrm>
              <a:off x="574075" y="4857875"/>
              <a:ext cx="14475" cy="59275"/>
            </a:xfrm>
            <a:custGeom>
              <a:avLst/>
              <a:gdLst/>
              <a:ahLst/>
              <a:cxnLst/>
              <a:rect l="l" t="t" r="r" b="b"/>
              <a:pathLst>
                <a:path w="579" h="2371" extrusionOk="0">
                  <a:moveTo>
                    <a:pt x="308" y="1"/>
                  </a:moveTo>
                  <a:cubicBezTo>
                    <a:pt x="240" y="1"/>
                    <a:pt x="176" y="32"/>
                    <a:pt x="140" y="92"/>
                  </a:cubicBezTo>
                  <a:cubicBezTo>
                    <a:pt x="0" y="250"/>
                    <a:pt x="70" y="670"/>
                    <a:pt x="105" y="854"/>
                  </a:cubicBezTo>
                  <a:cubicBezTo>
                    <a:pt x="132" y="1012"/>
                    <a:pt x="158" y="1170"/>
                    <a:pt x="193" y="1328"/>
                  </a:cubicBezTo>
                  <a:cubicBezTo>
                    <a:pt x="202" y="1389"/>
                    <a:pt x="202" y="1459"/>
                    <a:pt x="202" y="1529"/>
                  </a:cubicBezTo>
                  <a:cubicBezTo>
                    <a:pt x="202" y="1652"/>
                    <a:pt x="105" y="1775"/>
                    <a:pt x="70" y="1889"/>
                  </a:cubicBezTo>
                  <a:cubicBezTo>
                    <a:pt x="53" y="1933"/>
                    <a:pt x="44" y="1977"/>
                    <a:pt x="44" y="2020"/>
                  </a:cubicBezTo>
                  <a:cubicBezTo>
                    <a:pt x="44" y="2064"/>
                    <a:pt x="53" y="2108"/>
                    <a:pt x="79" y="2143"/>
                  </a:cubicBezTo>
                  <a:cubicBezTo>
                    <a:pt x="114" y="2222"/>
                    <a:pt x="167" y="2292"/>
                    <a:pt x="228" y="2353"/>
                  </a:cubicBezTo>
                  <a:cubicBezTo>
                    <a:pt x="246" y="2371"/>
                    <a:pt x="263" y="2371"/>
                    <a:pt x="281" y="2371"/>
                  </a:cubicBezTo>
                  <a:cubicBezTo>
                    <a:pt x="307" y="2178"/>
                    <a:pt x="351" y="1985"/>
                    <a:pt x="412" y="1801"/>
                  </a:cubicBezTo>
                  <a:lnTo>
                    <a:pt x="412" y="1801"/>
                  </a:lnTo>
                  <a:cubicBezTo>
                    <a:pt x="395" y="1889"/>
                    <a:pt x="403" y="1985"/>
                    <a:pt x="438" y="2073"/>
                  </a:cubicBezTo>
                  <a:cubicBezTo>
                    <a:pt x="491" y="2003"/>
                    <a:pt x="517" y="1915"/>
                    <a:pt x="509" y="1836"/>
                  </a:cubicBezTo>
                  <a:cubicBezTo>
                    <a:pt x="509" y="1749"/>
                    <a:pt x="491" y="1670"/>
                    <a:pt x="491" y="1582"/>
                  </a:cubicBezTo>
                  <a:cubicBezTo>
                    <a:pt x="482" y="1398"/>
                    <a:pt x="500" y="1214"/>
                    <a:pt x="526" y="1039"/>
                  </a:cubicBezTo>
                  <a:cubicBezTo>
                    <a:pt x="535" y="1012"/>
                    <a:pt x="544" y="995"/>
                    <a:pt x="544" y="968"/>
                  </a:cubicBezTo>
                  <a:cubicBezTo>
                    <a:pt x="579" y="749"/>
                    <a:pt x="579" y="521"/>
                    <a:pt x="552" y="302"/>
                  </a:cubicBezTo>
                  <a:cubicBezTo>
                    <a:pt x="535" y="188"/>
                    <a:pt x="509" y="74"/>
                    <a:pt x="403" y="22"/>
                  </a:cubicBezTo>
                  <a:cubicBezTo>
                    <a:pt x="373" y="8"/>
                    <a:pt x="340" y="1"/>
                    <a:pt x="308" y="1"/>
                  </a:cubicBezTo>
                  <a:close/>
                </a:path>
              </a:pathLst>
            </a:custGeom>
            <a:solidFill>
              <a:srgbClr val="EB9C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3"/>
            <p:cNvSpPr/>
            <p:nvPr/>
          </p:nvSpPr>
          <p:spPr>
            <a:xfrm>
              <a:off x="576025" y="4809275"/>
              <a:ext cx="19550" cy="58175"/>
            </a:xfrm>
            <a:custGeom>
              <a:avLst/>
              <a:gdLst/>
              <a:ahLst/>
              <a:cxnLst/>
              <a:rect l="l" t="t" r="r" b="b"/>
              <a:pathLst>
                <a:path w="782" h="2327" extrusionOk="0">
                  <a:moveTo>
                    <a:pt x="602" y="1"/>
                  </a:moveTo>
                  <a:cubicBezTo>
                    <a:pt x="532" y="1"/>
                    <a:pt x="457" y="27"/>
                    <a:pt x="395" y="81"/>
                  </a:cubicBezTo>
                  <a:cubicBezTo>
                    <a:pt x="299" y="169"/>
                    <a:pt x="238" y="283"/>
                    <a:pt x="211" y="414"/>
                  </a:cubicBezTo>
                  <a:cubicBezTo>
                    <a:pt x="62" y="931"/>
                    <a:pt x="1" y="1475"/>
                    <a:pt x="19" y="2018"/>
                  </a:cubicBezTo>
                  <a:cubicBezTo>
                    <a:pt x="19" y="2080"/>
                    <a:pt x="27" y="2150"/>
                    <a:pt x="54" y="2202"/>
                  </a:cubicBezTo>
                  <a:cubicBezTo>
                    <a:pt x="80" y="2264"/>
                    <a:pt x="132" y="2308"/>
                    <a:pt x="203" y="2325"/>
                  </a:cubicBezTo>
                  <a:cubicBezTo>
                    <a:pt x="210" y="2326"/>
                    <a:pt x="217" y="2326"/>
                    <a:pt x="224" y="2326"/>
                  </a:cubicBezTo>
                  <a:cubicBezTo>
                    <a:pt x="287" y="2326"/>
                    <a:pt x="347" y="2293"/>
                    <a:pt x="387" y="2246"/>
                  </a:cubicBezTo>
                  <a:cubicBezTo>
                    <a:pt x="431" y="2202"/>
                    <a:pt x="457" y="2141"/>
                    <a:pt x="474" y="2080"/>
                  </a:cubicBezTo>
                  <a:cubicBezTo>
                    <a:pt x="667" y="1519"/>
                    <a:pt x="764" y="931"/>
                    <a:pt x="781" y="344"/>
                  </a:cubicBezTo>
                  <a:cubicBezTo>
                    <a:pt x="781" y="283"/>
                    <a:pt x="781" y="221"/>
                    <a:pt x="772" y="169"/>
                  </a:cubicBezTo>
                  <a:cubicBezTo>
                    <a:pt x="764" y="90"/>
                    <a:pt x="711" y="28"/>
                    <a:pt x="632" y="2"/>
                  </a:cubicBezTo>
                  <a:cubicBezTo>
                    <a:pt x="622" y="1"/>
                    <a:pt x="612" y="1"/>
                    <a:pt x="602" y="1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3"/>
            <p:cNvSpPr/>
            <p:nvPr/>
          </p:nvSpPr>
          <p:spPr>
            <a:xfrm>
              <a:off x="572975" y="4807825"/>
              <a:ext cx="17550" cy="90050"/>
            </a:xfrm>
            <a:custGeom>
              <a:avLst/>
              <a:gdLst/>
              <a:ahLst/>
              <a:cxnLst/>
              <a:rect l="l" t="t" r="r" b="b"/>
              <a:pathLst>
                <a:path w="702" h="3602" extrusionOk="0">
                  <a:moveTo>
                    <a:pt x="580" y="1"/>
                  </a:moveTo>
                  <a:cubicBezTo>
                    <a:pt x="509" y="1"/>
                    <a:pt x="421" y="52"/>
                    <a:pt x="377" y="95"/>
                  </a:cubicBezTo>
                  <a:cubicBezTo>
                    <a:pt x="298" y="174"/>
                    <a:pt x="246" y="271"/>
                    <a:pt x="219" y="376"/>
                  </a:cubicBezTo>
                  <a:cubicBezTo>
                    <a:pt x="132" y="700"/>
                    <a:pt x="79" y="1024"/>
                    <a:pt x="70" y="1358"/>
                  </a:cubicBezTo>
                  <a:cubicBezTo>
                    <a:pt x="35" y="2068"/>
                    <a:pt x="0" y="2786"/>
                    <a:pt x="167" y="3479"/>
                  </a:cubicBezTo>
                  <a:cubicBezTo>
                    <a:pt x="307" y="3549"/>
                    <a:pt x="465" y="3593"/>
                    <a:pt x="623" y="3602"/>
                  </a:cubicBezTo>
                  <a:cubicBezTo>
                    <a:pt x="658" y="2856"/>
                    <a:pt x="649" y="2103"/>
                    <a:pt x="605" y="1358"/>
                  </a:cubicBezTo>
                  <a:cubicBezTo>
                    <a:pt x="570" y="1059"/>
                    <a:pt x="570" y="761"/>
                    <a:pt x="605" y="463"/>
                  </a:cubicBezTo>
                  <a:cubicBezTo>
                    <a:pt x="614" y="393"/>
                    <a:pt x="623" y="323"/>
                    <a:pt x="640" y="244"/>
                  </a:cubicBezTo>
                  <a:cubicBezTo>
                    <a:pt x="658" y="192"/>
                    <a:pt x="702" y="130"/>
                    <a:pt x="675" y="69"/>
                  </a:cubicBezTo>
                  <a:cubicBezTo>
                    <a:pt x="659" y="19"/>
                    <a:pt x="622" y="1"/>
                    <a:pt x="5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3"/>
            <p:cNvSpPr/>
            <p:nvPr/>
          </p:nvSpPr>
          <p:spPr>
            <a:xfrm>
              <a:off x="670700" y="4745875"/>
              <a:ext cx="38375" cy="43425"/>
            </a:xfrm>
            <a:custGeom>
              <a:avLst/>
              <a:gdLst/>
              <a:ahLst/>
              <a:cxnLst/>
              <a:rect l="l" t="t" r="r" b="b"/>
              <a:pathLst>
                <a:path w="1535" h="1737" extrusionOk="0">
                  <a:moveTo>
                    <a:pt x="875" y="1"/>
                  </a:moveTo>
                  <a:cubicBezTo>
                    <a:pt x="860" y="1"/>
                    <a:pt x="847" y="5"/>
                    <a:pt x="834" y="14"/>
                  </a:cubicBezTo>
                  <a:cubicBezTo>
                    <a:pt x="790" y="49"/>
                    <a:pt x="781" y="136"/>
                    <a:pt x="746" y="180"/>
                  </a:cubicBezTo>
                  <a:cubicBezTo>
                    <a:pt x="700" y="226"/>
                    <a:pt x="641" y="240"/>
                    <a:pt x="579" y="240"/>
                  </a:cubicBezTo>
                  <a:cubicBezTo>
                    <a:pt x="522" y="240"/>
                    <a:pt x="463" y="228"/>
                    <a:pt x="413" y="215"/>
                  </a:cubicBezTo>
                  <a:cubicBezTo>
                    <a:pt x="356" y="198"/>
                    <a:pt x="300" y="189"/>
                    <a:pt x="245" y="189"/>
                  </a:cubicBezTo>
                  <a:cubicBezTo>
                    <a:pt x="216" y="189"/>
                    <a:pt x="187" y="191"/>
                    <a:pt x="159" y="198"/>
                  </a:cubicBezTo>
                  <a:cubicBezTo>
                    <a:pt x="71" y="206"/>
                    <a:pt x="1" y="285"/>
                    <a:pt x="1" y="373"/>
                  </a:cubicBezTo>
                  <a:cubicBezTo>
                    <a:pt x="10" y="487"/>
                    <a:pt x="150" y="548"/>
                    <a:pt x="185" y="654"/>
                  </a:cubicBezTo>
                  <a:cubicBezTo>
                    <a:pt x="211" y="732"/>
                    <a:pt x="176" y="820"/>
                    <a:pt x="202" y="890"/>
                  </a:cubicBezTo>
                  <a:cubicBezTo>
                    <a:pt x="238" y="960"/>
                    <a:pt x="351" y="1013"/>
                    <a:pt x="430" y="1074"/>
                  </a:cubicBezTo>
                  <a:cubicBezTo>
                    <a:pt x="518" y="1162"/>
                    <a:pt x="579" y="1276"/>
                    <a:pt x="597" y="1407"/>
                  </a:cubicBezTo>
                  <a:cubicBezTo>
                    <a:pt x="623" y="1530"/>
                    <a:pt x="693" y="1644"/>
                    <a:pt x="799" y="1723"/>
                  </a:cubicBezTo>
                  <a:cubicBezTo>
                    <a:pt x="820" y="1732"/>
                    <a:pt x="845" y="1736"/>
                    <a:pt x="868" y="1736"/>
                  </a:cubicBezTo>
                  <a:cubicBezTo>
                    <a:pt x="891" y="1736"/>
                    <a:pt x="912" y="1732"/>
                    <a:pt x="930" y="1723"/>
                  </a:cubicBezTo>
                  <a:cubicBezTo>
                    <a:pt x="956" y="1697"/>
                    <a:pt x="974" y="1670"/>
                    <a:pt x="983" y="1635"/>
                  </a:cubicBezTo>
                  <a:cubicBezTo>
                    <a:pt x="1000" y="1583"/>
                    <a:pt x="1035" y="1539"/>
                    <a:pt x="1070" y="1495"/>
                  </a:cubicBezTo>
                  <a:cubicBezTo>
                    <a:pt x="1158" y="1416"/>
                    <a:pt x="1298" y="1434"/>
                    <a:pt x="1403" y="1364"/>
                  </a:cubicBezTo>
                  <a:cubicBezTo>
                    <a:pt x="1500" y="1267"/>
                    <a:pt x="1535" y="1136"/>
                    <a:pt x="1491" y="1013"/>
                  </a:cubicBezTo>
                  <a:cubicBezTo>
                    <a:pt x="1447" y="890"/>
                    <a:pt x="1403" y="776"/>
                    <a:pt x="1342" y="662"/>
                  </a:cubicBezTo>
                  <a:cubicBezTo>
                    <a:pt x="1307" y="575"/>
                    <a:pt x="1281" y="487"/>
                    <a:pt x="1228" y="399"/>
                  </a:cubicBezTo>
                  <a:cubicBezTo>
                    <a:pt x="1189" y="328"/>
                    <a:pt x="1007" y="1"/>
                    <a:pt x="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3"/>
            <p:cNvSpPr/>
            <p:nvPr/>
          </p:nvSpPr>
          <p:spPr>
            <a:xfrm>
              <a:off x="670275" y="4756500"/>
              <a:ext cx="27850" cy="55750"/>
            </a:xfrm>
            <a:custGeom>
              <a:avLst/>
              <a:gdLst/>
              <a:ahLst/>
              <a:cxnLst/>
              <a:rect l="l" t="t" r="r" b="b"/>
              <a:pathLst>
                <a:path w="1114" h="2230" extrusionOk="0">
                  <a:moveTo>
                    <a:pt x="1000" y="1"/>
                  </a:moveTo>
                  <a:cubicBezTo>
                    <a:pt x="903" y="167"/>
                    <a:pt x="798" y="334"/>
                    <a:pt x="675" y="491"/>
                  </a:cubicBezTo>
                  <a:cubicBezTo>
                    <a:pt x="719" y="413"/>
                    <a:pt x="745" y="325"/>
                    <a:pt x="745" y="229"/>
                  </a:cubicBezTo>
                  <a:lnTo>
                    <a:pt x="745" y="229"/>
                  </a:lnTo>
                  <a:cubicBezTo>
                    <a:pt x="675" y="272"/>
                    <a:pt x="623" y="342"/>
                    <a:pt x="596" y="421"/>
                  </a:cubicBezTo>
                  <a:cubicBezTo>
                    <a:pt x="561" y="500"/>
                    <a:pt x="553" y="588"/>
                    <a:pt x="526" y="667"/>
                  </a:cubicBezTo>
                  <a:cubicBezTo>
                    <a:pt x="474" y="842"/>
                    <a:pt x="395" y="1009"/>
                    <a:pt x="298" y="1166"/>
                  </a:cubicBezTo>
                  <a:lnTo>
                    <a:pt x="263" y="1228"/>
                  </a:lnTo>
                  <a:cubicBezTo>
                    <a:pt x="158" y="1421"/>
                    <a:pt x="79" y="1631"/>
                    <a:pt x="35" y="1850"/>
                  </a:cubicBezTo>
                  <a:cubicBezTo>
                    <a:pt x="9" y="1964"/>
                    <a:pt x="0" y="2078"/>
                    <a:pt x="79" y="2166"/>
                  </a:cubicBezTo>
                  <a:cubicBezTo>
                    <a:pt x="120" y="2207"/>
                    <a:pt x="176" y="2230"/>
                    <a:pt x="232" y="2230"/>
                  </a:cubicBezTo>
                  <a:cubicBezTo>
                    <a:pt x="273" y="2230"/>
                    <a:pt x="314" y="2218"/>
                    <a:pt x="351" y="2192"/>
                  </a:cubicBezTo>
                  <a:cubicBezTo>
                    <a:pt x="535" y="2087"/>
                    <a:pt x="614" y="1666"/>
                    <a:pt x="640" y="1491"/>
                  </a:cubicBezTo>
                  <a:cubicBezTo>
                    <a:pt x="667" y="1324"/>
                    <a:pt x="702" y="1166"/>
                    <a:pt x="728" y="1009"/>
                  </a:cubicBezTo>
                  <a:cubicBezTo>
                    <a:pt x="737" y="947"/>
                    <a:pt x="754" y="877"/>
                    <a:pt x="789" y="825"/>
                  </a:cubicBezTo>
                  <a:cubicBezTo>
                    <a:pt x="824" y="702"/>
                    <a:pt x="956" y="623"/>
                    <a:pt x="1035" y="527"/>
                  </a:cubicBezTo>
                  <a:cubicBezTo>
                    <a:pt x="1061" y="491"/>
                    <a:pt x="1087" y="448"/>
                    <a:pt x="1105" y="404"/>
                  </a:cubicBezTo>
                  <a:cubicBezTo>
                    <a:pt x="1114" y="369"/>
                    <a:pt x="1114" y="325"/>
                    <a:pt x="1114" y="281"/>
                  </a:cubicBezTo>
                  <a:cubicBezTo>
                    <a:pt x="1105" y="193"/>
                    <a:pt x="1079" y="115"/>
                    <a:pt x="1043" y="36"/>
                  </a:cubicBezTo>
                  <a:cubicBezTo>
                    <a:pt x="1035" y="18"/>
                    <a:pt x="1017" y="1"/>
                    <a:pt x="1000" y="1"/>
                  </a:cubicBezTo>
                  <a:close/>
                </a:path>
              </a:pathLst>
            </a:custGeom>
            <a:solidFill>
              <a:srgbClr val="EB9C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3"/>
            <p:cNvSpPr/>
            <p:nvPr/>
          </p:nvSpPr>
          <p:spPr>
            <a:xfrm>
              <a:off x="621850" y="4802275"/>
              <a:ext cx="58750" cy="18950"/>
            </a:xfrm>
            <a:custGeom>
              <a:avLst/>
              <a:gdLst/>
              <a:ahLst/>
              <a:cxnLst/>
              <a:rect l="l" t="t" r="r" b="b"/>
              <a:pathLst>
                <a:path w="2350" h="758" extrusionOk="0">
                  <a:moveTo>
                    <a:pt x="1928" y="1"/>
                  </a:moveTo>
                  <a:cubicBezTo>
                    <a:pt x="1372" y="1"/>
                    <a:pt x="811" y="72"/>
                    <a:pt x="281" y="230"/>
                  </a:cubicBezTo>
                  <a:cubicBezTo>
                    <a:pt x="219" y="247"/>
                    <a:pt x="158" y="265"/>
                    <a:pt x="105" y="291"/>
                  </a:cubicBezTo>
                  <a:cubicBezTo>
                    <a:pt x="44" y="326"/>
                    <a:pt x="0" y="396"/>
                    <a:pt x="0" y="466"/>
                  </a:cubicBezTo>
                  <a:cubicBezTo>
                    <a:pt x="18" y="554"/>
                    <a:pt x="70" y="624"/>
                    <a:pt x="140" y="677"/>
                  </a:cubicBezTo>
                  <a:cubicBezTo>
                    <a:pt x="240" y="730"/>
                    <a:pt x="353" y="757"/>
                    <a:pt x="468" y="757"/>
                  </a:cubicBezTo>
                  <a:cubicBezTo>
                    <a:pt x="484" y="757"/>
                    <a:pt x="501" y="757"/>
                    <a:pt x="517" y="756"/>
                  </a:cubicBezTo>
                  <a:cubicBezTo>
                    <a:pt x="684" y="747"/>
                    <a:pt x="850" y="738"/>
                    <a:pt x="1026" y="712"/>
                  </a:cubicBezTo>
                  <a:cubicBezTo>
                    <a:pt x="1394" y="668"/>
                    <a:pt x="1753" y="580"/>
                    <a:pt x="2104" y="457"/>
                  </a:cubicBezTo>
                  <a:cubicBezTo>
                    <a:pt x="2165" y="440"/>
                    <a:pt x="2227" y="405"/>
                    <a:pt x="2270" y="370"/>
                  </a:cubicBezTo>
                  <a:cubicBezTo>
                    <a:pt x="2279" y="361"/>
                    <a:pt x="2288" y="361"/>
                    <a:pt x="2297" y="352"/>
                  </a:cubicBezTo>
                  <a:cubicBezTo>
                    <a:pt x="2332" y="308"/>
                    <a:pt x="2349" y="247"/>
                    <a:pt x="2341" y="195"/>
                  </a:cubicBezTo>
                  <a:cubicBezTo>
                    <a:pt x="2323" y="124"/>
                    <a:pt x="2279" y="63"/>
                    <a:pt x="2209" y="37"/>
                  </a:cubicBezTo>
                  <a:cubicBezTo>
                    <a:pt x="2156" y="10"/>
                    <a:pt x="2086" y="2"/>
                    <a:pt x="2025" y="2"/>
                  </a:cubicBezTo>
                  <a:cubicBezTo>
                    <a:pt x="1993" y="1"/>
                    <a:pt x="1960" y="1"/>
                    <a:pt x="1928" y="1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3"/>
            <p:cNvSpPr/>
            <p:nvPr/>
          </p:nvSpPr>
          <p:spPr>
            <a:xfrm>
              <a:off x="594450" y="4788775"/>
              <a:ext cx="21050" cy="22950"/>
            </a:xfrm>
            <a:custGeom>
              <a:avLst/>
              <a:gdLst/>
              <a:ahLst/>
              <a:cxnLst/>
              <a:rect l="l" t="t" r="r" b="b"/>
              <a:pathLst>
                <a:path w="842" h="918" extrusionOk="0">
                  <a:moveTo>
                    <a:pt x="548" y="0"/>
                  </a:moveTo>
                  <a:cubicBezTo>
                    <a:pt x="544" y="0"/>
                    <a:pt x="539" y="3"/>
                    <a:pt x="535" y="7"/>
                  </a:cubicBezTo>
                  <a:cubicBezTo>
                    <a:pt x="491" y="16"/>
                    <a:pt x="456" y="33"/>
                    <a:pt x="412" y="60"/>
                  </a:cubicBezTo>
                  <a:lnTo>
                    <a:pt x="395" y="68"/>
                  </a:lnTo>
                  <a:cubicBezTo>
                    <a:pt x="360" y="77"/>
                    <a:pt x="325" y="86"/>
                    <a:pt x="290" y="95"/>
                  </a:cubicBezTo>
                  <a:cubicBezTo>
                    <a:pt x="261" y="95"/>
                    <a:pt x="172" y="53"/>
                    <a:pt x="132" y="53"/>
                  </a:cubicBezTo>
                  <a:cubicBezTo>
                    <a:pt x="124" y="53"/>
                    <a:pt x="117" y="55"/>
                    <a:pt x="114" y="60"/>
                  </a:cubicBezTo>
                  <a:cubicBezTo>
                    <a:pt x="88" y="77"/>
                    <a:pt x="141" y="182"/>
                    <a:pt x="149" y="200"/>
                  </a:cubicBezTo>
                  <a:cubicBezTo>
                    <a:pt x="176" y="323"/>
                    <a:pt x="184" y="445"/>
                    <a:pt x="158" y="577"/>
                  </a:cubicBezTo>
                  <a:cubicBezTo>
                    <a:pt x="149" y="682"/>
                    <a:pt x="88" y="787"/>
                    <a:pt x="0" y="857"/>
                  </a:cubicBezTo>
                  <a:cubicBezTo>
                    <a:pt x="62" y="866"/>
                    <a:pt x="132" y="875"/>
                    <a:pt x="193" y="901"/>
                  </a:cubicBezTo>
                  <a:cubicBezTo>
                    <a:pt x="242" y="912"/>
                    <a:pt x="291" y="917"/>
                    <a:pt x="340" y="917"/>
                  </a:cubicBezTo>
                  <a:cubicBezTo>
                    <a:pt x="527" y="917"/>
                    <a:pt x="710" y="839"/>
                    <a:pt x="842" y="699"/>
                  </a:cubicBezTo>
                  <a:cubicBezTo>
                    <a:pt x="780" y="691"/>
                    <a:pt x="728" y="656"/>
                    <a:pt x="702" y="594"/>
                  </a:cubicBezTo>
                  <a:cubicBezTo>
                    <a:pt x="693" y="577"/>
                    <a:pt x="693" y="559"/>
                    <a:pt x="693" y="533"/>
                  </a:cubicBezTo>
                  <a:lnTo>
                    <a:pt x="693" y="489"/>
                  </a:lnTo>
                  <a:cubicBezTo>
                    <a:pt x="693" y="436"/>
                    <a:pt x="693" y="384"/>
                    <a:pt x="702" y="331"/>
                  </a:cubicBezTo>
                  <a:lnTo>
                    <a:pt x="702" y="323"/>
                  </a:lnTo>
                  <a:cubicBezTo>
                    <a:pt x="710" y="270"/>
                    <a:pt x="719" y="209"/>
                    <a:pt x="737" y="156"/>
                  </a:cubicBezTo>
                  <a:lnTo>
                    <a:pt x="579" y="16"/>
                  </a:lnTo>
                  <a:cubicBezTo>
                    <a:pt x="579" y="7"/>
                    <a:pt x="570" y="7"/>
                    <a:pt x="561" y="7"/>
                  </a:cubicBezTo>
                  <a:cubicBezTo>
                    <a:pt x="557" y="3"/>
                    <a:pt x="553" y="0"/>
                    <a:pt x="548" y="0"/>
                  </a:cubicBezTo>
                  <a:close/>
                </a:path>
              </a:pathLst>
            </a:custGeom>
            <a:solidFill>
              <a:srgbClr val="D980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3"/>
            <p:cNvSpPr/>
            <p:nvPr/>
          </p:nvSpPr>
          <p:spPr>
            <a:xfrm>
              <a:off x="603000" y="4770975"/>
              <a:ext cx="20625" cy="26525"/>
            </a:xfrm>
            <a:custGeom>
              <a:avLst/>
              <a:gdLst/>
              <a:ahLst/>
              <a:cxnLst/>
              <a:rect l="l" t="t" r="r" b="b"/>
              <a:pathLst>
                <a:path w="825" h="1061" extrusionOk="0">
                  <a:moveTo>
                    <a:pt x="658" y="0"/>
                  </a:moveTo>
                  <a:cubicBezTo>
                    <a:pt x="606" y="0"/>
                    <a:pt x="555" y="12"/>
                    <a:pt x="509" y="35"/>
                  </a:cubicBezTo>
                  <a:cubicBezTo>
                    <a:pt x="377" y="79"/>
                    <a:pt x="263" y="158"/>
                    <a:pt x="184" y="263"/>
                  </a:cubicBezTo>
                  <a:cubicBezTo>
                    <a:pt x="97" y="377"/>
                    <a:pt x="0" y="438"/>
                    <a:pt x="0" y="658"/>
                  </a:cubicBezTo>
                  <a:cubicBezTo>
                    <a:pt x="18" y="701"/>
                    <a:pt x="35" y="736"/>
                    <a:pt x="53" y="780"/>
                  </a:cubicBezTo>
                  <a:cubicBezTo>
                    <a:pt x="62" y="789"/>
                    <a:pt x="70" y="807"/>
                    <a:pt x="79" y="815"/>
                  </a:cubicBezTo>
                  <a:cubicBezTo>
                    <a:pt x="79" y="815"/>
                    <a:pt x="79" y="824"/>
                    <a:pt x="79" y="833"/>
                  </a:cubicBezTo>
                  <a:cubicBezTo>
                    <a:pt x="114" y="894"/>
                    <a:pt x="158" y="956"/>
                    <a:pt x="211" y="1008"/>
                  </a:cubicBezTo>
                  <a:cubicBezTo>
                    <a:pt x="254" y="1026"/>
                    <a:pt x="307" y="1035"/>
                    <a:pt x="360" y="1043"/>
                  </a:cubicBezTo>
                  <a:lnTo>
                    <a:pt x="403" y="1052"/>
                  </a:lnTo>
                  <a:cubicBezTo>
                    <a:pt x="456" y="1061"/>
                    <a:pt x="509" y="1061"/>
                    <a:pt x="552" y="1061"/>
                  </a:cubicBezTo>
                  <a:cubicBezTo>
                    <a:pt x="623" y="1035"/>
                    <a:pt x="675" y="982"/>
                    <a:pt x="701" y="912"/>
                  </a:cubicBezTo>
                  <a:cubicBezTo>
                    <a:pt x="798" y="666"/>
                    <a:pt x="824" y="395"/>
                    <a:pt x="798" y="132"/>
                  </a:cubicBezTo>
                  <a:cubicBezTo>
                    <a:pt x="798" y="79"/>
                    <a:pt x="807" y="26"/>
                    <a:pt x="737" y="9"/>
                  </a:cubicBezTo>
                  <a:cubicBezTo>
                    <a:pt x="710" y="3"/>
                    <a:pt x="684" y="0"/>
                    <a:pt x="658" y="0"/>
                  </a:cubicBezTo>
                  <a:close/>
                </a:path>
              </a:pathLst>
            </a:custGeom>
            <a:solidFill>
              <a:srgbClr val="EB9C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3"/>
            <p:cNvSpPr/>
            <p:nvPr/>
          </p:nvSpPr>
          <p:spPr>
            <a:xfrm>
              <a:off x="592250" y="4760450"/>
              <a:ext cx="34650" cy="37675"/>
            </a:xfrm>
            <a:custGeom>
              <a:avLst/>
              <a:gdLst/>
              <a:ahLst/>
              <a:cxnLst/>
              <a:rect l="l" t="t" r="r" b="b"/>
              <a:pathLst>
                <a:path w="1386" h="1507" extrusionOk="0">
                  <a:moveTo>
                    <a:pt x="1307" y="0"/>
                  </a:moveTo>
                  <a:cubicBezTo>
                    <a:pt x="1254" y="44"/>
                    <a:pt x="1193" y="71"/>
                    <a:pt x="1131" y="71"/>
                  </a:cubicBezTo>
                  <a:cubicBezTo>
                    <a:pt x="965" y="97"/>
                    <a:pt x="790" y="79"/>
                    <a:pt x="614" y="97"/>
                  </a:cubicBezTo>
                  <a:cubicBezTo>
                    <a:pt x="439" y="97"/>
                    <a:pt x="281" y="176"/>
                    <a:pt x="158" y="298"/>
                  </a:cubicBezTo>
                  <a:cubicBezTo>
                    <a:pt x="53" y="447"/>
                    <a:pt x="1" y="632"/>
                    <a:pt x="9" y="816"/>
                  </a:cubicBezTo>
                  <a:cubicBezTo>
                    <a:pt x="9" y="912"/>
                    <a:pt x="9" y="1000"/>
                    <a:pt x="27" y="1096"/>
                  </a:cubicBezTo>
                  <a:cubicBezTo>
                    <a:pt x="53" y="1210"/>
                    <a:pt x="106" y="1324"/>
                    <a:pt x="185" y="1412"/>
                  </a:cubicBezTo>
                  <a:cubicBezTo>
                    <a:pt x="240" y="1479"/>
                    <a:pt x="304" y="1507"/>
                    <a:pt x="371" y="1507"/>
                  </a:cubicBezTo>
                  <a:cubicBezTo>
                    <a:pt x="452" y="1507"/>
                    <a:pt x="537" y="1465"/>
                    <a:pt x="614" y="1403"/>
                  </a:cubicBezTo>
                  <a:cubicBezTo>
                    <a:pt x="658" y="1368"/>
                    <a:pt x="693" y="1324"/>
                    <a:pt x="728" y="1280"/>
                  </a:cubicBezTo>
                  <a:cubicBezTo>
                    <a:pt x="816" y="1175"/>
                    <a:pt x="833" y="1035"/>
                    <a:pt x="904" y="912"/>
                  </a:cubicBezTo>
                  <a:cubicBezTo>
                    <a:pt x="947" y="842"/>
                    <a:pt x="1009" y="772"/>
                    <a:pt x="1079" y="728"/>
                  </a:cubicBezTo>
                  <a:cubicBezTo>
                    <a:pt x="1140" y="693"/>
                    <a:pt x="1202" y="658"/>
                    <a:pt x="1263" y="614"/>
                  </a:cubicBezTo>
                  <a:cubicBezTo>
                    <a:pt x="1342" y="544"/>
                    <a:pt x="1386" y="430"/>
                    <a:pt x="1386" y="325"/>
                  </a:cubicBezTo>
                  <a:cubicBezTo>
                    <a:pt x="1377" y="211"/>
                    <a:pt x="1351" y="106"/>
                    <a:pt x="13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3"/>
            <p:cNvSpPr/>
            <p:nvPr/>
          </p:nvSpPr>
          <p:spPr>
            <a:xfrm>
              <a:off x="612025" y="4780825"/>
              <a:ext cx="5225" cy="8350"/>
            </a:xfrm>
            <a:custGeom>
              <a:avLst/>
              <a:gdLst/>
              <a:ahLst/>
              <a:cxnLst/>
              <a:rect l="l" t="t" r="r" b="b"/>
              <a:pathLst>
                <a:path w="209" h="334" extrusionOk="0">
                  <a:moveTo>
                    <a:pt x="64" y="0"/>
                  </a:moveTo>
                  <a:cubicBezTo>
                    <a:pt x="30" y="0"/>
                    <a:pt x="1" y="30"/>
                    <a:pt x="7" y="71"/>
                  </a:cubicBezTo>
                  <a:cubicBezTo>
                    <a:pt x="7" y="88"/>
                    <a:pt x="16" y="106"/>
                    <a:pt x="25" y="132"/>
                  </a:cubicBezTo>
                  <a:cubicBezTo>
                    <a:pt x="42" y="193"/>
                    <a:pt x="77" y="255"/>
                    <a:pt x="121" y="316"/>
                  </a:cubicBezTo>
                  <a:cubicBezTo>
                    <a:pt x="130" y="325"/>
                    <a:pt x="139" y="334"/>
                    <a:pt x="156" y="334"/>
                  </a:cubicBezTo>
                  <a:cubicBezTo>
                    <a:pt x="165" y="325"/>
                    <a:pt x="165" y="325"/>
                    <a:pt x="165" y="316"/>
                  </a:cubicBezTo>
                  <a:cubicBezTo>
                    <a:pt x="165" y="299"/>
                    <a:pt x="191" y="272"/>
                    <a:pt x="200" y="255"/>
                  </a:cubicBezTo>
                  <a:cubicBezTo>
                    <a:pt x="200" y="229"/>
                    <a:pt x="209" y="202"/>
                    <a:pt x="200" y="176"/>
                  </a:cubicBezTo>
                  <a:cubicBezTo>
                    <a:pt x="174" y="150"/>
                    <a:pt x="174" y="97"/>
                    <a:pt x="148" y="62"/>
                  </a:cubicBezTo>
                  <a:cubicBezTo>
                    <a:pt x="139" y="36"/>
                    <a:pt x="121" y="18"/>
                    <a:pt x="95" y="9"/>
                  </a:cubicBezTo>
                  <a:cubicBezTo>
                    <a:pt x="85" y="3"/>
                    <a:pt x="74" y="0"/>
                    <a:pt x="64" y="0"/>
                  </a:cubicBezTo>
                  <a:close/>
                </a:path>
              </a:pathLst>
            </a:custGeom>
            <a:solidFill>
              <a:srgbClr val="EB9C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3"/>
            <p:cNvSpPr/>
            <p:nvPr/>
          </p:nvSpPr>
          <p:spPr>
            <a:xfrm>
              <a:off x="590500" y="4990200"/>
              <a:ext cx="26325" cy="20125"/>
            </a:xfrm>
            <a:custGeom>
              <a:avLst/>
              <a:gdLst/>
              <a:ahLst/>
              <a:cxnLst/>
              <a:rect l="l" t="t" r="r" b="b"/>
              <a:pathLst>
                <a:path w="1053" h="805" extrusionOk="0">
                  <a:moveTo>
                    <a:pt x="852" y="1"/>
                  </a:moveTo>
                  <a:cubicBezTo>
                    <a:pt x="828" y="1"/>
                    <a:pt x="804" y="5"/>
                    <a:pt x="781" y="15"/>
                  </a:cubicBezTo>
                  <a:cubicBezTo>
                    <a:pt x="684" y="50"/>
                    <a:pt x="605" y="85"/>
                    <a:pt x="518" y="137"/>
                  </a:cubicBezTo>
                  <a:cubicBezTo>
                    <a:pt x="404" y="190"/>
                    <a:pt x="334" y="234"/>
                    <a:pt x="220" y="278"/>
                  </a:cubicBezTo>
                  <a:cubicBezTo>
                    <a:pt x="97" y="304"/>
                    <a:pt x="18" y="400"/>
                    <a:pt x="18" y="523"/>
                  </a:cubicBezTo>
                  <a:cubicBezTo>
                    <a:pt x="1" y="567"/>
                    <a:pt x="1" y="619"/>
                    <a:pt x="18" y="672"/>
                  </a:cubicBezTo>
                  <a:cubicBezTo>
                    <a:pt x="51" y="753"/>
                    <a:pt x="136" y="804"/>
                    <a:pt x="232" y="804"/>
                  </a:cubicBezTo>
                  <a:cubicBezTo>
                    <a:pt x="240" y="804"/>
                    <a:pt x="247" y="804"/>
                    <a:pt x="255" y="803"/>
                  </a:cubicBezTo>
                  <a:cubicBezTo>
                    <a:pt x="351" y="786"/>
                    <a:pt x="439" y="751"/>
                    <a:pt x="526" y="690"/>
                  </a:cubicBezTo>
                  <a:cubicBezTo>
                    <a:pt x="667" y="611"/>
                    <a:pt x="798" y="523"/>
                    <a:pt x="921" y="409"/>
                  </a:cubicBezTo>
                  <a:cubicBezTo>
                    <a:pt x="965" y="374"/>
                    <a:pt x="1000" y="321"/>
                    <a:pt x="1026" y="269"/>
                  </a:cubicBezTo>
                  <a:cubicBezTo>
                    <a:pt x="1052" y="216"/>
                    <a:pt x="1052" y="146"/>
                    <a:pt x="1026" y="93"/>
                  </a:cubicBezTo>
                  <a:cubicBezTo>
                    <a:pt x="987" y="35"/>
                    <a:pt x="920" y="1"/>
                    <a:pt x="8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3"/>
            <p:cNvSpPr/>
            <p:nvPr/>
          </p:nvSpPr>
          <p:spPr>
            <a:xfrm>
              <a:off x="586550" y="4872250"/>
              <a:ext cx="26975" cy="129975"/>
            </a:xfrm>
            <a:custGeom>
              <a:avLst/>
              <a:gdLst/>
              <a:ahLst/>
              <a:cxnLst/>
              <a:rect l="l" t="t" r="r" b="b"/>
              <a:pathLst>
                <a:path w="1079" h="5199" extrusionOk="0">
                  <a:moveTo>
                    <a:pt x="271" y="1"/>
                  </a:moveTo>
                  <a:cubicBezTo>
                    <a:pt x="232" y="1"/>
                    <a:pt x="195" y="11"/>
                    <a:pt x="167" y="43"/>
                  </a:cubicBezTo>
                  <a:cubicBezTo>
                    <a:pt x="115" y="130"/>
                    <a:pt x="80" y="236"/>
                    <a:pt x="71" y="341"/>
                  </a:cubicBezTo>
                  <a:cubicBezTo>
                    <a:pt x="45" y="455"/>
                    <a:pt x="27" y="569"/>
                    <a:pt x="18" y="683"/>
                  </a:cubicBezTo>
                  <a:cubicBezTo>
                    <a:pt x="1" y="990"/>
                    <a:pt x="27" y="1296"/>
                    <a:pt x="88" y="1603"/>
                  </a:cubicBezTo>
                  <a:cubicBezTo>
                    <a:pt x="132" y="1919"/>
                    <a:pt x="167" y="2234"/>
                    <a:pt x="194" y="2559"/>
                  </a:cubicBezTo>
                  <a:cubicBezTo>
                    <a:pt x="202" y="2655"/>
                    <a:pt x="202" y="2751"/>
                    <a:pt x="194" y="2857"/>
                  </a:cubicBezTo>
                  <a:cubicBezTo>
                    <a:pt x="167" y="3014"/>
                    <a:pt x="132" y="3163"/>
                    <a:pt x="88" y="3321"/>
                  </a:cubicBezTo>
                  <a:cubicBezTo>
                    <a:pt x="45" y="3593"/>
                    <a:pt x="45" y="3865"/>
                    <a:pt x="88" y="4136"/>
                  </a:cubicBezTo>
                  <a:cubicBezTo>
                    <a:pt x="106" y="4312"/>
                    <a:pt x="123" y="4496"/>
                    <a:pt x="141" y="4671"/>
                  </a:cubicBezTo>
                  <a:cubicBezTo>
                    <a:pt x="150" y="4838"/>
                    <a:pt x="185" y="5013"/>
                    <a:pt x="229" y="5171"/>
                  </a:cubicBezTo>
                  <a:cubicBezTo>
                    <a:pt x="263" y="5189"/>
                    <a:pt x="300" y="5198"/>
                    <a:pt x="338" y="5198"/>
                  </a:cubicBezTo>
                  <a:cubicBezTo>
                    <a:pt x="405" y="5198"/>
                    <a:pt x="473" y="5169"/>
                    <a:pt x="518" y="5118"/>
                  </a:cubicBezTo>
                  <a:cubicBezTo>
                    <a:pt x="544" y="4645"/>
                    <a:pt x="623" y="4180"/>
                    <a:pt x="746" y="3724"/>
                  </a:cubicBezTo>
                  <a:cubicBezTo>
                    <a:pt x="781" y="3584"/>
                    <a:pt x="825" y="3444"/>
                    <a:pt x="851" y="3295"/>
                  </a:cubicBezTo>
                  <a:cubicBezTo>
                    <a:pt x="877" y="3128"/>
                    <a:pt x="886" y="2971"/>
                    <a:pt x="895" y="2795"/>
                  </a:cubicBezTo>
                  <a:cubicBezTo>
                    <a:pt x="939" y="2164"/>
                    <a:pt x="1079" y="1533"/>
                    <a:pt x="1026" y="893"/>
                  </a:cubicBezTo>
                  <a:cubicBezTo>
                    <a:pt x="1000" y="648"/>
                    <a:pt x="956" y="411"/>
                    <a:pt x="895" y="174"/>
                  </a:cubicBezTo>
                  <a:cubicBezTo>
                    <a:pt x="895" y="148"/>
                    <a:pt x="886" y="130"/>
                    <a:pt x="877" y="113"/>
                  </a:cubicBezTo>
                  <a:cubicBezTo>
                    <a:pt x="851" y="95"/>
                    <a:pt x="825" y="87"/>
                    <a:pt x="807" y="87"/>
                  </a:cubicBezTo>
                  <a:lnTo>
                    <a:pt x="413" y="25"/>
                  </a:lnTo>
                  <a:cubicBezTo>
                    <a:pt x="370" y="16"/>
                    <a:pt x="319" y="1"/>
                    <a:pt x="2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3"/>
            <p:cNvSpPr/>
            <p:nvPr/>
          </p:nvSpPr>
          <p:spPr>
            <a:xfrm>
              <a:off x="622925" y="4996575"/>
              <a:ext cx="31150" cy="20975"/>
            </a:xfrm>
            <a:custGeom>
              <a:avLst/>
              <a:gdLst/>
              <a:ahLst/>
              <a:cxnLst/>
              <a:rect l="l" t="t" r="r" b="b"/>
              <a:pathLst>
                <a:path w="1246" h="839" extrusionOk="0">
                  <a:moveTo>
                    <a:pt x="1054" y="0"/>
                  </a:moveTo>
                  <a:cubicBezTo>
                    <a:pt x="985" y="0"/>
                    <a:pt x="910" y="33"/>
                    <a:pt x="842" y="58"/>
                  </a:cubicBezTo>
                  <a:cubicBezTo>
                    <a:pt x="737" y="93"/>
                    <a:pt x="623" y="128"/>
                    <a:pt x="518" y="145"/>
                  </a:cubicBezTo>
                  <a:cubicBezTo>
                    <a:pt x="404" y="163"/>
                    <a:pt x="211" y="163"/>
                    <a:pt x="106" y="215"/>
                  </a:cubicBezTo>
                  <a:cubicBezTo>
                    <a:pt x="10" y="277"/>
                    <a:pt x="27" y="435"/>
                    <a:pt x="10" y="522"/>
                  </a:cubicBezTo>
                  <a:cubicBezTo>
                    <a:pt x="1" y="575"/>
                    <a:pt x="1" y="627"/>
                    <a:pt x="10" y="680"/>
                  </a:cubicBezTo>
                  <a:cubicBezTo>
                    <a:pt x="51" y="778"/>
                    <a:pt x="138" y="839"/>
                    <a:pt x="242" y="839"/>
                  </a:cubicBezTo>
                  <a:cubicBezTo>
                    <a:pt x="250" y="839"/>
                    <a:pt x="257" y="838"/>
                    <a:pt x="264" y="838"/>
                  </a:cubicBezTo>
                  <a:cubicBezTo>
                    <a:pt x="369" y="820"/>
                    <a:pt x="474" y="785"/>
                    <a:pt x="562" y="724"/>
                  </a:cubicBezTo>
                  <a:cubicBezTo>
                    <a:pt x="702" y="645"/>
                    <a:pt x="851" y="566"/>
                    <a:pt x="1000" y="478"/>
                  </a:cubicBezTo>
                  <a:cubicBezTo>
                    <a:pt x="1079" y="435"/>
                    <a:pt x="1158" y="364"/>
                    <a:pt x="1202" y="277"/>
                  </a:cubicBezTo>
                  <a:cubicBezTo>
                    <a:pt x="1246" y="189"/>
                    <a:pt x="1219" y="84"/>
                    <a:pt x="1140" y="23"/>
                  </a:cubicBezTo>
                  <a:cubicBezTo>
                    <a:pt x="1114" y="7"/>
                    <a:pt x="1085" y="0"/>
                    <a:pt x="10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3"/>
            <p:cNvSpPr/>
            <p:nvPr/>
          </p:nvSpPr>
          <p:spPr>
            <a:xfrm>
              <a:off x="597300" y="4872425"/>
              <a:ext cx="43850" cy="133825"/>
            </a:xfrm>
            <a:custGeom>
              <a:avLst/>
              <a:gdLst/>
              <a:ahLst/>
              <a:cxnLst/>
              <a:rect l="l" t="t" r="r" b="b"/>
              <a:pathLst>
                <a:path w="1754" h="5353" extrusionOk="0">
                  <a:moveTo>
                    <a:pt x="1324" y="1"/>
                  </a:moveTo>
                  <a:lnTo>
                    <a:pt x="1324" y="1"/>
                  </a:lnTo>
                  <a:cubicBezTo>
                    <a:pt x="1333" y="36"/>
                    <a:pt x="386" y="132"/>
                    <a:pt x="307" y="141"/>
                  </a:cubicBezTo>
                  <a:cubicBezTo>
                    <a:pt x="0" y="167"/>
                    <a:pt x="88" y="535"/>
                    <a:pt x="132" y="755"/>
                  </a:cubicBezTo>
                  <a:cubicBezTo>
                    <a:pt x="167" y="930"/>
                    <a:pt x="237" y="1096"/>
                    <a:pt x="342" y="1245"/>
                  </a:cubicBezTo>
                  <a:cubicBezTo>
                    <a:pt x="404" y="1342"/>
                    <a:pt x="482" y="1430"/>
                    <a:pt x="544" y="1526"/>
                  </a:cubicBezTo>
                  <a:cubicBezTo>
                    <a:pt x="623" y="1666"/>
                    <a:pt x="684" y="1815"/>
                    <a:pt x="728" y="1964"/>
                  </a:cubicBezTo>
                  <a:cubicBezTo>
                    <a:pt x="859" y="2376"/>
                    <a:pt x="991" y="2797"/>
                    <a:pt x="1000" y="3227"/>
                  </a:cubicBezTo>
                  <a:cubicBezTo>
                    <a:pt x="1000" y="3533"/>
                    <a:pt x="947" y="3831"/>
                    <a:pt x="938" y="4129"/>
                  </a:cubicBezTo>
                  <a:cubicBezTo>
                    <a:pt x="938" y="4331"/>
                    <a:pt x="947" y="4533"/>
                    <a:pt x="973" y="4734"/>
                  </a:cubicBezTo>
                  <a:lnTo>
                    <a:pt x="1026" y="5348"/>
                  </a:lnTo>
                  <a:cubicBezTo>
                    <a:pt x="1054" y="5351"/>
                    <a:pt x="1082" y="5352"/>
                    <a:pt x="1110" y="5352"/>
                  </a:cubicBezTo>
                  <a:cubicBezTo>
                    <a:pt x="1248" y="5352"/>
                    <a:pt x="1384" y="5317"/>
                    <a:pt x="1508" y="5251"/>
                  </a:cubicBezTo>
                  <a:cubicBezTo>
                    <a:pt x="1490" y="4743"/>
                    <a:pt x="1526" y="4226"/>
                    <a:pt x="1622" y="3726"/>
                  </a:cubicBezTo>
                  <a:cubicBezTo>
                    <a:pt x="1657" y="3490"/>
                    <a:pt x="1710" y="3244"/>
                    <a:pt x="1727" y="2999"/>
                  </a:cubicBezTo>
                  <a:cubicBezTo>
                    <a:pt x="1753" y="2543"/>
                    <a:pt x="1727" y="2096"/>
                    <a:pt x="1657" y="1649"/>
                  </a:cubicBezTo>
                  <a:cubicBezTo>
                    <a:pt x="1587" y="1088"/>
                    <a:pt x="1517" y="527"/>
                    <a:pt x="132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3"/>
            <p:cNvSpPr/>
            <p:nvPr/>
          </p:nvSpPr>
          <p:spPr>
            <a:xfrm>
              <a:off x="594000" y="4896325"/>
              <a:ext cx="17575" cy="103900"/>
            </a:xfrm>
            <a:custGeom>
              <a:avLst/>
              <a:gdLst/>
              <a:ahLst/>
              <a:cxnLst/>
              <a:rect l="l" t="t" r="r" b="b"/>
              <a:pathLst>
                <a:path w="703" h="4156" extrusionOk="0">
                  <a:moveTo>
                    <a:pt x="53" y="0"/>
                  </a:moveTo>
                  <a:cubicBezTo>
                    <a:pt x="1" y="70"/>
                    <a:pt x="53" y="254"/>
                    <a:pt x="53" y="342"/>
                  </a:cubicBezTo>
                  <a:cubicBezTo>
                    <a:pt x="71" y="482"/>
                    <a:pt x="80" y="623"/>
                    <a:pt x="97" y="754"/>
                  </a:cubicBezTo>
                  <a:cubicBezTo>
                    <a:pt x="132" y="1035"/>
                    <a:pt x="185" y="1306"/>
                    <a:pt x="255" y="1578"/>
                  </a:cubicBezTo>
                  <a:cubicBezTo>
                    <a:pt x="290" y="1675"/>
                    <a:pt x="316" y="1780"/>
                    <a:pt x="334" y="1885"/>
                  </a:cubicBezTo>
                  <a:cubicBezTo>
                    <a:pt x="351" y="2008"/>
                    <a:pt x="351" y="2130"/>
                    <a:pt x="334" y="2253"/>
                  </a:cubicBezTo>
                  <a:lnTo>
                    <a:pt x="299" y="2665"/>
                  </a:lnTo>
                  <a:cubicBezTo>
                    <a:pt x="273" y="3024"/>
                    <a:pt x="246" y="3384"/>
                    <a:pt x="185" y="3734"/>
                  </a:cubicBezTo>
                  <a:cubicBezTo>
                    <a:pt x="159" y="3884"/>
                    <a:pt x="211" y="3997"/>
                    <a:pt x="229" y="4155"/>
                  </a:cubicBezTo>
                  <a:cubicBezTo>
                    <a:pt x="351" y="3717"/>
                    <a:pt x="448" y="3270"/>
                    <a:pt x="518" y="2814"/>
                  </a:cubicBezTo>
                  <a:cubicBezTo>
                    <a:pt x="597" y="2288"/>
                    <a:pt x="649" y="1753"/>
                    <a:pt x="667" y="1219"/>
                  </a:cubicBezTo>
                  <a:cubicBezTo>
                    <a:pt x="676" y="1070"/>
                    <a:pt x="685" y="921"/>
                    <a:pt x="693" y="763"/>
                  </a:cubicBezTo>
                  <a:cubicBezTo>
                    <a:pt x="702" y="684"/>
                    <a:pt x="693" y="605"/>
                    <a:pt x="658" y="535"/>
                  </a:cubicBezTo>
                  <a:cubicBezTo>
                    <a:pt x="614" y="474"/>
                    <a:pt x="553" y="421"/>
                    <a:pt x="483" y="386"/>
                  </a:cubicBezTo>
                  <a:cubicBezTo>
                    <a:pt x="316" y="272"/>
                    <a:pt x="202" y="123"/>
                    <a:pt x="53" y="0"/>
                  </a:cubicBezTo>
                  <a:close/>
                </a:path>
              </a:pathLst>
            </a:custGeom>
            <a:solidFill>
              <a:srgbClr val="244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3"/>
            <p:cNvSpPr/>
            <p:nvPr/>
          </p:nvSpPr>
          <p:spPr>
            <a:xfrm>
              <a:off x="584375" y="4806250"/>
              <a:ext cx="48450" cy="75850"/>
            </a:xfrm>
            <a:custGeom>
              <a:avLst/>
              <a:gdLst/>
              <a:ahLst/>
              <a:cxnLst/>
              <a:rect l="l" t="t" r="r" b="b"/>
              <a:pathLst>
                <a:path w="1938" h="3034" extrusionOk="0">
                  <a:moveTo>
                    <a:pt x="1201" y="0"/>
                  </a:moveTo>
                  <a:lnTo>
                    <a:pt x="1219" y="9"/>
                  </a:lnTo>
                  <a:cubicBezTo>
                    <a:pt x="1079" y="124"/>
                    <a:pt x="908" y="185"/>
                    <a:pt x="729" y="185"/>
                  </a:cubicBezTo>
                  <a:cubicBezTo>
                    <a:pt x="717" y="185"/>
                    <a:pt x="705" y="185"/>
                    <a:pt x="693" y="185"/>
                  </a:cubicBezTo>
                  <a:cubicBezTo>
                    <a:pt x="675" y="176"/>
                    <a:pt x="640" y="185"/>
                    <a:pt x="614" y="167"/>
                  </a:cubicBezTo>
                  <a:cubicBezTo>
                    <a:pt x="587" y="158"/>
                    <a:pt x="561" y="141"/>
                    <a:pt x="544" y="132"/>
                  </a:cubicBezTo>
                  <a:cubicBezTo>
                    <a:pt x="509" y="114"/>
                    <a:pt x="473" y="62"/>
                    <a:pt x="491" y="18"/>
                  </a:cubicBezTo>
                  <a:lnTo>
                    <a:pt x="491" y="18"/>
                  </a:lnTo>
                  <a:cubicBezTo>
                    <a:pt x="438" y="62"/>
                    <a:pt x="377" y="88"/>
                    <a:pt x="307" y="88"/>
                  </a:cubicBezTo>
                  <a:cubicBezTo>
                    <a:pt x="298" y="87"/>
                    <a:pt x="288" y="86"/>
                    <a:pt x="279" y="86"/>
                  </a:cubicBezTo>
                  <a:cubicBezTo>
                    <a:pt x="236" y="86"/>
                    <a:pt x="192" y="102"/>
                    <a:pt x="149" y="123"/>
                  </a:cubicBezTo>
                  <a:cubicBezTo>
                    <a:pt x="79" y="193"/>
                    <a:pt x="35" y="281"/>
                    <a:pt x="26" y="377"/>
                  </a:cubicBezTo>
                  <a:cubicBezTo>
                    <a:pt x="26" y="377"/>
                    <a:pt x="26" y="386"/>
                    <a:pt x="26" y="386"/>
                  </a:cubicBezTo>
                  <a:cubicBezTo>
                    <a:pt x="9" y="474"/>
                    <a:pt x="0" y="553"/>
                    <a:pt x="18" y="640"/>
                  </a:cubicBezTo>
                  <a:cubicBezTo>
                    <a:pt x="26" y="816"/>
                    <a:pt x="53" y="991"/>
                    <a:pt x="97" y="1158"/>
                  </a:cubicBezTo>
                  <a:cubicBezTo>
                    <a:pt x="123" y="1272"/>
                    <a:pt x="158" y="1368"/>
                    <a:pt x="175" y="1482"/>
                  </a:cubicBezTo>
                  <a:cubicBezTo>
                    <a:pt x="254" y="1920"/>
                    <a:pt x="79" y="2367"/>
                    <a:pt x="158" y="2806"/>
                  </a:cubicBezTo>
                  <a:cubicBezTo>
                    <a:pt x="219" y="2806"/>
                    <a:pt x="263" y="2841"/>
                    <a:pt x="298" y="2876"/>
                  </a:cubicBezTo>
                  <a:cubicBezTo>
                    <a:pt x="447" y="2981"/>
                    <a:pt x="631" y="3033"/>
                    <a:pt x="807" y="3033"/>
                  </a:cubicBezTo>
                  <a:cubicBezTo>
                    <a:pt x="991" y="3033"/>
                    <a:pt x="1166" y="3007"/>
                    <a:pt x="1350" y="3007"/>
                  </a:cubicBezTo>
                  <a:cubicBezTo>
                    <a:pt x="1372" y="3007"/>
                    <a:pt x="1395" y="3007"/>
                    <a:pt x="1418" y="3007"/>
                  </a:cubicBezTo>
                  <a:cubicBezTo>
                    <a:pt x="1603" y="3007"/>
                    <a:pt x="1805" y="3000"/>
                    <a:pt x="1937" y="2876"/>
                  </a:cubicBezTo>
                  <a:cubicBezTo>
                    <a:pt x="1885" y="2490"/>
                    <a:pt x="1867" y="2104"/>
                    <a:pt x="1902" y="1710"/>
                  </a:cubicBezTo>
                  <a:cubicBezTo>
                    <a:pt x="1911" y="1613"/>
                    <a:pt x="1920" y="1517"/>
                    <a:pt x="1929" y="1429"/>
                  </a:cubicBezTo>
                  <a:cubicBezTo>
                    <a:pt x="1920" y="1254"/>
                    <a:pt x="1885" y="1087"/>
                    <a:pt x="1823" y="921"/>
                  </a:cubicBezTo>
                  <a:cubicBezTo>
                    <a:pt x="1762" y="702"/>
                    <a:pt x="1692" y="483"/>
                    <a:pt x="1622" y="255"/>
                  </a:cubicBezTo>
                  <a:cubicBezTo>
                    <a:pt x="1604" y="176"/>
                    <a:pt x="1569" y="97"/>
                    <a:pt x="1534" y="18"/>
                  </a:cubicBezTo>
                  <a:cubicBezTo>
                    <a:pt x="1487" y="25"/>
                    <a:pt x="1441" y="30"/>
                    <a:pt x="1396" y="30"/>
                  </a:cubicBezTo>
                  <a:cubicBezTo>
                    <a:pt x="1332" y="30"/>
                    <a:pt x="1268" y="21"/>
                    <a:pt x="1201" y="0"/>
                  </a:cubicBezTo>
                  <a:close/>
                </a:path>
              </a:pathLst>
            </a:custGeom>
            <a:solidFill>
              <a:srgbClr val="6767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3"/>
            <p:cNvSpPr/>
            <p:nvPr/>
          </p:nvSpPr>
          <p:spPr>
            <a:xfrm>
              <a:off x="616350" y="4810325"/>
              <a:ext cx="18450" cy="71125"/>
            </a:xfrm>
            <a:custGeom>
              <a:avLst/>
              <a:gdLst/>
              <a:ahLst/>
              <a:cxnLst/>
              <a:rect l="l" t="t" r="r" b="b"/>
              <a:pathLst>
                <a:path w="738" h="2845" extrusionOk="0">
                  <a:moveTo>
                    <a:pt x="171" y="1"/>
                  </a:moveTo>
                  <a:cubicBezTo>
                    <a:pt x="124" y="1"/>
                    <a:pt x="78" y="22"/>
                    <a:pt x="53" y="65"/>
                  </a:cubicBezTo>
                  <a:cubicBezTo>
                    <a:pt x="27" y="127"/>
                    <a:pt x="10" y="188"/>
                    <a:pt x="10" y="258"/>
                  </a:cubicBezTo>
                  <a:cubicBezTo>
                    <a:pt x="1" y="653"/>
                    <a:pt x="124" y="1038"/>
                    <a:pt x="150" y="1433"/>
                  </a:cubicBezTo>
                  <a:cubicBezTo>
                    <a:pt x="167" y="1512"/>
                    <a:pt x="159" y="1599"/>
                    <a:pt x="141" y="1678"/>
                  </a:cubicBezTo>
                  <a:cubicBezTo>
                    <a:pt x="124" y="1757"/>
                    <a:pt x="80" y="1827"/>
                    <a:pt x="53" y="1906"/>
                  </a:cubicBezTo>
                  <a:cubicBezTo>
                    <a:pt x="10" y="2055"/>
                    <a:pt x="10" y="2222"/>
                    <a:pt x="45" y="2371"/>
                  </a:cubicBezTo>
                  <a:cubicBezTo>
                    <a:pt x="80" y="2529"/>
                    <a:pt x="106" y="2686"/>
                    <a:pt x="124" y="2844"/>
                  </a:cubicBezTo>
                  <a:cubicBezTo>
                    <a:pt x="325" y="2827"/>
                    <a:pt x="518" y="2792"/>
                    <a:pt x="702" y="2721"/>
                  </a:cubicBezTo>
                  <a:cubicBezTo>
                    <a:pt x="711" y="2721"/>
                    <a:pt x="720" y="2713"/>
                    <a:pt x="728" y="2704"/>
                  </a:cubicBezTo>
                  <a:cubicBezTo>
                    <a:pt x="737" y="2695"/>
                    <a:pt x="737" y="2678"/>
                    <a:pt x="728" y="2669"/>
                  </a:cubicBezTo>
                  <a:cubicBezTo>
                    <a:pt x="667" y="2292"/>
                    <a:pt x="650" y="1915"/>
                    <a:pt x="685" y="1538"/>
                  </a:cubicBezTo>
                  <a:cubicBezTo>
                    <a:pt x="693" y="1442"/>
                    <a:pt x="693" y="1345"/>
                    <a:pt x="693" y="1249"/>
                  </a:cubicBezTo>
                  <a:cubicBezTo>
                    <a:pt x="685" y="1161"/>
                    <a:pt x="667" y="1073"/>
                    <a:pt x="650" y="986"/>
                  </a:cubicBezTo>
                  <a:cubicBezTo>
                    <a:pt x="615" y="775"/>
                    <a:pt x="536" y="574"/>
                    <a:pt x="404" y="398"/>
                  </a:cubicBezTo>
                  <a:cubicBezTo>
                    <a:pt x="352" y="346"/>
                    <a:pt x="299" y="293"/>
                    <a:pt x="246" y="232"/>
                  </a:cubicBezTo>
                  <a:cubicBezTo>
                    <a:pt x="203" y="162"/>
                    <a:pt x="185" y="83"/>
                    <a:pt x="220" y="13"/>
                  </a:cubicBezTo>
                  <a:lnTo>
                    <a:pt x="220" y="13"/>
                  </a:lnTo>
                  <a:lnTo>
                    <a:pt x="273" y="92"/>
                  </a:lnTo>
                  <a:lnTo>
                    <a:pt x="229" y="13"/>
                  </a:lnTo>
                  <a:cubicBezTo>
                    <a:pt x="210" y="5"/>
                    <a:pt x="190" y="1"/>
                    <a:pt x="171" y="1"/>
                  </a:cubicBezTo>
                  <a:close/>
                </a:path>
              </a:pathLst>
            </a:custGeom>
            <a:solidFill>
              <a:srgbClr val="4F4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3"/>
            <p:cNvSpPr/>
            <p:nvPr/>
          </p:nvSpPr>
          <p:spPr>
            <a:xfrm>
              <a:off x="647250" y="4808225"/>
              <a:ext cx="32475" cy="11850"/>
            </a:xfrm>
            <a:custGeom>
              <a:avLst/>
              <a:gdLst/>
              <a:ahLst/>
              <a:cxnLst/>
              <a:rect l="l" t="t" r="r" b="b"/>
              <a:pathLst>
                <a:path w="1299" h="474" extrusionOk="0">
                  <a:moveTo>
                    <a:pt x="1298" y="0"/>
                  </a:moveTo>
                  <a:lnTo>
                    <a:pt x="1298" y="0"/>
                  </a:lnTo>
                  <a:cubicBezTo>
                    <a:pt x="1202" y="62"/>
                    <a:pt x="1114" y="114"/>
                    <a:pt x="1018" y="158"/>
                  </a:cubicBezTo>
                  <a:cubicBezTo>
                    <a:pt x="921" y="184"/>
                    <a:pt x="816" y="211"/>
                    <a:pt x="720" y="237"/>
                  </a:cubicBezTo>
                  <a:cubicBezTo>
                    <a:pt x="632" y="255"/>
                    <a:pt x="544" y="272"/>
                    <a:pt x="448" y="281"/>
                  </a:cubicBezTo>
                  <a:cubicBezTo>
                    <a:pt x="352" y="298"/>
                    <a:pt x="255" y="325"/>
                    <a:pt x="167" y="351"/>
                  </a:cubicBezTo>
                  <a:cubicBezTo>
                    <a:pt x="124" y="369"/>
                    <a:pt x="45" y="369"/>
                    <a:pt x="18" y="386"/>
                  </a:cubicBezTo>
                  <a:cubicBezTo>
                    <a:pt x="1" y="404"/>
                    <a:pt x="1" y="439"/>
                    <a:pt x="1" y="474"/>
                  </a:cubicBezTo>
                  <a:cubicBezTo>
                    <a:pt x="369" y="430"/>
                    <a:pt x="737" y="342"/>
                    <a:pt x="1088" y="219"/>
                  </a:cubicBezTo>
                  <a:cubicBezTo>
                    <a:pt x="1149" y="202"/>
                    <a:pt x="1202" y="167"/>
                    <a:pt x="1254" y="132"/>
                  </a:cubicBezTo>
                  <a:cubicBezTo>
                    <a:pt x="1263" y="123"/>
                    <a:pt x="1263" y="123"/>
                    <a:pt x="1272" y="114"/>
                  </a:cubicBezTo>
                  <a:cubicBezTo>
                    <a:pt x="1281" y="79"/>
                    <a:pt x="1289" y="35"/>
                    <a:pt x="1298" y="0"/>
                  </a:cubicBez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3"/>
            <p:cNvSpPr/>
            <p:nvPr/>
          </p:nvSpPr>
          <p:spPr>
            <a:xfrm>
              <a:off x="612200" y="4802300"/>
              <a:ext cx="250" cy="250"/>
            </a:xfrm>
            <a:custGeom>
              <a:avLst/>
              <a:gdLst/>
              <a:ahLst/>
              <a:cxnLst/>
              <a:rect l="l" t="t" r="r" b="b"/>
              <a:pathLst>
                <a:path w="10" h="10" extrusionOk="0">
                  <a:moveTo>
                    <a:pt x="0" y="1"/>
                  </a:moveTo>
                  <a:cubicBezTo>
                    <a:pt x="9" y="9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3"/>
            <p:cNvSpPr/>
            <p:nvPr/>
          </p:nvSpPr>
          <p:spPr>
            <a:xfrm>
              <a:off x="583050" y="4777100"/>
              <a:ext cx="107625" cy="165125"/>
            </a:xfrm>
            <a:custGeom>
              <a:avLst/>
              <a:gdLst/>
              <a:ahLst/>
              <a:cxnLst/>
              <a:rect l="l" t="t" r="r" b="b"/>
              <a:pathLst>
                <a:path w="4305" h="6605" extrusionOk="0">
                  <a:moveTo>
                    <a:pt x="3901" y="1"/>
                  </a:moveTo>
                  <a:cubicBezTo>
                    <a:pt x="3656" y="193"/>
                    <a:pt x="3787" y="649"/>
                    <a:pt x="3524" y="825"/>
                  </a:cubicBezTo>
                  <a:cubicBezTo>
                    <a:pt x="3454" y="860"/>
                    <a:pt x="3384" y="886"/>
                    <a:pt x="3305" y="895"/>
                  </a:cubicBezTo>
                  <a:lnTo>
                    <a:pt x="2464" y="1044"/>
                  </a:lnTo>
                  <a:cubicBezTo>
                    <a:pt x="2280" y="1070"/>
                    <a:pt x="2096" y="1105"/>
                    <a:pt x="1920" y="1131"/>
                  </a:cubicBezTo>
                  <a:cubicBezTo>
                    <a:pt x="1629" y="1177"/>
                    <a:pt x="1339" y="1203"/>
                    <a:pt x="1042" y="1203"/>
                  </a:cubicBezTo>
                  <a:cubicBezTo>
                    <a:pt x="999" y="1203"/>
                    <a:pt x="956" y="1203"/>
                    <a:pt x="912" y="1202"/>
                  </a:cubicBezTo>
                  <a:cubicBezTo>
                    <a:pt x="807" y="1193"/>
                    <a:pt x="702" y="1166"/>
                    <a:pt x="605" y="1131"/>
                  </a:cubicBezTo>
                  <a:cubicBezTo>
                    <a:pt x="572" y="1122"/>
                    <a:pt x="538" y="1118"/>
                    <a:pt x="504" y="1118"/>
                  </a:cubicBezTo>
                  <a:cubicBezTo>
                    <a:pt x="405" y="1118"/>
                    <a:pt x="307" y="1156"/>
                    <a:pt x="228" y="1228"/>
                  </a:cubicBezTo>
                  <a:cubicBezTo>
                    <a:pt x="97" y="1342"/>
                    <a:pt x="18" y="1508"/>
                    <a:pt x="9" y="1684"/>
                  </a:cubicBezTo>
                  <a:cubicBezTo>
                    <a:pt x="0" y="1859"/>
                    <a:pt x="9" y="2034"/>
                    <a:pt x="36" y="2210"/>
                  </a:cubicBezTo>
                  <a:cubicBezTo>
                    <a:pt x="141" y="3174"/>
                    <a:pt x="71" y="4839"/>
                    <a:pt x="36" y="5804"/>
                  </a:cubicBezTo>
                  <a:cubicBezTo>
                    <a:pt x="27" y="6058"/>
                    <a:pt x="36" y="6356"/>
                    <a:pt x="255" y="6496"/>
                  </a:cubicBezTo>
                  <a:cubicBezTo>
                    <a:pt x="351" y="6549"/>
                    <a:pt x="456" y="6575"/>
                    <a:pt x="562" y="6575"/>
                  </a:cubicBezTo>
                  <a:cubicBezTo>
                    <a:pt x="763" y="6595"/>
                    <a:pt x="965" y="6605"/>
                    <a:pt x="1167" y="6605"/>
                  </a:cubicBezTo>
                  <a:cubicBezTo>
                    <a:pt x="1581" y="6605"/>
                    <a:pt x="1996" y="6564"/>
                    <a:pt x="2402" y="6487"/>
                  </a:cubicBezTo>
                  <a:cubicBezTo>
                    <a:pt x="2288" y="5199"/>
                    <a:pt x="2166" y="3209"/>
                    <a:pt x="2052" y="1912"/>
                  </a:cubicBezTo>
                  <a:lnTo>
                    <a:pt x="2052" y="1912"/>
                  </a:lnTo>
                  <a:cubicBezTo>
                    <a:pt x="2089" y="1912"/>
                    <a:pt x="2126" y="1913"/>
                    <a:pt x="2163" y="1913"/>
                  </a:cubicBezTo>
                  <a:cubicBezTo>
                    <a:pt x="2502" y="1913"/>
                    <a:pt x="2833" y="1877"/>
                    <a:pt x="3165" y="1798"/>
                  </a:cubicBezTo>
                  <a:cubicBezTo>
                    <a:pt x="3524" y="1710"/>
                    <a:pt x="3849" y="1491"/>
                    <a:pt x="4059" y="1184"/>
                  </a:cubicBezTo>
                  <a:cubicBezTo>
                    <a:pt x="4243" y="877"/>
                    <a:pt x="4278" y="509"/>
                    <a:pt x="4305" y="158"/>
                  </a:cubicBezTo>
                  <a:lnTo>
                    <a:pt x="39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3"/>
            <p:cNvSpPr/>
            <p:nvPr/>
          </p:nvSpPr>
          <p:spPr>
            <a:xfrm>
              <a:off x="970500" y="4212975"/>
              <a:ext cx="37500" cy="15400"/>
            </a:xfrm>
            <a:custGeom>
              <a:avLst/>
              <a:gdLst/>
              <a:ahLst/>
              <a:cxnLst/>
              <a:rect l="l" t="t" r="r" b="b"/>
              <a:pathLst>
                <a:path w="1500" h="616" extrusionOk="0">
                  <a:moveTo>
                    <a:pt x="1022" y="0"/>
                  </a:moveTo>
                  <a:cubicBezTo>
                    <a:pt x="949" y="0"/>
                    <a:pt x="877" y="7"/>
                    <a:pt x="807" y="20"/>
                  </a:cubicBezTo>
                  <a:cubicBezTo>
                    <a:pt x="667" y="55"/>
                    <a:pt x="527" y="99"/>
                    <a:pt x="395" y="169"/>
                  </a:cubicBezTo>
                  <a:cubicBezTo>
                    <a:pt x="246" y="221"/>
                    <a:pt x="115" y="300"/>
                    <a:pt x="1" y="414"/>
                  </a:cubicBezTo>
                  <a:lnTo>
                    <a:pt x="299" y="555"/>
                  </a:lnTo>
                  <a:cubicBezTo>
                    <a:pt x="342" y="581"/>
                    <a:pt x="395" y="598"/>
                    <a:pt x="456" y="616"/>
                  </a:cubicBezTo>
                  <a:cubicBezTo>
                    <a:pt x="518" y="616"/>
                    <a:pt x="579" y="616"/>
                    <a:pt x="632" y="598"/>
                  </a:cubicBezTo>
                  <a:cubicBezTo>
                    <a:pt x="842" y="555"/>
                    <a:pt x="1044" y="467"/>
                    <a:pt x="1219" y="353"/>
                  </a:cubicBezTo>
                  <a:cubicBezTo>
                    <a:pt x="1307" y="292"/>
                    <a:pt x="1386" y="221"/>
                    <a:pt x="1456" y="143"/>
                  </a:cubicBezTo>
                  <a:cubicBezTo>
                    <a:pt x="1464" y="125"/>
                    <a:pt x="1500" y="99"/>
                    <a:pt x="1500" y="81"/>
                  </a:cubicBezTo>
                  <a:cubicBezTo>
                    <a:pt x="1500" y="64"/>
                    <a:pt x="1447" y="55"/>
                    <a:pt x="1429" y="55"/>
                  </a:cubicBezTo>
                  <a:cubicBezTo>
                    <a:pt x="1368" y="37"/>
                    <a:pt x="1307" y="29"/>
                    <a:pt x="1237" y="20"/>
                  </a:cubicBezTo>
                  <a:cubicBezTo>
                    <a:pt x="1166" y="7"/>
                    <a:pt x="1094" y="0"/>
                    <a:pt x="10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3"/>
            <p:cNvSpPr/>
            <p:nvPr/>
          </p:nvSpPr>
          <p:spPr>
            <a:xfrm>
              <a:off x="979475" y="4196375"/>
              <a:ext cx="29400" cy="47125"/>
            </a:xfrm>
            <a:custGeom>
              <a:avLst/>
              <a:gdLst/>
              <a:ahLst/>
              <a:cxnLst/>
              <a:rect l="l" t="t" r="r" b="b"/>
              <a:pathLst>
                <a:path w="1176" h="1885" extrusionOk="0">
                  <a:moveTo>
                    <a:pt x="983" y="0"/>
                  </a:moveTo>
                  <a:lnTo>
                    <a:pt x="983" y="0"/>
                  </a:lnTo>
                  <a:cubicBezTo>
                    <a:pt x="895" y="96"/>
                    <a:pt x="772" y="167"/>
                    <a:pt x="641" y="202"/>
                  </a:cubicBezTo>
                  <a:cubicBezTo>
                    <a:pt x="544" y="219"/>
                    <a:pt x="360" y="254"/>
                    <a:pt x="395" y="403"/>
                  </a:cubicBezTo>
                  <a:cubicBezTo>
                    <a:pt x="422" y="517"/>
                    <a:pt x="466" y="649"/>
                    <a:pt x="369" y="754"/>
                  </a:cubicBezTo>
                  <a:cubicBezTo>
                    <a:pt x="325" y="798"/>
                    <a:pt x="264" y="833"/>
                    <a:pt x="203" y="850"/>
                  </a:cubicBezTo>
                  <a:lnTo>
                    <a:pt x="1" y="920"/>
                  </a:lnTo>
                  <a:cubicBezTo>
                    <a:pt x="80" y="1262"/>
                    <a:pt x="229" y="1595"/>
                    <a:pt x="439" y="1885"/>
                  </a:cubicBezTo>
                  <a:cubicBezTo>
                    <a:pt x="623" y="1736"/>
                    <a:pt x="781" y="1569"/>
                    <a:pt x="921" y="1385"/>
                  </a:cubicBezTo>
                  <a:cubicBezTo>
                    <a:pt x="1053" y="1192"/>
                    <a:pt x="1167" y="1017"/>
                    <a:pt x="1176" y="780"/>
                  </a:cubicBezTo>
                  <a:lnTo>
                    <a:pt x="1176" y="780"/>
                  </a:lnTo>
                  <a:cubicBezTo>
                    <a:pt x="1166" y="784"/>
                    <a:pt x="1157" y="786"/>
                    <a:pt x="1147" y="786"/>
                  </a:cubicBezTo>
                  <a:cubicBezTo>
                    <a:pt x="1091" y="786"/>
                    <a:pt x="1029" y="730"/>
                    <a:pt x="992" y="693"/>
                  </a:cubicBezTo>
                  <a:cubicBezTo>
                    <a:pt x="965" y="640"/>
                    <a:pt x="939" y="579"/>
                    <a:pt x="939" y="526"/>
                  </a:cubicBezTo>
                  <a:cubicBezTo>
                    <a:pt x="930" y="342"/>
                    <a:pt x="948" y="167"/>
                    <a:pt x="983" y="0"/>
                  </a:cubicBezTo>
                  <a:close/>
                </a:path>
              </a:pathLst>
            </a:custGeom>
            <a:solidFill>
              <a:srgbClr val="D980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3"/>
            <p:cNvSpPr/>
            <p:nvPr/>
          </p:nvSpPr>
          <p:spPr>
            <a:xfrm>
              <a:off x="979925" y="4179350"/>
              <a:ext cx="26325" cy="34125"/>
            </a:xfrm>
            <a:custGeom>
              <a:avLst/>
              <a:gdLst/>
              <a:ahLst/>
              <a:cxnLst/>
              <a:rect l="l" t="t" r="r" b="b"/>
              <a:pathLst>
                <a:path w="1053" h="1365" extrusionOk="0">
                  <a:moveTo>
                    <a:pt x="503" y="0"/>
                  </a:moveTo>
                  <a:cubicBezTo>
                    <a:pt x="354" y="0"/>
                    <a:pt x="204" y="73"/>
                    <a:pt x="114" y="216"/>
                  </a:cubicBezTo>
                  <a:cubicBezTo>
                    <a:pt x="27" y="374"/>
                    <a:pt x="0" y="558"/>
                    <a:pt x="44" y="734"/>
                  </a:cubicBezTo>
                  <a:cubicBezTo>
                    <a:pt x="88" y="900"/>
                    <a:pt x="167" y="1067"/>
                    <a:pt x="272" y="1207"/>
                  </a:cubicBezTo>
                  <a:cubicBezTo>
                    <a:pt x="307" y="1286"/>
                    <a:pt x="377" y="1338"/>
                    <a:pt x="465" y="1365"/>
                  </a:cubicBezTo>
                  <a:cubicBezTo>
                    <a:pt x="535" y="1365"/>
                    <a:pt x="614" y="1330"/>
                    <a:pt x="658" y="1277"/>
                  </a:cubicBezTo>
                  <a:cubicBezTo>
                    <a:pt x="1000" y="962"/>
                    <a:pt x="1052" y="462"/>
                    <a:pt x="877" y="199"/>
                  </a:cubicBezTo>
                  <a:cubicBezTo>
                    <a:pt x="787" y="66"/>
                    <a:pt x="645" y="0"/>
                    <a:pt x="503" y="0"/>
                  </a:cubicBezTo>
                  <a:close/>
                </a:path>
              </a:pathLst>
            </a:custGeom>
            <a:solidFill>
              <a:srgbClr val="EB9C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3"/>
            <p:cNvSpPr/>
            <p:nvPr/>
          </p:nvSpPr>
          <p:spPr>
            <a:xfrm>
              <a:off x="977075" y="4182600"/>
              <a:ext cx="20900" cy="14100"/>
            </a:xfrm>
            <a:custGeom>
              <a:avLst/>
              <a:gdLst/>
              <a:ahLst/>
              <a:cxnLst/>
              <a:rect l="l" t="t" r="r" b="b"/>
              <a:pathLst>
                <a:path w="836" h="564" extrusionOk="0">
                  <a:moveTo>
                    <a:pt x="368" y="0"/>
                  </a:moveTo>
                  <a:cubicBezTo>
                    <a:pt x="271" y="0"/>
                    <a:pt x="178" y="44"/>
                    <a:pt x="114" y="122"/>
                  </a:cubicBezTo>
                  <a:cubicBezTo>
                    <a:pt x="53" y="200"/>
                    <a:pt x="18" y="288"/>
                    <a:pt x="18" y="385"/>
                  </a:cubicBezTo>
                  <a:cubicBezTo>
                    <a:pt x="1" y="498"/>
                    <a:pt x="88" y="498"/>
                    <a:pt x="185" y="516"/>
                  </a:cubicBezTo>
                  <a:cubicBezTo>
                    <a:pt x="222" y="528"/>
                    <a:pt x="539" y="563"/>
                    <a:pt x="716" y="563"/>
                  </a:cubicBezTo>
                  <a:cubicBezTo>
                    <a:pt x="787" y="563"/>
                    <a:pt x="836" y="557"/>
                    <a:pt x="833" y="542"/>
                  </a:cubicBezTo>
                  <a:cubicBezTo>
                    <a:pt x="825" y="428"/>
                    <a:pt x="789" y="314"/>
                    <a:pt x="728" y="209"/>
                  </a:cubicBezTo>
                  <a:cubicBezTo>
                    <a:pt x="658" y="104"/>
                    <a:pt x="562" y="34"/>
                    <a:pt x="439" y="8"/>
                  </a:cubicBezTo>
                  <a:cubicBezTo>
                    <a:pt x="415" y="3"/>
                    <a:pt x="392" y="0"/>
                    <a:pt x="3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3"/>
            <p:cNvSpPr/>
            <p:nvPr/>
          </p:nvSpPr>
          <p:spPr>
            <a:xfrm>
              <a:off x="979275" y="4174125"/>
              <a:ext cx="30700" cy="33025"/>
            </a:xfrm>
            <a:custGeom>
              <a:avLst/>
              <a:gdLst/>
              <a:ahLst/>
              <a:cxnLst/>
              <a:rect l="l" t="t" r="r" b="b"/>
              <a:pathLst>
                <a:path w="1228" h="1321" extrusionOk="0">
                  <a:moveTo>
                    <a:pt x="643" y="1"/>
                  </a:moveTo>
                  <a:cubicBezTo>
                    <a:pt x="581" y="1"/>
                    <a:pt x="517" y="11"/>
                    <a:pt x="456" y="31"/>
                  </a:cubicBezTo>
                  <a:cubicBezTo>
                    <a:pt x="333" y="66"/>
                    <a:pt x="228" y="136"/>
                    <a:pt x="149" y="224"/>
                  </a:cubicBezTo>
                  <a:cubicBezTo>
                    <a:pt x="105" y="276"/>
                    <a:pt x="0" y="443"/>
                    <a:pt x="44" y="513"/>
                  </a:cubicBezTo>
                  <a:cubicBezTo>
                    <a:pt x="54" y="534"/>
                    <a:pt x="67" y="541"/>
                    <a:pt x="81" y="541"/>
                  </a:cubicBezTo>
                  <a:cubicBezTo>
                    <a:pt x="103" y="541"/>
                    <a:pt x="128" y="524"/>
                    <a:pt x="149" y="513"/>
                  </a:cubicBezTo>
                  <a:cubicBezTo>
                    <a:pt x="198" y="492"/>
                    <a:pt x="251" y="481"/>
                    <a:pt x="302" y="481"/>
                  </a:cubicBezTo>
                  <a:cubicBezTo>
                    <a:pt x="399" y="481"/>
                    <a:pt x="493" y="518"/>
                    <a:pt x="561" y="592"/>
                  </a:cubicBezTo>
                  <a:cubicBezTo>
                    <a:pt x="614" y="653"/>
                    <a:pt x="649" y="732"/>
                    <a:pt x="719" y="776"/>
                  </a:cubicBezTo>
                  <a:cubicBezTo>
                    <a:pt x="763" y="794"/>
                    <a:pt x="807" y="820"/>
                    <a:pt x="850" y="855"/>
                  </a:cubicBezTo>
                  <a:cubicBezTo>
                    <a:pt x="886" y="908"/>
                    <a:pt x="912" y="969"/>
                    <a:pt x="903" y="1030"/>
                  </a:cubicBezTo>
                  <a:cubicBezTo>
                    <a:pt x="912" y="1100"/>
                    <a:pt x="921" y="1179"/>
                    <a:pt x="938" y="1241"/>
                  </a:cubicBezTo>
                  <a:cubicBezTo>
                    <a:pt x="947" y="1276"/>
                    <a:pt x="956" y="1311"/>
                    <a:pt x="1000" y="1320"/>
                  </a:cubicBezTo>
                  <a:cubicBezTo>
                    <a:pt x="1003" y="1320"/>
                    <a:pt x="1006" y="1321"/>
                    <a:pt x="1009" y="1321"/>
                  </a:cubicBezTo>
                  <a:cubicBezTo>
                    <a:pt x="1041" y="1321"/>
                    <a:pt x="1071" y="1281"/>
                    <a:pt x="1087" y="1249"/>
                  </a:cubicBezTo>
                  <a:cubicBezTo>
                    <a:pt x="1175" y="1057"/>
                    <a:pt x="1219" y="855"/>
                    <a:pt x="1219" y="653"/>
                  </a:cubicBezTo>
                  <a:cubicBezTo>
                    <a:pt x="1227" y="504"/>
                    <a:pt x="1192" y="355"/>
                    <a:pt x="1113" y="224"/>
                  </a:cubicBezTo>
                  <a:cubicBezTo>
                    <a:pt x="997" y="81"/>
                    <a:pt x="822" y="1"/>
                    <a:pt x="6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3"/>
            <p:cNvSpPr/>
            <p:nvPr/>
          </p:nvSpPr>
          <p:spPr>
            <a:xfrm>
              <a:off x="999475" y="4193950"/>
              <a:ext cx="5025" cy="10550"/>
            </a:xfrm>
            <a:custGeom>
              <a:avLst/>
              <a:gdLst/>
              <a:ahLst/>
              <a:cxnLst/>
              <a:rect l="l" t="t" r="r" b="b"/>
              <a:pathLst>
                <a:path w="201" h="422" extrusionOk="0">
                  <a:moveTo>
                    <a:pt x="147" y="1"/>
                  </a:moveTo>
                  <a:cubicBezTo>
                    <a:pt x="85" y="1"/>
                    <a:pt x="1" y="116"/>
                    <a:pt x="16" y="237"/>
                  </a:cubicBezTo>
                  <a:lnTo>
                    <a:pt x="16" y="255"/>
                  </a:lnTo>
                  <a:lnTo>
                    <a:pt x="78" y="421"/>
                  </a:lnTo>
                  <a:cubicBezTo>
                    <a:pt x="139" y="325"/>
                    <a:pt x="183" y="211"/>
                    <a:pt x="200" y="97"/>
                  </a:cubicBezTo>
                  <a:cubicBezTo>
                    <a:pt x="200" y="62"/>
                    <a:pt x="200" y="27"/>
                    <a:pt x="174" y="9"/>
                  </a:cubicBezTo>
                  <a:cubicBezTo>
                    <a:pt x="166" y="4"/>
                    <a:pt x="157" y="1"/>
                    <a:pt x="147" y="1"/>
                  </a:cubicBezTo>
                  <a:close/>
                </a:path>
              </a:pathLst>
            </a:custGeom>
            <a:solidFill>
              <a:srgbClr val="EB9C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3"/>
            <p:cNvSpPr/>
            <p:nvPr/>
          </p:nvSpPr>
          <p:spPr>
            <a:xfrm>
              <a:off x="964575" y="4229025"/>
              <a:ext cx="14725" cy="42225"/>
            </a:xfrm>
            <a:custGeom>
              <a:avLst/>
              <a:gdLst/>
              <a:ahLst/>
              <a:cxnLst/>
              <a:rect l="l" t="t" r="r" b="b"/>
              <a:pathLst>
                <a:path w="589" h="1689" extrusionOk="0">
                  <a:moveTo>
                    <a:pt x="404" y="0"/>
                  </a:moveTo>
                  <a:cubicBezTo>
                    <a:pt x="352" y="0"/>
                    <a:pt x="308" y="35"/>
                    <a:pt x="290" y="79"/>
                  </a:cubicBezTo>
                  <a:cubicBezTo>
                    <a:pt x="264" y="123"/>
                    <a:pt x="246" y="158"/>
                    <a:pt x="238" y="202"/>
                  </a:cubicBezTo>
                  <a:cubicBezTo>
                    <a:pt x="106" y="605"/>
                    <a:pt x="27" y="1035"/>
                    <a:pt x="10" y="1464"/>
                  </a:cubicBezTo>
                  <a:cubicBezTo>
                    <a:pt x="1" y="1508"/>
                    <a:pt x="10" y="1552"/>
                    <a:pt x="27" y="1596"/>
                  </a:cubicBezTo>
                  <a:cubicBezTo>
                    <a:pt x="43" y="1657"/>
                    <a:pt x="94" y="1688"/>
                    <a:pt x="146" y="1688"/>
                  </a:cubicBezTo>
                  <a:cubicBezTo>
                    <a:pt x="183" y="1688"/>
                    <a:pt x="221" y="1672"/>
                    <a:pt x="246" y="1639"/>
                  </a:cubicBezTo>
                  <a:cubicBezTo>
                    <a:pt x="273" y="1596"/>
                    <a:pt x="290" y="1560"/>
                    <a:pt x="308" y="1517"/>
                  </a:cubicBezTo>
                  <a:cubicBezTo>
                    <a:pt x="448" y="1148"/>
                    <a:pt x="544" y="763"/>
                    <a:pt x="571" y="368"/>
                  </a:cubicBezTo>
                  <a:cubicBezTo>
                    <a:pt x="588" y="281"/>
                    <a:pt x="579" y="184"/>
                    <a:pt x="536" y="97"/>
                  </a:cubicBezTo>
                  <a:cubicBezTo>
                    <a:pt x="509" y="44"/>
                    <a:pt x="465" y="9"/>
                    <a:pt x="404" y="0"/>
                  </a:cubicBezTo>
                  <a:close/>
                </a:path>
              </a:pathLst>
            </a:custGeom>
            <a:solidFill>
              <a:srgbClr val="EB9C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3"/>
            <p:cNvSpPr/>
            <p:nvPr/>
          </p:nvSpPr>
          <p:spPr>
            <a:xfrm>
              <a:off x="965900" y="4214775"/>
              <a:ext cx="65550" cy="64775"/>
            </a:xfrm>
            <a:custGeom>
              <a:avLst/>
              <a:gdLst/>
              <a:ahLst/>
              <a:cxnLst/>
              <a:rect l="l" t="t" r="r" b="b"/>
              <a:pathLst>
                <a:path w="2622" h="2591" extrusionOk="0">
                  <a:moveTo>
                    <a:pt x="1596" y="0"/>
                  </a:moveTo>
                  <a:cubicBezTo>
                    <a:pt x="1429" y="298"/>
                    <a:pt x="1245" y="579"/>
                    <a:pt x="1026" y="842"/>
                  </a:cubicBezTo>
                  <a:cubicBezTo>
                    <a:pt x="991" y="737"/>
                    <a:pt x="947" y="640"/>
                    <a:pt x="895" y="544"/>
                  </a:cubicBezTo>
                  <a:cubicBezTo>
                    <a:pt x="860" y="430"/>
                    <a:pt x="842" y="325"/>
                    <a:pt x="807" y="220"/>
                  </a:cubicBezTo>
                  <a:cubicBezTo>
                    <a:pt x="789" y="176"/>
                    <a:pt x="789" y="132"/>
                    <a:pt x="789" y="97"/>
                  </a:cubicBezTo>
                  <a:cubicBezTo>
                    <a:pt x="640" y="132"/>
                    <a:pt x="509" y="184"/>
                    <a:pt x="377" y="246"/>
                  </a:cubicBezTo>
                  <a:cubicBezTo>
                    <a:pt x="246" y="342"/>
                    <a:pt x="158" y="465"/>
                    <a:pt x="114" y="605"/>
                  </a:cubicBezTo>
                  <a:cubicBezTo>
                    <a:pt x="114" y="614"/>
                    <a:pt x="114" y="623"/>
                    <a:pt x="106" y="623"/>
                  </a:cubicBezTo>
                  <a:cubicBezTo>
                    <a:pt x="62" y="781"/>
                    <a:pt x="27" y="930"/>
                    <a:pt x="9" y="1087"/>
                  </a:cubicBezTo>
                  <a:cubicBezTo>
                    <a:pt x="0" y="1114"/>
                    <a:pt x="9" y="1149"/>
                    <a:pt x="27" y="1175"/>
                  </a:cubicBezTo>
                  <a:cubicBezTo>
                    <a:pt x="53" y="1201"/>
                    <a:pt x="97" y="1219"/>
                    <a:pt x="149" y="1219"/>
                  </a:cubicBezTo>
                  <a:cubicBezTo>
                    <a:pt x="220" y="1228"/>
                    <a:pt x="299" y="1236"/>
                    <a:pt x="377" y="1245"/>
                  </a:cubicBezTo>
                  <a:lnTo>
                    <a:pt x="377" y="1228"/>
                  </a:lnTo>
                  <a:cubicBezTo>
                    <a:pt x="377" y="1228"/>
                    <a:pt x="386" y="1219"/>
                    <a:pt x="386" y="1219"/>
                  </a:cubicBezTo>
                  <a:cubicBezTo>
                    <a:pt x="404" y="1263"/>
                    <a:pt x="412" y="1307"/>
                    <a:pt x="421" y="1359"/>
                  </a:cubicBezTo>
                  <a:cubicBezTo>
                    <a:pt x="430" y="1377"/>
                    <a:pt x="439" y="1394"/>
                    <a:pt x="448" y="1412"/>
                  </a:cubicBezTo>
                  <a:cubicBezTo>
                    <a:pt x="544" y="1780"/>
                    <a:pt x="526" y="2174"/>
                    <a:pt x="404" y="2534"/>
                  </a:cubicBezTo>
                  <a:cubicBezTo>
                    <a:pt x="703" y="2581"/>
                    <a:pt x="1196" y="2591"/>
                    <a:pt x="1542" y="2591"/>
                  </a:cubicBezTo>
                  <a:cubicBezTo>
                    <a:pt x="1772" y="2591"/>
                    <a:pt x="1938" y="2586"/>
                    <a:pt x="1938" y="2586"/>
                  </a:cubicBezTo>
                  <a:lnTo>
                    <a:pt x="2008" y="2560"/>
                  </a:lnTo>
                  <a:cubicBezTo>
                    <a:pt x="1999" y="2507"/>
                    <a:pt x="1973" y="2464"/>
                    <a:pt x="1946" y="2429"/>
                  </a:cubicBezTo>
                  <a:cubicBezTo>
                    <a:pt x="1885" y="2341"/>
                    <a:pt x="1859" y="2227"/>
                    <a:pt x="1868" y="2122"/>
                  </a:cubicBezTo>
                  <a:cubicBezTo>
                    <a:pt x="1876" y="1789"/>
                    <a:pt x="1903" y="1456"/>
                    <a:pt x="1964" y="1131"/>
                  </a:cubicBezTo>
                  <a:cubicBezTo>
                    <a:pt x="1964" y="1193"/>
                    <a:pt x="1973" y="1254"/>
                    <a:pt x="1973" y="1254"/>
                  </a:cubicBezTo>
                  <a:cubicBezTo>
                    <a:pt x="2055" y="1264"/>
                    <a:pt x="2137" y="1269"/>
                    <a:pt x="2219" y="1269"/>
                  </a:cubicBezTo>
                  <a:cubicBezTo>
                    <a:pt x="2355" y="1269"/>
                    <a:pt x="2490" y="1255"/>
                    <a:pt x="2621" y="1228"/>
                  </a:cubicBezTo>
                  <a:lnTo>
                    <a:pt x="2621" y="947"/>
                  </a:lnTo>
                  <a:cubicBezTo>
                    <a:pt x="2621" y="895"/>
                    <a:pt x="2621" y="851"/>
                    <a:pt x="2613" y="798"/>
                  </a:cubicBezTo>
                  <a:cubicBezTo>
                    <a:pt x="2613" y="781"/>
                    <a:pt x="2613" y="763"/>
                    <a:pt x="2604" y="737"/>
                  </a:cubicBezTo>
                  <a:cubicBezTo>
                    <a:pt x="2578" y="596"/>
                    <a:pt x="2516" y="465"/>
                    <a:pt x="2429" y="351"/>
                  </a:cubicBezTo>
                  <a:cubicBezTo>
                    <a:pt x="2183" y="167"/>
                    <a:pt x="1894" y="35"/>
                    <a:pt x="1596" y="0"/>
                  </a:cubicBezTo>
                  <a:close/>
                </a:path>
              </a:pathLst>
            </a:custGeom>
            <a:solidFill>
              <a:srgbClr val="E8F5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3"/>
            <p:cNvSpPr/>
            <p:nvPr/>
          </p:nvSpPr>
          <p:spPr>
            <a:xfrm>
              <a:off x="971600" y="4231425"/>
              <a:ext cx="3975" cy="14700"/>
            </a:xfrm>
            <a:custGeom>
              <a:avLst/>
              <a:gdLst/>
              <a:ahLst/>
              <a:cxnLst/>
              <a:rect l="l" t="t" r="r" b="b"/>
              <a:pathLst>
                <a:path w="159" h="588" extrusionOk="0">
                  <a:moveTo>
                    <a:pt x="97" y="1"/>
                  </a:moveTo>
                  <a:cubicBezTo>
                    <a:pt x="62" y="150"/>
                    <a:pt x="27" y="307"/>
                    <a:pt x="9" y="465"/>
                  </a:cubicBezTo>
                  <a:cubicBezTo>
                    <a:pt x="0" y="491"/>
                    <a:pt x="0" y="509"/>
                    <a:pt x="9" y="535"/>
                  </a:cubicBezTo>
                  <a:cubicBezTo>
                    <a:pt x="27" y="570"/>
                    <a:pt x="158" y="588"/>
                    <a:pt x="158" y="588"/>
                  </a:cubicBezTo>
                  <a:cubicBezTo>
                    <a:pt x="158" y="588"/>
                    <a:pt x="132" y="465"/>
                    <a:pt x="132" y="421"/>
                  </a:cubicBezTo>
                  <a:cubicBezTo>
                    <a:pt x="106" y="281"/>
                    <a:pt x="97" y="141"/>
                    <a:pt x="97" y="1"/>
                  </a:cubicBezTo>
                  <a:close/>
                </a:path>
              </a:pathLst>
            </a:custGeom>
            <a:solidFill>
              <a:srgbClr val="7DBC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3"/>
            <p:cNvSpPr/>
            <p:nvPr/>
          </p:nvSpPr>
          <p:spPr>
            <a:xfrm>
              <a:off x="974450" y="4244150"/>
              <a:ext cx="31575" cy="7675"/>
            </a:xfrm>
            <a:custGeom>
              <a:avLst/>
              <a:gdLst/>
              <a:ahLst/>
              <a:cxnLst/>
              <a:rect l="l" t="t" r="r" b="b"/>
              <a:pathLst>
                <a:path w="1263" h="307" extrusionOk="0">
                  <a:moveTo>
                    <a:pt x="27" y="0"/>
                  </a:moveTo>
                  <a:lnTo>
                    <a:pt x="27" y="0"/>
                  </a:lnTo>
                  <a:cubicBezTo>
                    <a:pt x="0" y="53"/>
                    <a:pt x="62" y="158"/>
                    <a:pt x="97" y="202"/>
                  </a:cubicBezTo>
                  <a:cubicBezTo>
                    <a:pt x="158" y="263"/>
                    <a:pt x="228" y="298"/>
                    <a:pt x="316" y="307"/>
                  </a:cubicBezTo>
                  <a:cubicBezTo>
                    <a:pt x="412" y="307"/>
                    <a:pt x="500" y="298"/>
                    <a:pt x="596" y="281"/>
                  </a:cubicBezTo>
                  <a:cubicBezTo>
                    <a:pt x="613" y="279"/>
                    <a:pt x="629" y="279"/>
                    <a:pt x="645" y="279"/>
                  </a:cubicBezTo>
                  <a:cubicBezTo>
                    <a:pt x="741" y="279"/>
                    <a:pt x="832" y="298"/>
                    <a:pt x="930" y="298"/>
                  </a:cubicBezTo>
                  <a:cubicBezTo>
                    <a:pt x="1052" y="289"/>
                    <a:pt x="1166" y="237"/>
                    <a:pt x="1263" y="158"/>
                  </a:cubicBezTo>
                  <a:lnTo>
                    <a:pt x="1263" y="158"/>
                  </a:lnTo>
                  <a:cubicBezTo>
                    <a:pt x="1103" y="172"/>
                    <a:pt x="944" y="179"/>
                    <a:pt x="786" y="179"/>
                  </a:cubicBezTo>
                  <a:cubicBezTo>
                    <a:pt x="658" y="179"/>
                    <a:pt x="530" y="174"/>
                    <a:pt x="404" y="167"/>
                  </a:cubicBezTo>
                  <a:cubicBezTo>
                    <a:pt x="228" y="158"/>
                    <a:pt x="114" y="123"/>
                    <a:pt x="27" y="0"/>
                  </a:cubicBezTo>
                  <a:close/>
                </a:path>
              </a:pathLst>
            </a:custGeom>
            <a:solidFill>
              <a:srgbClr val="7DBC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3"/>
            <p:cNvSpPr/>
            <p:nvPr/>
          </p:nvSpPr>
          <p:spPr>
            <a:xfrm>
              <a:off x="1008850" y="4228800"/>
              <a:ext cx="7050" cy="50325"/>
            </a:xfrm>
            <a:custGeom>
              <a:avLst/>
              <a:gdLst/>
              <a:ahLst/>
              <a:cxnLst/>
              <a:rect l="l" t="t" r="r" b="b"/>
              <a:pathLst>
                <a:path w="282" h="2013" extrusionOk="0">
                  <a:moveTo>
                    <a:pt x="193" y="0"/>
                  </a:moveTo>
                  <a:lnTo>
                    <a:pt x="193" y="0"/>
                  </a:lnTo>
                  <a:cubicBezTo>
                    <a:pt x="211" y="281"/>
                    <a:pt x="185" y="553"/>
                    <a:pt x="132" y="824"/>
                  </a:cubicBezTo>
                  <a:cubicBezTo>
                    <a:pt x="79" y="1017"/>
                    <a:pt x="44" y="1201"/>
                    <a:pt x="18" y="1394"/>
                  </a:cubicBezTo>
                  <a:cubicBezTo>
                    <a:pt x="1" y="1587"/>
                    <a:pt x="44" y="1780"/>
                    <a:pt x="141" y="1946"/>
                  </a:cubicBezTo>
                  <a:cubicBezTo>
                    <a:pt x="158" y="1964"/>
                    <a:pt x="176" y="1990"/>
                    <a:pt x="202" y="1999"/>
                  </a:cubicBezTo>
                  <a:cubicBezTo>
                    <a:pt x="215" y="2008"/>
                    <a:pt x="231" y="2012"/>
                    <a:pt x="245" y="2012"/>
                  </a:cubicBezTo>
                  <a:cubicBezTo>
                    <a:pt x="259" y="2012"/>
                    <a:pt x="272" y="2008"/>
                    <a:pt x="281" y="1999"/>
                  </a:cubicBezTo>
                  <a:cubicBezTo>
                    <a:pt x="193" y="1894"/>
                    <a:pt x="158" y="1754"/>
                    <a:pt x="176" y="1613"/>
                  </a:cubicBezTo>
                  <a:cubicBezTo>
                    <a:pt x="176" y="1271"/>
                    <a:pt x="211" y="938"/>
                    <a:pt x="246" y="596"/>
                  </a:cubicBezTo>
                  <a:lnTo>
                    <a:pt x="255" y="675"/>
                  </a:lnTo>
                  <a:cubicBezTo>
                    <a:pt x="237" y="447"/>
                    <a:pt x="220" y="228"/>
                    <a:pt x="193" y="0"/>
                  </a:cubicBezTo>
                  <a:close/>
                </a:path>
              </a:pathLst>
            </a:custGeom>
            <a:solidFill>
              <a:srgbClr val="7DBC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3"/>
            <p:cNvSpPr/>
            <p:nvPr/>
          </p:nvSpPr>
          <p:spPr>
            <a:xfrm>
              <a:off x="978600" y="4266700"/>
              <a:ext cx="44300" cy="83525"/>
            </a:xfrm>
            <a:custGeom>
              <a:avLst/>
              <a:gdLst/>
              <a:ahLst/>
              <a:cxnLst/>
              <a:rect l="l" t="t" r="r" b="b"/>
              <a:pathLst>
                <a:path w="1772" h="3341" extrusionOk="0">
                  <a:moveTo>
                    <a:pt x="1" y="1"/>
                  </a:moveTo>
                  <a:cubicBezTo>
                    <a:pt x="78" y="7"/>
                    <a:pt x="155" y="11"/>
                    <a:pt x="232" y="13"/>
                  </a:cubicBezTo>
                  <a:lnTo>
                    <a:pt x="232" y="13"/>
                  </a:lnTo>
                  <a:cubicBezTo>
                    <a:pt x="142" y="8"/>
                    <a:pt x="17" y="1"/>
                    <a:pt x="1" y="1"/>
                  </a:cubicBezTo>
                  <a:close/>
                  <a:moveTo>
                    <a:pt x="676" y="10"/>
                  </a:moveTo>
                  <a:cubicBezTo>
                    <a:pt x="585" y="13"/>
                    <a:pt x="493" y="15"/>
                    <a:pt x="400" y="15"/>
                  </a:cubicBezTo>
                  <a:cubicBezTo>
                    <a:pt x="344" y="15"/>
                    <a:pt x="288" y="15"/>
                    <a:pt x="232" y="13"/>
                  </a:cubicBezTo>
                  <a:lnTo>
                    <a:pt x="232" y="13"/>
                  </a:lnTo>
                  <a:cubicBezTo>
                    <a:pt x="284" y="16"/>
                    <a:pt x="325" y="18"/>
                    <a:pt x="325" y="18"/>
                  </a:cubicBezTo>
                  <a:cubicBezTo>
                    <a:pt x="220" y="781"/>
                    <a:pt x="290" y="1552"/>
                    <a:pt x="536" y="2289"/>
                  </a:cubicBezTo>
                  <a:cubicBezTo>
                    <a:pt x="650" y="2631"/>
                    <a:pt x="799" y="2973"/>
                    <a:pt x="842" y="3332"/>
                  </a:cubicBezTo>
                  <a:cubicBezTo>
                    <a:pt x="892" y="3338"/>
                    <a:pt x="943" y="3341"/>
                    <a:pt x="993" y="3341"/>
                  </a:cubicBezTo>
                  <a:cubicBezTo>
                    <a:pt x="1095" y="3341"/>
                    <a:pt x="1196" y="3329"/>
                    <a:pt x="1289" y="3306"/>
                  </a:cubicBezTo>
                  <a:cubicBezTo>
                    <a:pt x="1395" y="3288"/>
                    <a:pt x="1474" y="3200"/>
                    <a:pt x="1482" y="3104"/>
                  </a:cubicBezTo>
                  <a:cubicBezTo>
                    <a:pt x="1631" y="2578"/>
                    <a:pt x="1772" y="2043"/>
                    <a:pt x="1745" y="1491"/>
                  </a:cubicBezTo>
                  <a:cubicBezTo>
                    <a:pt x="1728" y="983"/>
                    <a:pt x="1552" y="492"/>
                    <a:pt x="1368" y="18"/>
                  </a:cubicBezTo>
                  <a:lnTo>
                    <a:pt x="676" y="1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3"/>
            <p:cNvSpPr/>
            <p:nvPr/>
          </p:nvSpPr>
          <p:spPr>
            <a:xfrm>
              <a:off x="970500" y="4266700"/>
              <a:ext cx="26750" cy="83975"/>
            </a:xfrm>
            <a:custGeom>
              <a:avLst/>
              <a:gdLst/>
              <a:ahLst/>
              <a:cxnLst/>
              <a:rect l="l" t="t" r="r" b="b"/>
              <a:pathLst>
                <a:path w="1070" h="3359" extrusionOk="0">
                  <a:moveTo>
                    <a:pt x="342" y="1"/>
                  </a:moveTo>
                  <a:cubicBezTo>
                    <a:pt x="299" y="27"/>
                    <a:pt x="290" y="97"/>
                    <a:pt x="272" y="141"/>
                  </a:cubicBezTo>
                  <a:cubicBezTo>
                    <a:pt x="150" y="465"/>
                    <a:pt x="79" y="816"/>
                    <a:pt x="53" y="1167"/>
                  </a:cubicBezTo>
                  <a:cubicBezTo>
                    <a:pt x="1" y="1886"/>
                    <a:pt x="141" y="2596"/>
                    <a:pt x="272" y="3314"/>
                  </a:cubicBezTo>
                  <a:cubicBezTo>
                    <a:pt x="483" y="3341"/>
                    <a:pt x="702" y="3358"/>
                    <a:pt x="921" y="3358"/>
                  </a:cubicBezTo>
                  <a:cubicBezTo>
                    <a:pt x="1026" y="3113"/>
                    <a:pt x="1070" y="2841"/>
                    <a:pt x="1044" y="2578"/>
                  </a:cubicBezTo>
                  <a:cubicBezTo>
                    <a:pt x="1026" y="2315"/>
                    <a:pt x="991" y="2052"/>
                    <a:pt x="939" y="1789"/>
                  </a:cubicBezTo>
                  <a:cubicBezTo>
                    <a:pt x="833" y="1211"/>
                    <a:pt x="772" y="623"/>
                    <a:pt x="754" y="45"/>
                  </a:cubicBezTo>
                  <a:cubicBezTo>
                    <a:pt x="614" y="18"/>
                    <a:pt x="483" y="10"/>
                    <a:pt x="34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3"/>
            <p:cNvSpPr/>
            <p:nvPr/>
          </p:nvSpPr>
          <p:spPr>
            <a:xfrm>
              <a:off x="1005125" y="4403900"/>
              <a:ext cx="16475" cy="27850"/>
            </a:xfrm>
            <a:custGeom>
              <a:avLst/>
              <a:gdLst/>
              <a:ahLst/>
              <a:cxnLst/>
              <a:rect l="l" t="t" r="r" b="b"/>
              <a:pathLst>
                <a:path w="659" h="1114" extrusionOk="0">
                  <a:moveTo>
                    <a:pt x="97" y="0"/>
                  </a:moveTo>
                  <a:cubicBezTo>
                    <a:pt x="97" y="97"/>
                    <a:pt x="79" y="193"/>
                    <a:pt x="62" y="290"/>
                  </a:cubicBezTo>
                  <a:cubicBezTo>
                    <a:pt x="18" y="404"/>
                    <a:pt x="1" y="526"/>
                    <a:pt x="18" y="649"/>
                  </a:cubicBezTo>
                  <a:cubicBezTo>
                    <a:pt x="36" y="667"/>
                    <a:pt x="44" y="684"/>
                    <a:pt x="62" y="702"/>
                  </a:cubicBezTo>
                  <a:cubicBezTo>
                    <a:pt x="150" y="789"/>
                    <a:pt x="211" y="903"/>
                    <a:pt x="246" y="1026"/>
                  </a:cubicBezTo>
                  <a:cubicBezTo>
                    <a:pt x="264" y="1043"/>
                    <a:pt x="281" y="1052"/>
                    <a:pt x="307" y="1070"/>
                  </a:cubicBezTo>
                  <a:cubicBezTo>
                    <a:pt x="349" y="1100"/>
                    <a:pt x="404" y="1113"/>
                    <a:pt x="456" y="1113"/>
                  </a:cubicBezTo>
                  <a:cubicBezTo>
                    <a:pt x="480" y="1113"/>
                    <a:pt x="504" y="1110"/>
                    <a:pt x="527" y="1105"/>
                  </a:cubicBezTo>
                  <a:cubicBezTo>
                    <a:pt x="605" y="1079"/>
                    <a:pt x="658" y="1008"/>
                    <a:pt x="658" y="930"/>
                  </a:cubicBezTo>
                  <a:cubicBezTo>
                    <a:pt x="649" y="868"/>
                    <a:pt x="623" y="816"/>
                    <a:pt x="579" y="772"/>
                  </a:cubicBezTo>
                  <a:cubicBezTo>
                    <a:pt x="430" y="544"/>
                    <a:pt x="342" y="281"/>
                    <a:pt x="334" y="0"/>
                  </a:cubicBezTo>
                  <a:cubicBezTo>
                    <a:pt x="300" y="8"/>
                    <a:pt x="267" y="10"/>
                    <a:pt x="234" y="10"/>
                  </a:cubicBezTo>
                  <a:cubicBezTo>
                    <a:pt x="188" y="10"/>
                    <a:pt x="143" y="5"/>
                    <a:pt x="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3"/>
            <p:cNvSpPr/>
            <p:nvPr/>
          </p:nvSpPr>
          <p:spPr>
            <a:xfrm>
              <a:off x="971375" y="4402975"/>
              <a:ext cx="20200" cy="23250"/>
            </a:xfrm>
            <a:custGeom>
              <a:avLst/>
              <a:gdLst/>
              <a:ahLst/>
              <a:cxnLst/>
              <a:rect l="l" t="t" r="r" b="b"/>
              <a:pathLst>
                <a:path w="808" h="930" extrusionOk="0">
                  <a:moveTo>
                    <a:pt x="608" y="1"/>
                  </a:moveTo>
                  <a:cubicBezTo>
                    <a:pt x="573" y="1"/>
                    <a:pt x="542" y="2"/>
                    <a:pt x="535" y="2"/>
                  </a:cubicBezTo>
                  <a:cubicBezTo>
                    <a:pt x="465" y="20"/>
                    <a:pt x="483" y="72"/>
                    <a:pt x="474" y="134"/>
                  </a:cubicBezTo>
                  <a:cubicBezTo>
                    <a:pt x="456" y="265"/>
                    <a:pt x="395" y="388"/>
                    <a:pt x="316" y="484"/>
                  </a:cubicBezTo>
                  <a:cubicBezTo>
                    <a:pt x="211" y="572"/>
                    <a:pt x="123" y="668"/>
                    <a:pt x="36" y="774"/>
                  </a:cubicBezTo>
                  <a:cubicBezTo>
                    <a:pt x="9" y="826"/>
                    <a:pt x="1" y="888"/>
                    <a:pt x="44" y="923"/>
                  </a:cubicBezTo>
                  <a:cubicBezTo>
                    <a:pt x="62" y="927"/>
                    <a:pt x="80" y="929"/>
                    <a:pt x="96" y="929"/>
                  </a:cubicBezTo>
                  <a:cubicBezTo>
                    <a:pt x="112" y="929"/>
                    <a:pt x="128" y="927"/>
                    <a:pt x="141" y="923"/>
                  </a:cubicBezTo>
                  <a:cubicBezTo>
                    <a:pt x="334" y="870"/>
                    <a:pt x="518" y="800"/>
                    <a:pt x="702" y="704"/>
                  </a:cubicBezTo>
                  <a:cubicBezTo>
                    <a:pt x="746" y="677"/>
                    <a:pt x="790" y="651"/>
                    <a:pt x="798" y="598"/>
                  </a:cubicBezTo>
                  <a:cubicBezTo>
                    <a:pt x="807" y="581"/>
                    <a:pt x="807" y="555"/>
                    <a:pt x="798" y="528"/>
                  </a:cubicBezTo>
                  <a:lnTo>
                    <a:pt x="719" y="20"/>
                  </a:lnTo>
                  <a:cubicBezTo>
                    <a:pt x="719" y="4"/>
                    <a:pt x="659" y="1"/>
                    <a:pt x="6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3"/>
            <p:cNvSpPr/>
            <p:nvPr/>
          </p:nvSpPr>
          <p:spPr>
            <a:xfrm>
              <a:off x="999000" y="4338350"/>
              <a:ext cx="21700" cy="69950"/>
            </a:xfrm>
            <a:custGeom>
              <a:avLst/>
              <a:gdLst/>
              <a:ahLst/>
              <a:cxnLst/>
              <a:rect l="l" t="t" r="r" b="b"/>
              <a:pathLst>
                <a:path w="868" h="2798" extrusionOk="0">
                  <a:moveTo>
                    <a:pt x="386" y="0"/>
                  </a:moveTo>
                  <a:cubicBezTo>
                    <a:pt x="214" y="0"/>
                    <a:pt x="1" y="160"/>
                    <a:pt x="9" y="343"/>
                  </a:cubicBezTo>
                  <a:cubicBezTo>
                    <a:pt x="18" y="483"/>
                    <a:pt x="53" y="624"/>
                    <a:pt x="70" y="764"/>
                  </a:cubicBezTo>
                  <a:lnTo>
                    <a:pt x="132" y="1185"/>
                  </a:lnTo>
                  <a:cubicBezTo>
                    <a:pt x="237" y="1939"/>
                    <a:pt x="298" y="2342"/>
                    <a:pt x="289" y="2780"/>
                  </a:cubicBezTo>
                  <a:lnTo>
                    <a:pt x="342" y="2789"/>
                  </a:lnTo>
                  <a:cubicBezTo>
                    <a:pt x="412" y="2789"/>
                    <a:pt x="473" y="2789"/>
                    <a:pt x="544" y="2798"/>
                  </a:cubicBezTo>
                  <a:lnTo>
                    <a:pt x="666" y="2798"/>
                  </a:lnTo>
                  <a:cubicBezTo>
                    <a:pt x="622" y="2140"/>
                    <a:pt x="868" y="1527"/>
                    <a:pt x="798" y="887"/>
                  </a:cubicBezTo>
                  <a:cubicBezTo>
                    <a:pt x="772" y="668"/>
                    <a:pt x="728" y="457"/>
                    <a:pt x="658" y="247"/>
                  </a:cubicBezTo>
                  <a:cubicBezTo>
                    <a:pt x="649" y="185"/>
                    <a:pt x="622" y="124"/>
                    <a:pt x="579" y="71"/>
                  </a:cubicBezTo>
                  <a:cubicBezTo>
                    <a:pt x="535" y="28"/>
                    <a:pt x="473" y="1"/>
                    <a:pt x="412" y="1"/>
                  </a:cubicBezTo>
                  <a:cubicBezTo>
                    <a:pt x="404" y="0"/>
                    <a:pt x="395" y="0"/>
                    <a:pt x="3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3"/>
            <p:cNvSpPr/>
            <p:nvPr/>
          </p:nvSpPr>
          <p:spPr>
            <a:xfrm>
              <a:off x="976650" y="4339200"/>
              <a:ext cx="20175" cy="68000"/>
            </a:xfrm>
            <a:custGeom>
              <a:avLst/>
              <a:gdLst/>
              <a:ahLst/>
              <a:cxnLst/>
              <a:rect l="l" t="t" r="r" b="b"/>
              <a:pathLst>
                <a:path w="807" h="2720" extrusionOk="0">
                  <a:moveTo>
                    <a:pt x="728" y="37"/>
                  </a:moveTo>
                  <a:cubicBezTo>
                    <a:pt x="728" y="38"/>
                    <a:pt x="727" y="38"/>
                    <a:pt x="727" y="38"/>
                  </a:cubicBezTo>
                  <a:lnTo>
                    <a:pt x="727" y="38"/>
                  </a:lnTo>
                  <a:cubicBezTo>
                    <a:pt x="727" y="38"/>
                    <a:pt x="728" y="38"/>
                    <a:pt x="728" y="37"/>
                  </a:cubicBezTo>
                  <a:close/>
                  <a:moveTo>
                    <a:pt x="83" y="1"/>
                  </a:moveTo>
                  <a:cubicBezTo>
                    <a:pt x="78" y="1"/>
                    <a:pt x="74" y="1"/>
                    <a:pt x="70" y="2"/>
                  </a:cubicBezTo>
                  <a:cubicBezTo>
                    <a:pt x="0" y="37"/>
                    <a:pt x="26" y="222"/>
                    <a:pt x="26" y="283"/>
                  </a:cubicBezTo>
                  <a:cubicBezTo>
                    <a:pt x="26" y="397"/>
                    <a:pt x="35" y="520"/>
                    <a:pt x="44" y="634"/>
                  </a:cubicBezTo>
                  <a:cubicBezTo>
                    <a:pt x="149" y="1317"/>
                    <a:pt x="202" y="2001"/>
                    <a:pt x="219" y="2694"/>
                  </a:cubicBezTo>
                  <a:lnTo>
                    <a:pt x="552" y="2720"/>
                  </a:lnTo>
                  <a:cubicBezTo>
                    <a:pt x="605" y="2211"/>
                    <a:pt x="806" y="1703"/>
                    <a:pt x="763" y="1186"/>
                  </a:cubicBezTo>
                  <a:cubicBezTo>
                    <a:pt x="754" y="993"/>
                    <a:pt x="701" y="809"/>
                    <a:pt x="675" y="607"/>
                  </a:cubicBezTo>
                  <a:cubicBezTo>
                    <a:pt x="640" y="415"/>
                    <a:pt x="657" y="222"/>
                    <a:pt x="727" y="38"/>
                  </a:cubicBezTo>
                  <a:lnTo>
                    <a:pt x="727" y="38"/>
                  </a:lnTo>
                  <a:cubicBezTo>
                    <a:pt x="723" y="49"/>
                    <a:pt x="668" y="52"/>
                    <a:pt x="604" y="52"/>
                  </a:cubicBezTo>
                  <a:cubicBezTo>
                    <a:pt x="518" y="52"/>
                    <a:pt x="415" y="46"/>
                    <a:pt x="394" y="46"/>
                  </a:cubicBezTo>
                  <a:cubicBezTo>
                    <a:pt x="333" y="46"/>
                    <a:pt x="281" y="37"/>
                    <a:pt x="219" y="29"/>
                  </a:cubicBezTo>
                  <a:cubicBezTo>
                    <a:pt x="188" y="29"/>
                    <a:pt x="122" y="1"/>
                    <a:pt x="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3"/>
            <p:cNvSpPr/>
            <p:nvPr/>
          </p:nvSpPr>
          <p:spPr>
            <a:xfrm>
              <a:off x="919450" y="4262300"/>
              <a:ext cx="53050" cy="18125"/>
            </a:xfrm>
            <a:custGeom>
              <a:avLst/>
              <a:gdLst/>
              <a:ahLst/>
              <a:cxnLst/>
              <a:rect l="l" t="t" r="r" b="b"/>
              <a:pathLst>
                <a:path w="2122" h="725" extrusionOk="0">
                  <a:moveTo>
                    <a:pt x="1880" y="0"/>
                  </a:moveTo>
                  <a:cubicBezTo>
                    <a:pt x="1753" y="0"/>
                    <a:pt x="1608" y="37"/>
                    <a:pt x="1543" y="54"/>
                  </a:cubicBezTo>
                  <a:cubicBezTo>
                    <a:pt x="1473" y="72"/>
                    <a:pt x="1403" y="98"/>
                    <a:pt x="1341" y="124"/>
                  </a:cubicBezTo>
                  <a:cubicBezTo>
                    <a:pt x="1113" y="212"/>
                    <a:pt x="885" y="343"/>
                    <a:pt x="640" y="343"/>
                  </a:cubicBezTo>
                  <a:cubicBezTo>
                    <a:pt x="568" y="333"/>
                    <a:pt x="493" y="329"/>
                    <a:pt x="419" y="329"/>
                  </a:cubicBezTo>
                  <a:cubicBezTo>
                    <a:pt x="366" y="329"/>
                    <a:pt x="314" y="331"/>
                    <a:pt x="263" y="335"/>
                  </a:cubicBezTo>
                  <a:lnTo>
                    <a:pt x="500" y="422"/>
                  </a:lnTo>
                  <a:cubicBezTo>
                    <a:pt x="386" y="510"/>
                    <a:pt x="254" y="554"/>
                    <a:pt x="114" y="554"/>
                  </a:cubicBezTo>
                  <a:cubicBezTo>
                    <a:pt x="70" y="554"/>
                    <a:pt x="18" y="554"/>
                    <a:pt x="0" y="589"/>
                  </a:cubicBezTo>
                  <a:cubicBezTo>
                    <a:pt x="90" y="679"/>
                    <a:pt x="206" y="724"/>
                    <a:pt x="326" y="724"/>
                  </a:cubicBezTo>
                  <a:cubicBezTo>
                    <a:pt x="346" y="724"/>
                    <a:pt x="366" y="723"/>
                    <a:pt x="386" y="720"/>
                  </a:cubicBezTo>
                  <a:cubicBezTo>
                    <a:pt x="491" y="694"/>
                    <a:pt x="596" y="659"/>
                    <a:pt x="693" y="606"/>
                  </a:cubicBezTo>
                  <a:cubicBezTo>
                    <a:pt x="1043" y="457"/>
                    <a:pt x="1429" y="466"/>
                    <a:pt x="1797" y="396"/>
                  </a:cubicBezTo>
                  <a:cubicBezTo>
                    <a:pt x="1867" y="387"/>
                    <a:pt x="1937" y="361"/>
                    <a:pt x="1990" y="335"/>
                  </a:cubicBezTo>
                  <a:cubicBezTo>
                    <a:pt x="2051" y="300"/>
                    <a:pt x="2095" y="238"/>
                    <a:pt x="2104" y="177"/>
                  </a:cubicBezTo>
                  <a:cubicBezTo>
                    <a:pt x="2122" y="39"/>
                    <a:pt x="2011" y="0"/>
                    <a:pt x="1880" y="0"/>
                  </a:cubicBezTo>
                  <a:close/>
                </a:path>
              </a:pathLst>
            </a:custGeom>
            <a:solidFill>
              <a:srgbClr val="EB9C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3"/>
            <p:cNvSpPr/>
            <p:nvPr/>
          </p:nvSpPr>
          <p:spPr>
            <a:xfrm>
              <a:off x="987375" y="4287525"/>
              <a:ext cx="9875" cy="55475"/>
            </a:xfrm>
            <a:custGeom>
              <a:avLst/>
              <a:gdLst/>
              <a:ahLst/>
              <a:cxnLst/>
              <a:rect l="l" t="t" r="r" b="b"/>
              <a:pathLst>
                <a:path w="395" h="2219" extrusionOk="0">
                  <a:moveTo>
                    <a:pt x="88" y="1"/>
                  </a:moveTo>
                  <a:cubicBezTo>
                    <a:pt x="79" y="150"/>
                    <a:pt x="18" y="307"/>
                    <a:pt x="9" y="448"/>
                  </a:cubicBezTo>
                  <a:cubicBezTo>
                    <a:pt x="1" y="755"/>
                    <a:pt x="36" y="1061"/>
                    <a:pt x="114" y="1359"/>
                  </a:cubicBezTo>
                  <a:cubicBezTo>
                    <a:pt x="150" y="1500"/>
                    <a:pt x="202" y="1640"/>
                    <a:pt x="237" y="1780"/>
                  </a:cubicBezTo>
                  <a:cubicBezTo>
                    <a:pt x="290" y="1920"/>
                    <a:pt x="325" y="2069"/>
                    <a:pt x="325" y="2218"/>
                  </a:cubicBezTo>
                  <a:cubicBezTo>
                    <a:pt x="377" y="2104"/>
                    <a:pt x="395" y="1973"/>
                    <a:pt x="377" y="1841"/>
                  </a:cubicBezTo>
                  <a:cubicBezTo>
                    <a:pt x="342" y="1500"/>
                    <a:pt x="220" y="1167"/>
                    <a:pt x="167" y="825"/>
                  </a:cubicBezTo>
                  <a:cubicBezTo>
                    <a:pt x="158" y="693"/>
                    <a:pt x="150" y="562"/>
                    <a:pt x="132" y="439"/>
                  </a:cubicBezTo>
                  <a:cubicBezTo>
                    <a:pt x="106" y="290"/>
                    <a:pt x="88" y="141"/>
                    <a:pt x="88" y="1"/>
                  </a:cubicBezTo>
                  <a:close/>
                </a:path>
              </a:pathLst>
            </a:custGeom>
            <a:solidFill>
              <a:srgbClr val="244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3"/>
            <p:cNvSpPr/>
            <p:nvPr/>
          </p:nvSpPr>
          <p:spPr>
            <a:xfrm>
              <a:off x="988700" y="4351300"/>
              <a:ext cx="7475" cy="33125"/>
            </a:xfrm>
            <a:custGeom>
              <a:avLst/>
              <a:gdLst/>
              <a:ahLst/>
              <a:cxnLst/>
              <a:rect l="l" t="t" r="r" b="b"/>
              <a:pathLst>
                <a:path w="299" h="1325" extrusionOk="0">
                  <a:moveTo>
                    <a:pt x="149" y="1"/>
                  </a:moveTo>
                  <a:lnTo>
                    <a:pt x="149" y="1"/>
                  </a:lnTo>
                  <a:cubicBezTo>
                    <a:pt x="0" y="97"/>
                    <a:pt x="132" y="377"/>
                    <a:pt x="167" y="509"/>
                  </a:cubicBezTo>
                  <a:cubicBezTo>
                    <a:pt x="202" y="684"/>
                    <a:pt x="219" y="868"/>
                    <a:pt x="219" y="1044"/>
                  </a:cubicBezTo>
                  <a:cubicBezTo>
                    <a:pt x="237" y="1140"/>
                    <a:pt x="228" y="1237"/>
                    <a:pt x="211" y="1324"/>
                  </a:cubicBezTo>
                  <a:cubicBezTo>
                    <a:pt x="228" y="1245"/>
                    <a:pt x="246" y="1175"/>
                    <a:pt x="272" y="1096"/>
                  </a:cubicBezTo>
                  <a:cubicBezTo>
                    <a:pt x="289" y="1017"/>
                    <a:pt x="298" y="930"/>
                    <a:pt x="289" y="851"/>
                  </a:cubicBezTo>
                  <a:cubicBezTo>
                    <a:pt x="272" y="649"/>
                    <a:pt x="246" y="456"/>
                    <a:pt x="193" y="263"/>
                  </a:cubicBezTo>
                  <a:cubicBezTo>
                    <a:pt x="184" y="176"/>
                    <a:pt x="167" y="88"/>
                    <a:pt x="1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3"/>
            <p:cNvSpPr/>
            <p:nvPr/>
          </p:nvSpPr>
          <p:spPr>
            <a:xfrm>
              <a:off x="1010375" y="4344300"/>
              <a:ext cx="9900" cy="40775"/>
            </a:xfrm>
            <a:custGeom>
              <a:avLst/>
              <a:gdLst/>
              <a:ahLst/>
              <a:cxnLst/>
              <a:rect l="l" t="t" r="r" b="b"/>
              <a:pathLst>
                <a:path w="396" h="1631" extrusionOk="0">
                  <a:moveTo>
                    <a:pt x="203" y="0"/>
                  </a:moveTo>
                  <a:lnTo>
                    <a:pt x="203" y="0"/>
                  </a:lnTo>
                  <a:cubicBezTo>
                    <a:pt x="1" y="79"/>
                    <a:pt x="229" y="517"/>
                    <a:pt x="255" y="657"/>
                  </a:cubicBezTo>
                  <a:cubicBezTo>
                    <a:pt x="290" y="868"/>
                    <a:pt x="299" y="1078"/>
                    <a:pt x="281" y="1289"/>
                  </a:cubicBezTo>
                  <a:cubicBezTo>
                    <a:pt x="264" y="1403"/>
                    <a:pt x="264" y="1508"/>
                    <a:pt x="255" y="1630"/>
                  </a:cubicBezTo>
                  <a:cubicBezTo>
                    <a:pt x="378" y="1192"/>
                    <a:pt x="395" y="736"/>
                    <a:pt x="299" y="289"/>
                  </a:cubicBezTo>
                  <a:cubicBezTo>
                    <a:pt x="290" y="193"/>
                    <a:pt x="255" y="88"/>
                    <a:pt x="2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3"/>
            <p:cNvSpPr/>
            <p:nvPr/>
          </p:nvSpPr>
          <p:spPr>
            <a:xfrm>
              <a:off x="981900" y="4267150"/>
              <a:ext cx="6600" cy="21275"/>
            </a:xfrm>
            <a:custGeom>
              <a:avLst/>
              <a:gdLst/>
              <a:ahLst/>
              <a:cxnLst/>
              <a:rect l="l" t="t" r="r" b="b"/>
              <a:pathLst>
                <a:path w="264" h="851" fill="none" extrusionOk="0">
                  <a:moveTo>
                    <a:pt x="167" y="0"/>
                  </a:moveTo>
                  <a:cubicBezTo>
                    <a:pt x="141" y="114"/>
                    <a:pt x="0" y="851"/>
                    <a:pt x="263" y="781"/>
                  </a:cubicBezTo>
                </a:path>
              </a:pathLst>
            </a:custGeom>
            <a:noFill/>
            <a:ln w="450" cap="flat" cmpd="sng">
              <a:solidFill>
                <a:srgbClr val="6BB2DE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3"/>
            <p:cNvSpPr/>
            <p:nvPr/>
          </p:nvSpPr>
          <p:spPr>
            <a:xfrm>
              <a:off x="1000075" y="4267800"/>
              <a:ext cx="16900" cy="20625"/>
            </a:xfrm>
            <a:custGeom>
              <a:avLst/>
              <a:gdLst/>
              <a:ahLst/>
              <a:cxnLst/>
              <a:rect l="l" t="t" r="r" b="b"/>
              <a:pathLst>
                <a:path w="676" h="825" fill="none" extrusionOk="0">
                  <a:moveTo>
                    <a:pt x="1" y="1"/>
                  </a:moveTo>
                  <a:cubicBezTo>
                    <a:pt x="1" y="36"/>
                    <a:pt x="1" y="62"/>
                    <a:pt x="1" y="97"/>
                  </a:cubicBezTo>
                  <a:cubicBezTo>
                    <a:pt x="18" y="167"/>
                    <a:pt x="36" y="229"/>
                    <a:pt x="62" y="281"/>
                  </a:cubicBezTo>
                  <a:cubicBezTo>
                    <a:pt x="115" y="404"/>
                    <a:pt x="194" y="509"/>
                    <a:pt x="290" y="597"/>
                  </a:cubicBezTo>
                  <a:cubicBezTo>
                    <a:pt x="387" y="676"/>
                    <a:pt x="544" y="825"/>
                    <a:pt x="676" y="763"/>
                  </a:cubicBezTo>
                </a:path>
              </a:pathLst>
            </a:custGeom>
            <a:noFill/>
            <a:ln w="450" cap="flat" cmpd="sng">
              <a:solidFill>
                <a:srgbClr val="6BB2DE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3"/>
            <p:cNvSpPr/>
            <p:nvPr/>
          </p:nvSpPr>
          <p:spPr>
            <a:xfrm>
              <a:off x="974225" y="4268025"/>
              <a:ext cx="9225" cy="18225"/>
            </a:xfrm>
            <a:custGeom>
              <a:avLst/>
              <a:gdLst/>
              <a:ahLst/>
              <a:cxnLst/>
              <a:rect l="l" t="t" r="r" b="b"/>
              <a:pathLst>
                <a:path w="369" h="729" fill="none" extrusionOk="0">
                  <a:moveTo>
                    <a:pt x="369" y="0"/>
                  </a:moveTo>
                  <a:cubicBezTo>
                    <a:pt x="342" y="185"/>
                    <a:pt x="281" y="360"/>
                    <a:pt x="185" y="518"/>
                  </a:cubicBezTo>
                  <a:cubicBezTo>
                    <a:pt x="150" y="597"/>
                    <a:pt x="88" y="711"/>
                    <a:pt x="1" y="728"/>
                  </a:cubicBezTo>
                </a:path>
              </a:pathLst>
            </a:custGeom>
            <a:noFill/>
            <a:ln w="450" cap="flat" cmpd="sng">
              <a:solidFill>
                <a:srgbClr val="6BB2DE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3"/>
            <p:cNvSpPr/>
            <p:nvPr/>
          </p:nvSpPr>
          <p:spPr>
            <a:xfrm>
              <a:off x="986050" y="4267800"/>
              <a:ext cx="4850" cy="4850"/>
            </a:xfrm>
            <a:custGeom>
              <a:avLst/>
              <a:gdLst/>
              <a:ahLst/>
              <a:cxnLst/>
              <a:rect l="l" t="t" r="r" b="b"/>
              <a:pathLst>
                <a:path w="194" h="194" fill="none" extrusionOk="0">
                  <a:moveTo>
                    <a:pt x="124" y="62"/>
                  </a:moveTo>
                  <a:cubicBezTo>
                    <a:pt x="89" y="1"/>
                    <a:pt x="1" y="123"/>
                    <a:pt x="62" y="159"/>
                  </a:cubicBezTo>
                  <a:cubicBezTo>
                    <a:pt x="132" y="194"/>
                    <a:pt x="194" y="88"/>
                    <a:pt x="124" y="45"/>
                  </a:cubicBezTo>
                </a:path>
              </a:pathLst>
            </a:custGeom>
            <a:noFill/>
            <a:ln w="450" cap="flat" cmpd="sng">
              <a:solidFill>
                <a:srgbClr val="6BB2DE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3"/>
            <p:cNvSpPr/>
            <p:nvPr/>
          </p:nvSpPr>
          <p:spPr>
            <a:xfrm>
              <a:off x="999425" y="4171350"/>
              <a:ext cx="23925" cy="54400"/>
            </a:xfrm>
            <a:custGeom>
              <a:avLst/>
              <a:gdLst/>
              <a:ahLst/>
              <a:cxnLst/>
              <a:rect l="l" t="t" r="r" b="b"/>
              <a:pathLst>
                <a:path w="957" h="2176" extrusionOk="0">
                  <a:moveTo>
                    <a:pt x="313" y="1"/>
                  </a:moveTo>
                  <a:cubicBezTo>
                    <a:pt x="276" y="1"/>
                    <a:pt x="239" y="4"/>
                    <a:pt x="202" y="11"/>
                  </a:cubicBezTo>
                  <a:cubicBezTo>
                    <a:pt x="141" y="28"/>
                    <a:pt x="88" y="54"/>
                    <a:pt x="44" y="107"/>
                  </a:cubicBezTo>
                  <a:cubicBezTo>
                    <a:pt x="9" y="142"/>
                    <a:pt x="1" y="195"/>
                    <a:pt x="9" y="247"/>
                  </a:cubicBezTo>
                  <a:cubicBezTo>
                    <a:pt x="9" y="265"/>
                    <a:pt x="53" y="370"/>
                    <a:pt x="53" y="370"/>
                  </a:cubicBezTo>
                  <a:cubicBezTo>
                    <a:pt x="106" y="323"/>
                    <a:pt x="170" y="300"/>
                    <a:pt x="236" y="300"/>
                  </a:cubicBezTo>
                  <a:cubicBezTo>
                    <a:pt x="268" y="300"/>
                    <a:pt x="302" y="306"/>
                    <a:pt x="334" y="317"/>
                  </a:cubicBezTo>
                  <a:cubicBezTo>
                    <a:pt x="421" y="370"/>
                    <a:pt x="492" y="449"/>
                    <a:pt x="527" y="536"/>
                  </a:cubicBezTo>
                  <a:cubicBezTo>
                    <a:pt x="562" y="633"/>
                    <a:pt x="579" y="738"/>
                    <a:pt x="579" y="835"/>
                  </a:cubicBezTo>
                  <a:cubicBezTo>
                    <a:pt x="588" y="1054"/>
                    <a:pt x="570" y="1273"/>
                    <a:pt x="553" y="1492"/>
                  </a:cubicBezTo>
                  <a:cubicBezTo>
                    <a:pt x="535" y="1623"/>
                    <a:pt x="544" y="1755"/>
                    <a:pt x="570" y="1878"/>
                  </a:cubicBezTo>
                  <a:cubicBezTo>
                    <a:pt x="605" y="2009"/>
                    <a:pt x="693" y="2123"/>
                    <a:pt x="816" y="2176"/>
                  </a:cubicBezTo>
                  <a:cubicBezTo>
                    <a:pt x="755" y="2035"/>
                    <a:pt x="728" y="1886"/>
                    <a:pt x="755" y="1737"/>
                  </a:cubicBezTo>
                  <a:cubicBezTo>
                    <a:pt x="781" y="1588"/>
                    <a:pt x="825" y="1439"/>
                    <a:pt x="868" y="1299"/>
                  </a:cubicBezTo>
                  <a:cubicBezTo>
                    <a:pt x="930" y="1106"/>
                    <a:pt x="956" y="913"/>
                    <a:pt x="947" y="721"/>
                  </a:cubicBezTo>
                  <a:cubicBezTo>
                    <a:pt x="939" y="519"/>
                    <a:pt x="868" y="335"/>
                    <a:pt x="737" y="186"/>
                  </a:cubicBezTo>
                  <a:cubicBezTo>
                    <a:pt x="630" y="64"/>
                    <a:pt x="475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3"/>
            <p:cNvSpPr/>
            <p:nvPr/>
          </p:nvSpPr>
          <p:spPr>
            <a:xfrm>
              <a:off x="938725" y="4219125"/>
              <a:ext cx="42600" cy="57250"/>
            </a:xfrm>
            <a:custGeom>
              <a:avLst/>
              <a:gdLst/>
              <a:ahLst/>
              <a:cxnLst/>
              <a:rect l="l" t="t" r="r" b="b"/>
              <a:pathLst>
                <a:path w="1704" h="2290" extrusionOk="0">
                  <a:moveTo>
                    <a:pt x="1561" y="1"/>
                  </a:moveTo>
                  <a:cubicBezTo>
                    <a:pt x="1556" y="1"/>
                    <a:pt x="1550" y="1"/>
                    <a:pt x="1543" y="2"/>
                  </a:cubicBezTo>
                  <a:cubicBezTo>
                    <a:pt x="1403" y="28"/>
                    <a:pt x="1289" y="116"/>
                    <a:pt x="1219" y="247"/>
                  </a:cubicBezTo>
                  <a:cubicBezTo>
                    <a:pt x="1131" y="414"/>
                    <a:pt x="1079" y="598"/>
                    <a:pt x="1061" y="782"/>
                  </a:cubicBezTo>
                  <a:cubicBezTo>
                    <a:pt x="1026" y="1001"/>
                    <a:pt x="1000" y="1220"/>
                    <a:pt x="965" y="1439"/>
                  </a:cubicBezTo>
                  <a:cubicBezTo>
                    <a:pt x="956" y="1518"/>
                    <a:pt x="938" y="1588"/>
                    <a:pt x="895" y="1650"/>
                  </a:cubicBezTo>
                  <a:cubicBezTo>
                    <a:pt x="842" y="1702"/>
                    <a:pt x="772" y="1746"/>
                    <a:pt x="693" y="1764"/>
                  </a:cubicBezTo>
                  <a:cubicBezTo>
                    <a:pt x="465" y="1834"/>
                    <a:pt x="237" y="1878"/>
                    <a:pt x="1" y="1895"/>
                  </a:cubicBezTo>
                  <a:cubicBezTo>
                    <a:pt x="1" y="2027"/>
                    <a:pt x="18" y="2167"/>
                    <a:pt x="62" y="2290"/>
                  </a:cubicBezTo>
                  <a:cubicBezTo>
                    <a:pt x="316" y="2290"/>
                    <a:pt x="570" y="2290"/>
                    <a:pt x="816" y="2272"/>
                  </a:cubicBezTo>
                  <a:cubicBezTo>
                    <a:pt x="965" y="2263"/>
                    <a:pt x="1096" y="2228"/>
                    <a:pt x="1228" y="2158"/>
                  </a:cubicBezTo>
                  <a:cubicBezTo>
                    <a:pt x="1236" y="2149"/>
                    <a:pt x="1245" y="2141"/>
                    <a:pt x="1263" y="2132"/>
                  </a:cubicBezTo>
                  <a:cubicBezTo>
                    <a:pt x="1315" y="2097"/>
                    <a:pt x="1359" y="2044"/>
                    <a:pt x="1394" y="1983"/>
                  </a:cubicBezTo>
                  <a:cubicBezTo>
                    <a:pt x="1447" y="1895"/>
                    <a:pt x="1491" y="1790"/>
                    <a:pt x="1517" y="1694"/>
                  </a:cubicBezTo>
                  <a:cubicBezTo>
                    <a:pt x="1640" y="1246"/>
                    <a:pt x="1640" y="773"/>
                    <a:pt x="1622" y="309"/>
                  </a:cubicBezTo>
                  <a:cubicBezTo>
                    <a:pt x="1622" y="207"/>
                    <a:pt x="1703" y="1"/>
                    <a:pt x="15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3"/>
            <p:cNvSpPr/>
            <p:nvPr/>
          </p:nvSpPr>
          <p:spPr>
            <a:xfrm>
              <a:off x="898175" y="4253775"/>
              <a:ext cx="69075" cy="33550"/>
            </a:xfrm>
            <a:custGeom>
              <a:avLst/>
              <a:gdLst/>
              <a:ahLst/>
              <a:cxnLst/>
              <a:rect l="l" t="t" r="r" b="b"/>
              <a:pathLst>
                <a:path w="2763" h="1342" extrusionOk="0">
                  <a:moveTo>
                    <a:pt x="106" y="1"/>
                  </a:moveTo>
                  <a:cubicBezTo>
                    <a:pt x="36" y="1"/>
                    <a:pt x="1" y="36"/>
                    <a:pt x="27" y="97"/>
                  </a:cubicBezTo>
                  <a:lnTo>
                    <a:pt x="588" y="1158"/>
                  </a:lnTo>
                  <a:cubicBezTo>
                    <a:pt x="623" y="1219"/>
                    <a:pt x="693" y="1254"/>
                    <a:pt x="763" y="1263"/>
                  </a:cubicBezTo>
                  <a:lnTo>
                    <a:pt x="2657" y="1342"/>
                  </a:lnTo>
                  <a:cubicBezTo>
                    <a:pt x="2727" y="1342"/>
                    <a:pt x="2762" y="1298"/>
                    <a:pt x="2727" y="1245"/>
                  </a:cubicBezTo>
                  <a:lnTo>
                    <a:pt x="2175" y="185"/>
                  </a:lnTo>
                  <a:cubicBezTo>
                    <a:pt x="2140" y="123"/>
                    <a:pt x="2070" y="80"/>
                    <a:pt x="1999" y="80"/>
                  </a:cubicBezTo>
                  <a:lnTo>
                    <a:pt x="10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902125" y="4256400"/>
              <a:ext cx="61175" cy="28300"/>
            </a:xfrm>
            <a:custGeom>
              <a:avLst/>
              <a:gdLst/>
              <a:ahLst/>
              <a:cxnLst/>
              <a:rect l="l" t="t" r="r" b="b"/>
              <a:pathLst>
                <a:path w="2447" h="1132" extrusionOk="0">
                  <a:moveTo>
                    <a:pt x="71" y="1"/>
                  </a:moveTo>
                  <a:cubicBezTo>
                    <a:pt x="18" y="1"/>
                    <a:pt x="1" y="27"/>
                    <a:pt x="18" y="53"/>
                  </a:cubicBezTo>
                  <a:lnTo>
                    <a:pt x="509" y="1000"/>
                  </a:lnTo>
                  <a:cubicBezTo>
                    <a:pt x="535" y="1027"/>
                    <a:pt x="570" y="1053"/>
                    <a:pt x="614" y="1053"/>
                  </a:cubicBezTo>
                  <a:lnTo>
                    <a:pt x="2385" y="1132"/>
                  </a:lnTo>
                  <a:cubicBezTo>
                    <a:pt x="2429" y="1132"/>
                    <a:pt x="2446" y="1105"/>
                    <a:pt x="2429" y="1079"/>
                  </a:cubicBezTo>
                  <a:lnTo>
                    <a:pt x="1938" y="132"/>
                  </a:lnTo>
                  <a:cubicBezTo>
                    <a:pt x="1912" y="97"/>
                    <a:pt x="1877" y="80"/>
                    <a:pt x="1833" y="71"/>
                  </a:cubicBezTo>
                  <a:lnTo>
                    <a:pt x="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991325" y="4216250"/>
              <a:ext cx="37050" cy="133375"/>
            </a:xfrm>
            <a:custGeom>
              <a:avLst/>
              <a:gdLst/>
              <a:ahLst/>
              <a:cxnLst/>
              <a:rect l="l" t="t" r="r" b="b"/>
              <a:pathLst>
                <a:path w="1482" h="5335" extrusionOk="0">
                  <a:moveTo>
                    <a:pt x="714" y="0"/>
                  </a:moveTo>
                  <a:cubicBezTo>
                    <a:pt x="682" y="0"/>
                    <a:pt x="648" y="16"/>
                    <a:pt x="614" y="55"/>
                  </a:cubicBezTo>
                  <a:cubicBezTo>
                    <a:pt x="491" y="187"/>
                    <a:pt x="456" y="371"/>
                    <a:pt x="368" y="511"/>
                  </a:cubicBezTo>
                  <a:cubicBezTo>
                    <a:pt x="246" y="660"/>
                    <a:pt x="141" y="836"/>
                    <a:pt x="62" y="1011"/>
                  </a:cubicBezTo>
                  <a:cubicBezTo>
                    <a:pt x="18" y="1204"/>
                    <a:pt x="0" y="1397"/>
                    <a:pt x="27" y="1589"/>
                  </a:cubicBezTo>
                  <a:cubicBezTo>
                    <a:pt x="97" y="2746"/>
                    <a:pt x="184" y="3904"/>
                    <a:pt x="290" y="5061"/>
                  </a:cubicBezTo>
                  <a:cubicBezTo>
                    <a:pt x="290" y="5122"/>
                    <a:pt x="307" y="5192"/>
                    <a:pt x="342" y="5245"/>
                  </a:cubicBezTo>
                  <a:cubicBezTo>
                    <a:pt x="405" y="5300"/>
                    <a:pt x="482" y="5334"/>
                    <a:pt x="561" y="5334"/>
                  </a:cubicBezTo>
                  <a:cubicBezTo>
                    <a:pt x="570" y="5334"/>
                    <a:pt x="579" y="5333"/>
                    <a:pt x="588" y="5332"/>
                  </a:cubicBezTo>
                  <a:cubicBezTo>
                    <a:pt x="632" y="5334"/>
                    <a:pt x="677" y="5335"/>
                    <a:pt x="721" y="5335"/>
                  </a:cubicBezTo>
                  <a:cubicBezTo>
                    <a:pt x="959" y="5335"/>
                    <a:pt x="1200" y="5314"/>
                    <a:pt x="1429" y="5262"/>
                  </a:cubicBezTo>
                  <a:cubicBezTo>
                    <a:pt x="1455" y="4149"/>
                    <a:pt x="1482" y="3027"/>
                    <a:pt x="1254" y="1940"/>
                  </a:cubicBezTo>
                  <a:cubicBezTo>
                    <a:pt x="1166" y="1563"/>
                    <a:pt x="1087" y="1186"/>
                    <a:pt x="1035" y="800"/>
                  </a:cubicBezTo>
                  <a:cubicBezTo>
                    <a:pt x="1017" y="599"/>
                    <a:pt x="1017" y="380"/>
                    <a:pt x="912" y="196"/>
                  </a:cubicBezTo>
                  <a:cubicBezTo>
                    <a:pt x="868" y="107"/>
                    <a:pt x="796" y="0"/>
                    <a:pt x="7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1015200" y="4220650"/>
              <a:ext cx="16025" cy="54675"/>
            </a:xfrm>
            <a:custGeom>
              <a:avLst/>
              <a:gdLst/>
              <a:ahLst/>
              <a:cxnLst/>
              <a:rect l="l" t="t" r="r" b="b"/>
              <a:pathLst>
                <a:path w="641" h="2187" extrusionOk="0">
                  <a:moveTo>
                    <a:pt x="159" y="0"/>
                  </a:moveTo>
                  <a:cubicBezTo>
                    <a:pt x="150" y="0"/>
                    <a:pt x="141" y="1"/>
                    <a:pt x="132" y="2"/>
                  </a:cubicBezTo>
                  <a:cubicBezTo>
                    <a:pt x="62" y="20"/>
                    <a:pt x="27" y="98"/>
                    <a:pt x="10" y="151"/>
                  </a:cubicBezTo>
                  <a:cubicBezTo>
                    <a:pt x="1" y="204"/>
                    <a:pt x="1" y="265"/>
                    <a:pt x="1" y="318"/>
                  </a:cubicBezTo>
                  <a:cubicBezTo>
                    <a:pt x="1" y="870"/>
                    <a:pt x="71" y="1422"/>
                    <a:pt x="220" y="1957"/>
                  </a:cubicBezTo>
                  <a:cubicBezTo>
                    <a:pt x="237" y="2009"/>
                    <a:pt x="264" y="2062"/>
                    <a:pt x="299" y="2115"/>
                  </a:cubicBezTo>
                  <a:cubicBezTo>
                    <a:pt x="329" y="2164"/>
                    <a:pt x="378" y="2187"/>
                    <a:pt x="428" y="2187"/>
                  </a:cubicBezTo>
                  <a:cubicBezTo>
                    <a:pt x="494" y="2187"/>
                    <a:pt x="559" y="2146"/>
                    <a:pt x="579" y="2071"/>
                  </a:cubicBezTo>
                  <a:cubicBezTo>
                    <a:pt x="597" y="2018"/>
                    <a:pt x="606" y="1957"/>
                    <a:pt x="606" y="1904"/>
                  </a:cubicBezTo>
                  <a:cubicBezTo>
                    <a:pt x="641" y="1396"/>
                    <a:pt x="597" y="887"/>
                    <a:pt x="483" y="388"/>
                  </a:cubicBezTo>
                  <a:cubicBezTo>
                    <a:pt x="465" y="274"/>
                    <a:pt x="413" y="160"/>
                    <a:pt x="325" y="72"/>
                  </a:cubicBezTo>
                  <a:cubicBezTo>
                    <a:pt x="279" y="26"/>
                    <a:pt x="220" y="0"/>
                    <a:pt x="159" y="0"/>
                  </a:cubicBezTo>
                  <a:close/>
                </a:path>
              </a:pathLst>
            </a:custGeom>
            <a:solidFill>
              <a:srgbClr val="EB9C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>
              <a:off x="987825" y="4224850"/>
              <a:ext cx="38575" cy="55250"/>
            </a:xfrm>
            <a:custGeom>
              <a:avLst/>
              <a:gdLst/>
              <a:ahLst/>
              <a:cxnLst/>
              <a:rect l="l" t="t" r="r" b="b"/>
              <a:pathLst>
                <a:path w="1543" h="2210" extrusionOk="0">
                  <a:moveTo>
                    <a:pt x="1087" y="1"/>
                  </a:moveTo>
                  <a:cubicBezTo>
                    <a:pt x="1092" y="8"/>
                    <a:pt x="1097" y="15"/>
                    <a:pt x="1102" y="23"/>
                  </a:cubicBezTo>
                  <a:lnTo>
                    <a:pt x="1102" y="23"/>
                  </a:lnTo>
                  <a:cubicBezTo>
                    <a:pt x="1103" y="16"/>
                    <a:pt x="1099" y="8"/>
                    <a:pt x="1087" y="1"/>
                  </a:cubicBezTo>
                  <a:close/>
                  <a:moveTo>
                    <a:pt x="1102" y="23"/>
                  </a:moveTo>
                  <a:cubicBezTo>
                    <a:pt x="1100" y="42"/>
                    <a:pt x="1065" y="61"/>
                    <a:pt x="1052" y="80"/>
                  </a:cubicBezTo>
                  <a:cubicBezTo>
                    <a:pt x="1034" y="115"/>
                    <a:pt x="1017" y="150"/>
                    <a:pt x="1017" y="185"/>
                  </a:cubicBezTo>
                  <a:cubicBezTo>
                    <a:pt x="947" y="535"/>
                    <a:pt x="956" y="895"/>
                    <a:pt x="1043" y="1237"/>
                  </a:cubicBezTo>
                  <a:cubicBezTo>
                    <a:pt x="745" y="1026"/>
                    <a:pt x="403" y="877"/>
                    <a:pt x="44" y="790"/>
                  </a:cubicBezTo>
                  <a:lnTo>
                    <a:pt x="44" y="790"/>
                  </a:lnTo>
                  <a:cubicBezTo>
                    <a:pt x="61" y="947"/>
                    <a:pt x="132" y="1114"/>
                    <a:pt x="0" y="1193"/>
                  </a:cubicBezTo>
                  <a:cubicBezTo>
                    <a:pt x="140" y="1315"/>
                    <a:pt x="377" y="1605"/>
                    <a:pt x="561" y="1710"/>
                  </a:cubicBezTo>
                  <a:cubicBezTo>
                    <a:pt x="675" y="1771"/>
                    <a:pt x="807" y="1850"/>
                    <a:pt x="920" y="1912"/>
                  </a:cubicBezTo>
                  <a:cubicBezTo>
                    <a:pt x="1008" y="1947"/>
                    <a:pt x="1096" y="1999"/>
                    <a:pt x="1183" y="2052"/>
                  </a:cubicBezTo>
                  <a:cubicBezTo>
                    <a:pt x="1262" y="2131"/>
                    <a:pt x="1359" y="2183"/>
                    <a:pt x="1473" y="2210"/>
                  </a:cubicBezTo>
                  <a:cubicBezTo>
                    <a:pt x="1543" y="2096"/>
                    <a:pt x="1508" y="1947"/>
                    <a:pt x="1464" y="1815"/>
                  </a:cubicBezTo>
                  <a:cubicBezTo>
                    <a:pt x="1324" y="1368"/>
                    <a:pt x="1245" y="895"/>
                    <a:pt x="1210" y="430"/>
                  </a:cubicBezTo>
                  <a:cubicBezTo>
                    <a:pt x="1218" y="282"/>
                    <a:pt x="1180" y="141"/>
                    <a:pt x="1102" y="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3"/>
            <p:cNvSpPr/>
            <p:nvPr/>
          </p:nvSpPr>
          <p:spPr>
            <a:xfrm>
              <a:off x="968525" y="4221850"/>
              <a:ext cx="18225" cy="125525"/>
            </a:xfrm>
            <a:custGeom>
              <a:avLst/>
              <a:gdLst/>
              <a:ahLst/>
              <a:cxnLst/>
              <a:rect l="l" t="t" r="r" b="b"/>
              <a:pathLst>
                <a:path w="729" h="5021" extrusionOk="0">
                  <a:moveTo>
                    <a:pt x="524" y="1"/>
                  </a:moveTo>
                  <a:cubicBezTo>
                    <a:pt x="514" y="1"/>
                    <a:pt x="503" y="3"/>
                    <a:pt x="492" y="7"/>
                  </a:cubicBezTo>
                  <a:cubicBezTo>
                    <a:pt x="386" y="42"/>
                    <a:pt x="334" y="366"/>
                    <a:pt x="316" y="462"/>
                  </a:cubicBezTo>
                  <a:cubicBezTo>
                    <a:pt x="237" y="822"/>
                    <a:pt x="255" y="1190"/>
                    <a:pt x="229" y="1549"/>
                  </a:cubicBezTo>
                  <a:cubicBezTo>
                    <a:pt x="202" y="1997"/>
                    <a:pt x="106" y="2435"/>
                    <a:pt x="71" y="2873"/>
                  </a:cubicBezTo>
                  <a:cubicBezTo>
                    <a:pt x="1" y="3566"/>
                    <a:pt x="53" y="4258"/>
                    <a:pt x="115" y="4951"/>
                  </a:cubicBezTo>
                  <a:cubicBezTo>
                    <a:pt x="144" y="4999"/>
                    <a:pt x="195" y="5021"/>
                    <a:pt x="248" y="5021"/>
                  </a:cubicBezTo>
                  <a:cubicBezTo>
                    <a:pt x="321" y="5021"/>
                    <a:pt x="399" y="4981"/>
                    <a:pt x="439" y="4916"/>
                  </a:cubicBezTo>
                  <a:cubicBezTo>
                    <a:pt x="500" y="4802"/>
                    <a:pt x="527" y="4670"/>
                    <a:pt x="509" y="4547"/>
                  </a:cubicBezTo>
                  <a:cubicBezTo>
                    <a:pt x="492" y="3837"/>
                    <a:pt x="518" y="3136"/>
                    <a:pt x="588" y="2435"/>
                  </a:cubicBezTo>
                  <a:cubicBezTo>
                    <a:pt x="641" y="1961"/>
                    <a:pt x="719" y="1479"/>
                    <a:pt x="728" y="1006"/>
                  </a:cubicBezTo>
                  <a:cubicBezTo>
                    <a:pt x="728" y="778"/>
                    <a:pt x="719" y="559"/>
                    <a:pt x="684" y="331"/>
                  </a:cubicBezTo>
                  <a:cubicBezTo>
                    <a:pt x="676" y="266"/>
                    <a:pt x="646" y="1"/>
                    <a:pt x="5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3"/>
            <p:cNvSpPr/>
            <p:nvPr/>
          </p:nvSpPr>
          <p:spPr>
            <a:xfrm>
              <a:off x="969400" y="4230450"/>
              <a:ext cx="7925" cy="42650"/>
            </a:xfrm>
            <a:custGeom>
              <a:avLst/>
              <a:gdLst/>
              <a:ahLst/>
              <a:cxnLst/>
              <a:rect l="l" t="t" r="r" b="b"/>
              <a:pathLst>
                <a:path w="317" h="1706" extrusionOk="0">
                  <a:moveTo>
                    <a:pt x="297" y="0"/>
                  </a:moveTo>
                  <a:cubicBezTo>
                    <a:pt x="289" y="0"/>
                    <a:pt x="278" y="12"/>
                    <a:pt x="264" y="40"/>
                  </a:cubicBezTo>
                  <a:cubicBezTo>
                    <a:pt x="237" y="101"/>
                    <a:pt x="220" y="162"/>
                    <a:pt x="220" y="232"/>
                  </a:cubicBezTo>
                  <a:cubicBezTo>
                    <a:pt x="185" y="381"/>
                    <a:pt x="176" y="539"/>
                    <a:pt x="159" y="688"/>
                  </a:cubicBezTo>
                  <a:cubicBezTo>
                    <a:pt x="132" y="1030"/>
                    <a:pt x="71" y="1372"/>
                    <a:pt x="1" y="1705"/>
                  </a:cubicBezTo>
                  <a:cubicBezTo>
                    <a:pt x="9" y="1696"/>
                    <a:pt x="18" y="1688"/>
                    <a:pt x="36" y="1679"/>
                  </a:cubicBezTo>
                  <a:cubicBezTo>
                    <a:pt x="88" y="1644"/>
                    <a:pt x="132" y="1591"/>
                    <a:pt x="167" y="1530"/>
                  </a:cubicBezTo>
                  <a:cubicBezTo>
                    <a:pt x="185" y="1468"/>
                    <a:pt x="194" y="1407"/>
                    <a:pt x="194" y="1354"/>
                  </a:cubicBezTo>
                  <a:lnTo>
                    <a:pt x="272" y="487"/>
                  </a:lnTo>
                  <a:cubicBezTo>
                    <a:pt x="290" y="346"/>
                    <a:pt x="299" y="206"/>
                    <a:pt x="316" y="57"/>
                  </a:cubicBezTo>
                  <a:cubicBezTo>
                    <a:pt x="316" y="26"/>
                    <a:pt x="310" y="0"/>
                    <a:pt x="2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969625" y="4238500"/>
              <a:ext cx="59625" cy="37425"/>
            </a:xfrm>
            <a:custGeom>
              <a:avLst/>
              <a:gdLst/>
              <a:ahLst/>
              <a:cxnLst/>
              <a:rect l="l" t="t" r="r" b="b"/>
              <a:pathLst>
                <a:path w="2385" h="1497" extrusionOk="0">
                  <a:moveTo>
                    <a:pt x="266" y="0"/>
                  </a:moveTo>
                  <a:cubicBezTo>
                    <a:pt x="174" y="0"/>
                    <a:pt x="84" y="22"/>
                    <a:pt x="0" y="68"/>
                  </a:cubicBezTo>
                  <a:cubicBezTo>
                    <a:pt x="9" y="121"/>
                    <a:pt x="71" y="138"/>
                    <a:pt x="123" y="156"/>
                  </a:cubicBezTo>
                  <a:cubicBezTo>
                    <a:pt x="290" y="208"/>
                    <a:pt x="439" y="314"/>
                    <a:pt x="544" y="454"/>
                  </a:cubicBezTo>
                  <a:lnTo>
                    <a:pt x="211" y="471"/>
                  </a:lnTo>
                  <a:cubicBezTo>
                    <a:pt x="351" y="550"/>
                    <a:pt x="526" y="559"/>
                    <a:pt x="675" y="603"/>
                  </a:cubicBezTo>
                  <a:cubicBezTo>
                    <a:pt x="965" y="699"/>
                    <a:pt x="1193" y="936"/>
                    <a:pt x="1429" y="1129"/>
                  </a:cubicBezTo>
                  <a:cubicBezTo>
                    <a:pt x="1499" y="1181"/>
                    <a:pt x="1570" y="1234"/>
                    <a:pt x="1657" y="1278"/>
                  </a:cubicBezTo>
                  <a:cubicBezTo>
                    <a:pt x="1756" y="1342"/>
                    <a:pt x="2010" y="1497"/>
                    <a:pt x="2190" y="1497"/>
                  </a:cubicBezTo>
                  <a:cubicBezTo>
                    <a:pt x="2283" y="1497"/>
                    <a:pt x="2355" y="1456"/>
                    <a:pt x="2376" y="1339"/>
                  </a:cubicBezTo>
                  <a:cubicBezTo>
                    <a:pt x="2385" y="1252"/>
                    <a:pt x="2359" y="1173"/>
                    <a:pt x="2297" y="1103"/>
                  </a:cubicBezTo>
                  <a:cubicBezTo>
                    <a:pt x="2236" y="1050"/>
                    <a:pt x="2166" y="997"/>
                    <a:pt x="2087" y="962"/>
                  </a:cubicBezTo>
                  <a:cubicBezTo>
                    <a:pt x="1675" y="743"/>
                    <a:pt x="1201" y="603"/>
                    <a:pt x="833" y="305"/>
                  </a:cubicBezTo>
                  <a:cubicBezTo>
                    <a:pt x="737" y="200"/>
                    <a:pt x="623" y="121"/>
                    <a:pt x="509" y="51"/>
                  </a:cubicBezTo>
                  <a:cubicBezTo>
                    <a:pt x="430" y="18"/>
                    <a:pt x="348" y="0"/>
                    <a:pt x="266" y="0"/>
                  </a:cubicBezTo>
                  <a:close/>
                </a:path>
              </a:pathLst>
            </a:custGeom>
            <a:solidFill>
              <a:srgbClr val="EB9C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3"/>
            <p:cNvSpPr/>
            <p:nvPr/>
          </p:nvSpPr>
          <p:spPr>
            <a:xfrm>
              <a:off x="990675" y="4219800"/>
              <a:ext cx="42750" cy="59575"/>
            </a:xfrm>
            <a:custGeom>
              <a:avLst/>
              <a:gdLst/>
              <a:ahLst/>
              <a:cxnLst/>
              <a:rect l="l" t="t" r="r" b="b"/>
              <a:pathLst>
                <a:path w="1710" h="2383" extrusionOk="0">
                  <a:moveTo>
                    <a:pt x="1127" y="0"/>
                  </a:moveTo>
                  <a:cubicBezTo>
                    <a:pt x="1040" y="0"/>
                    <a:pt x="966" y="84"/>
                    <a:pt x="938" y="317"/>
                  </a:cubicBezTo>
                  <a:cubicBezTo>
                    <a:pt x="920" y="527"/>
                    <a:pt x="920" y="746"/>
                    <a:pt x="938" y="956"/>
                  </a:cubicBezTo>
                  <a:cubicBezTo>
                    <a:pt x="947" y="1070"/>
                    <a:pt x="964" y="1176"/>
                    <a:pt x="982" y="1290"/>
                  </a:cubicBezTo>
                  <a:cubicBezTo>
                    <a:pt x="990" y="1333"/>
                    <a:pt x="1016" y="1557"/>
                    <a:pt x="1051" y="1578"/>
                  </a:cubicBezTo>
                  <a:lnTo>
                    <a:pt x="1051" y="1578"/>
                  </a:lnTo>
                  <a:lnTo>
                    <a:pt x="123" y="1062"/>
                  </a:lnTo>
                  <a:cubicBezTo>
                    <a:pt x="79" y="1193"/>
                    <a:pt x="44" y="1325"/>
                    <a:pt x="0" y="1465"/>
                  </a:cubicBezTo>
                  <a:cubicBezTo>
                    <a:pt x="368" y="1745"/>
                    <a:pt x="745" y="2017"/>
                    <a:pt x="1140" y="2271"/>
                  </a:cubicBezTo>
                  <a:cubicBezTo>
                    <a:pt x="1220" y="2327"/>
                    <a:pt x="1323" y="2383"/>
                    <a:pt x="1419" y="2383"/>
                  </a:cubicBezTo>
                  <a:cubicBezTo>
                    <a:pt x="1459" y="2383"/>
                    <a:pt x="1498" y="2373"/>
                    <a:pt x="1534" y="2350"/>
                  </a:cubicBezTo>
                  <a:cubicBezTo>
                    <a:pt x="1613" y="2280"/>
                    <a:pt x="1666" y="2175"/>
                    <a:pt x="1666" y="2070"/>
                  </a:cubicBezTo>
                  <a:cubicBezTo>
                    <a:pt x="1709" y="1719"/>
                    <a:pt x="1709" y="1368"/>
                    <a:pt x="1683" y="1027"/>
                  </a:cubicBezTo>
                  <a:cubicBezTo>
                    <a:pt x="1674" y="790"/>
                    <a:pt x="1613" y="553"/>
                    <a:pt x="1508" y="343"/>
                  </a:cubicBezTo>
                  <a:cubicBezTo>
                    <a:pt x="1419" y="186"/>
                    <a:pt x="1257" y="0"/>
                    <a:pt x="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1000525" y="4213900"/>
              <a:ext cx="32675" cy="40350"/>
            </a:xfrm>
            <a:custGeom>
              <a:avLst/>
              <a:gdLst/>
              <a:ahLst/>
              <a:cxnLst/>
              <a:rect l="l" t="t" r="r" b="b"/>
              <a:pathLst>
                <a:path w="1307" h="1614" extrusionOk="0">
                  <a:moveTo>
                    <a:pt x="176" y="0"/>
                  </a:moveTo>
                  <a:lnTo>
                    <a:pt x="176" y="0"/>
                  </a:lnTo>
                  <a:cubicBezTo>
                    <a:pt x="220" y="9"/>
                    <a:pt x="176" y="272"/>
                    <a:pt x="167" y="298"/>
                  </a:cubicBezTo>
                  <a:cubicBezTo>
                    <a:pt x="141" y="386"/>
                    <a:pt x="97" y="465"/>
                    <a:pt x="36" y="544"/>
                  </a:cubicBezTo>
                  <a:cubicBezTo>
                    <a:pt x="0" y="614"/>
                    <a:pt x="71" y="710"/>
                    <a:pt x="97" y="780"/>
                  </a:cubicBezTo>
                  <a:cubicBezTo>
                    <a:pt x="176" y="956"/>
                    <a:pt x="281" y="1122"/>
                    <a:pt x="412" y="1271"/>
                  </a:cubicBezTo>
                  <a:cubicBezTo>
                    <a:pt x="588" y="1491"/>
                    <a:pt x="851" y="1613"/>
                    <a:pt x="1131" y="1613"/>
                  </a:cubicBezTo>
                  <a:cubicBezTo>
                    <a:pt x="1175" y="1613"/>
                    <a:pt x="1219" y="1604"/>
                    <a:pt x="1254" y="1578"/>
                  </a:cubicBezTo>
                  <a:cubicBezTo>
                    <a:pt x="1280" y="1534"/>
                    <a:pt x="1298" y="1491"/>
                    <a:pt x="1298" y="1438"/>
                  </a:cubicBezTo>
                  <a:cubicBezTo>
                    <a:pt x="1307" y="1236"/>
                    <a:pt x="1298" y="1026"/>
                    <a:pt x="1263" y="824"/>
                  </a:cubicBezTo>
                  <a:cubicBezTo>
                    <a:pt x="1245" y="693"/>
                    <a:pt x="1201" y="570"/>
                    <a:pt x="1140" y="465"/>
                  </a:cubicBezTo>
                  <a:cubicBezTo>
                    <a:pt x="1035" y="307"/>
                    <a:pt x="886" y="193"/>
                    <a:pt x="711" y="123"/>
                  </a:cubicBezTo>
                  <a:cubicBezTo>
                    <a:pt x="535" y="62"/>
                    <a:pt x="360" y="18"/>
                    <a:pt x="1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987825" y="4215000"/>
              <a:ext cx="450" cy="225"/>
            </a:xfrm>
            <a:custGeom>
              <a:avLst/>
              <a:gdLst/>
              <a:ahLst/>
              <a:cxnLst/>
              <a:rect l="l" t="t" r="r" b="b"/>
              <a:pathLst>
                <a:path w="18" h="9" extrusionOk="0">
                  <a:moveTo>
                    <a:pt x="18" y="0"/>
                  </a:moveTo>
                  <a:cubicBezTo>
                    <a:pt x="13" y="0"/>
                    <a:pt x="11" y="2"/>
                    <a:pt x="9" y="5"/>
                  </a:cubicBezTo>
                  <a:lnTo>
                    <a:pt x="9" y="5"/>
                  </a:lnTo>
                  <a:lnTo>
                    <a:pt x="18" y="0"/>
                  </a:lnTo>
                  <a:close/>
                  <a:moveTo>
                    <a:pt x="9" y="5"/>
                  </a:moveTo>
                  <a:lnTo>
                    <a:pt x="0" y="9"/>
                  </a:lnTo>
                  <a:cubicBezTo>
                    <a:pt x="4" y="9"/>
                    <a:pt x="7" y="7"/>
                    <a:pt x="9" y="5"/>
                  </a:cubicBezTo>
                  <a:close/>
                </a:path>
              </a:pathLst>
            </a:custGeom>
            <a:solidFill>
              <a:srgbClr val="94CE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975100" y="4214775"/>
              <a:ext cx="13400" cy="18650"/>
            </a:xfrm>
            <a:custGeom>
              <a:avLst/>
              <a:gdLst/>
              <a:ahLst/>
              <a:cxnLst/>
              <a:rect l="l" t="t" r="r" b="b"/>
              <a:pathLst>
                <a:path w="536" h="746" extrusionOk="0">
                  <a:moveTo>
                    <a:pt x="535" y="0"/>
                  </a:moveTo>
                  <a:lnTo>
                    <a:pt x="535" y="0"/>
                  </a:lnTo>
                  <a:cubicBezTo>
                    <a:pt x="448" y="53"/>
                    <a:pt x="351" y="88"/>
                    <a:pt x="246" y="114"/>
                  </a:cubicBezTo>
                  <a:cubicBezTo>
                    <a:pt x="158" y="149"/>
                    <a:pt x="80" y="220"/>
                    <a:pt x="27" y="298"/>
                  </a:cubicBezTo>
                  <a:cubicBezTo>
                    <a:pt x="9" y="316"/>
                    <a:pt x="1" y="342"/>
                    <a:pt x="1" y="377"/>
                  </a:cubicBezTo>
                  <a:cubicBezTo>
                    <a:pt x="9" y="395"/>
                    <a:pt x="27" y="412"/>
                    <a:pt x="44" y="430"/>
                  </a:cubicBezTo>
                  <a:lnTo>
                    <a:pt x="430" y="745"/>
                  </a:lnTo>
                  <a:cubicBezTo>
                    <a:pt x="413" y="614"/>
                    <a:pt x="413" y="483"/>
                    <a:pt x="421" y="360"/>
                  </a:cubicBezTo>
                  <a:cubicBezTo>
                    <a:pt x="430" y="228"/>
                    <a:pt x="474" y="114"/>
                    <a:pt x="5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4" name="Google Shape;614;p23"/>
          <p:cNvSpPr txBox="1"/>
          <p:nvPr/>
        </p:nvSpPr>
        <p:spPr>
          <a:xfrm>
            <a:off x="6913125" y="3614437"/>
            <a:ext cx="17736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6</a:t>
            </a:r>
            <a:endParaRPr sz="16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15" name="Google Shape;615;p23"/>
          <p:cNvSpPr txBox="1"/>
          <p:nvPr/>
        </p:nvSpPr>
        <p:spPr>
          <a:xfrm>
            <a:off x="6913200" y="2557825"/>
            <a:ext cx="17736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</a:t>
            </a:r>
            <a:endParaRPr sz="16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16" name="Google Shape;616;p23"/>
          <p:cNvSpPr txBox="1"/>
          <p:nvPr/>
        </p:nvSpPr>
        <p:spPr>
          <a:xfrm>
            <a:off x="6867650" y="1463775"/>
            <a:ext cx="17937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2</a:t>
            </a:r>
            <a:endParaRPr sz="16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17" name="Google Shape;617;p23"/>
          <p:cNvSpPr txBox="1"/>
          <p:nvPr/>
        </p:nvSpPr>
        <p:spPr>
          <a:xfrm>
            <a:off x="457250" y="3579512"/>
            <a:ext cx="17937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5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18" name="Google Shape;618;p23"/>
          <p:cNvSpPr txBox="1"/>
          <p:nvPr/>
        </p:nvSpPr>
        <p:spPr>
          <a:xfrm>
            <a:off x="457250" y="2544288"/>
            <a:ext cx="18699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3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19" name="Google Shape;619;p23"/>
          <p:cNvSpPr txBox="1"/>
          <p:nvPr/>
        </p:nvSpPr>
        <p:spPr>
          <a:xfrm>
            <a:off x="457250" y="1445350"/>
            <a:ext cx="17937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1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Dental Infographics</a:t>
            </a:r>
            <a:endParaRPr/>
          </a:p>
        </p:txBody>
      </p:sp>
      <p:graphicFrame>
        <p:nvGraphicFramePr>
          <p:cNvPr id="375" name="Google Shape;375;p21"/>
          <p:cNvGraphicFramePr/>
          <p:nvPr/>
        </p:nvGraphicFramePr>
        <p:xfrm>
          <a:off x="525400" y="1272675"/>
          <a:ext cx="8080900" cy="3327150"/>
        </p:xfrm>
        <a:graphic>
          <a:graphicData uri="http://schemas.openxmlformats.org/drawingml/2006/table">
            <a:tbl>
              <a:tblPr>
                <a:noFill/>
                <a:tableStyleId>{3DA31C97-5F6F-4CB8-BAAF-ADBF7CA47C19}</a:tableStyleId>
              </a:tblPr>
              <a:tblGrid>
                <a:gridCol w="151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0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9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Fira Sans Extra Condensed SemiBold"/>
                          <a:ea typeface="Fira Sans Extra Condensed SemiBold"/>
                          <a:cs typeface="Fira Sans Extra Condensed SemiBold"/>
                          <a:sym typeface="Fira Sans Extra Condensed SemiBold"/>
                        </a:rPr>
                        <a:t>DESCRIPTION</a:t>
                      </a:r>
                      <a:endParaRPr sz="1600">
                        <a:solidFill>
                          <a:schemeClr val="lt1"/>
                        </a:solidFill>
                        <a:latin typeface="Fira Sans Extra Condensed SemiBold"/>
                        <a:ea typeface="Fira Sans Extra Condensed SemiBold"/>
                        <a:cs typeface="Fira Sans Extra Condensed SemiBold"/>
                        <a:sym typeface="Fira Sans Extra Condensed SemiBold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Fira Sans Extra Condensed SemiBold"/>
                          <a:ea typeface="Fira Sans Extra Condensed SemiBold"/>
                          <a:cs typeface="Fira Sans Extra Condensed SemiBold"/>
                          <a:sym typeface="Fira Sans Extra Condensed SemiBold"/>
                        </a:rPr>
                        <a:t>PRICE</a:t>
                      </a:r>
                      <a:endParaRPr sz="1600">
                        <a:solidFill>
                          <a:schemeClr val="lt1"/>
                        </a:solidFill>
                        <a:latin typeface="Fira Sans Extra Condensed SemiBold"/>
                        <a:ea typeface="Fira Sans Extra Condensed SemiBold"/>
                        <a:cs typeface="Fira Sans Extra Condensed SemiBold"/>
                        <a:sym typeface="Fira Sans Extra Condensed SemiBold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Fira Sans Extra Condensed SemiBold"/>
                          <a:ea typeface="Fira Sans Extra Condensed SemiBold"/>
                          <a:cs typeface="Fira Sans Extra Condensed SemiBold"/>
                          <a:sym typeface="Fira Sans Extra Condensed SemiBold"/>
                        </a:rPr>
                        <a:t>REVISION</a:t>
                      </a:r>
                      <a:endParaRPr sz="1600">
                        <a:solidFill>
                          <a:schemeClr val="lt1"/>
                        </a:solidFill>
                        <a:latin typeface="Fira Sans Extra Condensed SemiBold"/>
                        <a:ea typeface="Fira Sans Extra Condensed SemiBold"/>
                        <a:cs typeface="Fira Sans Extra Condensed SemiBold"/>
                        <a:sym typeface="Fira Sans Extra Condensed SemiBold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2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Fira Sans Extra Condensed SemiBold"/>
                          <a:ea typeface="Fira Sans Extra Condensed SemiBold"/>
                          <a:cs typeface="Fira Sans Extra Condensed SemiBold"/>
                          <a:sym typeface="Fira Sans Extra Condensed SemiBold"/>
                        </a:rPr>
                        <a:t>MERCURY</a:t>
                      </a:r>
                      <a:endParaRPr sz="1600">
                        <a:solidFill>
                          <a:schemeClr val="lt1"/>
                        </a:solidFill>
                        <a:latin typeface="Fira Sans Extra Condensed SemiBold"/>
                        <a:ea typeface="Fira Sans Extra Condensed SemiBold"/>
                        <a:cs typeface="Fira Sans Extra Condensed SemiBold"/>
                        <a:sym typeface="Fira Sans Extra Condensed SemiBold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Mercury is the closest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planet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 to the Sun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105 $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Fira Sans Extra Condensed SemiBold"/>
                          <a:ea typeface="Fira Sans Extra Condensed SemiBold"/>
                          <a:cs typeface="Fira Sans Extra Condensed SemiBold"/>
                          <a:sym typeface="Fira Sans Extra Condensed SemiBold"/>
                        </a:rPr>
                        <a:t>VENUS</a:t>
                      </a:r>
                      <a:endParaRPr sz="1600">
                        <a:solidFill>
                          <a:schemeClr val="lt1"/>
                        </a:solidFill>
                        <a:latin typeface="Fira Sans Extra Condensed SemiBold"/>
                        <a:ea typeface="Fira Sans Extra Condensed SemiBold"/>
                        <a:cs typeface="Fira Sans Extra Condensed SemiBold"/>
                        <a:sym typeface="Fira Sans Extra Condensed SemiBold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Venus has a beautiful name,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but it’s terribly hot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55 $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Fira Sans Extra Condensed SemiBold"/>
                          <a:ea typeface="Fira Sans Extra Condensed SemiBold"/>
                          <a:cs typeface="Fira Sans Extra Condensed SemiBold"/>
                          <a:sym typeface="Fira Sans Extra Condensed SemiBold"/>
                        </a:rPr>
                        <a:t>MARS</a:t>
                      </a:r>
                      <a:endParaRPr sz="1600">
                        <a:solidFill>
                          <a:schemeClr val="lt1"/>
                        </a:solidFill>
                        <a:latin typeface="Fira Sans Extra Condensed SemiBold"/>
                        <a:ea typeface="Fira Sans Extra Condensed SemiBold"/>
                        <a:cs typeface="Fira Sans Extra Condensed SemiBold"/>
                        <a:sym typeface="Fira Sans Extra Condensed SemiBold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Despite being red, Mars is a cold place, not hot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200 $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Fira Sans Extra Condensed SemiBold"/>
                          <a:ea typeface="Fira Sans Extra Condensed SemiBold"/>
                          <a:cs typeface="Fira Sans Extra Condensed SemiBold"/>
                          <a:sym typeface="Fira Sans Extra Condensed SemiBold"/>
                        </a:rPr>
                        <a:t>JUPITER</a:t>
                      </a:r>
                      <a:endParaRPr sz="1600">
                        <a:solidFill>
                          <a:schemeClr val="lt1"/>
                        </a:solidFill>
                        <a:latin typeface="Fira Sans Extra Condensed SemiBold"/>
                        <a:ea typeface="Fira Sans Extra Condensed SemiBold"/>
                        <a:cs typeface="Fira Sans Extra Condensed SemiBold"/>
                        <a:sym typeface="Fira Sans Extra Condensed SemiBold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It’s the biggest planet in our Solar System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300 $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76" name="Google Shape;376;p21"/>
          <p:cNvGrpSpPr/>
          <p:nvPr/>
        </p:nvGrpSpPr>
        <p:grpSpPr>
          <a:xfrm>
            <a:off x="7395634" y="1982118"/>
            <a:ext cx="371782" cy="274285"/>
            <a:chOff x="5223609" y="3731112"/>
            <a:chExt cx="371782" cy="274285"/>
          </a:xfrm>
        </p:grpSpPr>
        <p:sp>
          <p:nvSpPr>
            <p:cNvPr id="377" name="Google Shape;377;p21"/>
            <p:cNvSpPr/>
            <p:nvPr/>
          </p:nvSpPr>
          <p:spPr>
            <a:xfrm>
              <a:off x="5223609" y="3731112"/>
              <a:ext cx="371782" cy="274285"/>
            </a:xfrm>
            <a:custGeom>
              <a:avLst/>
              <a:gdLst/>
              <a:ahLst/>
              <a:cxnLst/>
              <a:rect l="l" t="t" r="r" b="b"/>
              <a:pathLst>
                <a:path w="14151" h="10440" extrusionOk="0">
                  <a:moveTo>
                    <a:pt x="11972" y="1"/>
                  </a:moveTo>
                  <a:lnTo>
                    <a:pt x="5563" y="6410"/>
                  </a:lnTo>
                  <a:cubicBezTo>
                    <a:pt x="5477" y="6497"/>
                    <a:pt x="5364" y="6540"/>
                    <a:pt x="5251" y="6540"/>
                  </a:cubicBezTo>
                  <a:cubicBezTo>
                    <a:pt x="5138" y="6540"/>
                    <a:pt x="5026" y="6497"/>
                    <a:pt x="4939" y="6410"/>
                  </a:cubicBezTo>
                  <a:lnTo>
                    <a:pt x="2178" y="3649"/>
                  </a:lnTo>
                  <a:lnTo>
                    <a:pt x="0" y="5827"/>
                  </a:lnTo>
                  <a:lnTo>
                    <a:pt x="4162" y="9989"/>
                  </a:lnTo>
                  <a:cubicBezTo>
                    <a:pt x="4453" y="10280"/>
                    <a:pt x="4842" y="10440"/>
                    <a:pt x="5251" y="10440"/>
                  </a:cubicBezTo>
                  <a:cubicBezTo>
                    <a:pt x="5660" y="10440"/>
                    <a:pt x="6056" y="10280"/>
                    <a:pt x="6340" y="9989"/>
                  </a:cubicBezTo>
                  <a:lnTo>
                    <a:pt x="14150" y="2179"/>
                  </a:lnTo>
                  <a:lnTo>
                    <a:pt x="1197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1"/>
            <p:cNvSpPr/>
            <p:nvPr/>
          </p:nvSpPr>
          <p:spPr>
            <a:xfrm>
              <a:off x="5338236" y="3769391"/>
              <a:ext cx="257155" cy="236006"/>
            </a:xfrm>
            <a:custGeom>
              <a:avLst/>
              <a:gdLst/>
              <a:ahLst/>
              <a:cxnLst/>
              <a:rect l="l" t="t" r="r" b="b"/>
              <a:pathLst>
                <a:path w="9788" h="8983" extrusionOk="0">
                  <a:moveTo>
                    <a:pt x="9066" y="0"/>
                  </a:moveTo>
                  <a:lnTo>
                    <a:pt x="826" y="8248"/>
                  </a:lnTo>
                  <a:cubicBezTo>
                    <a:pt x="597" y="8470"/>
                    <a:pt x="312" y="8629"/>
                    <a:pt x="0" y="8698"/>
                  </a:cubicBezTo>
                  <a:cubicBezTo>
                    <a:pt x="257" y="8886"/>
                    <a:pt x="569" y="8983"/>
                    <a:pt x="888" y="8983"/>
                  </a:cubicBezTo>
                  <a:cubicBezTo>
                    <a:pt x="1297" y="8983"/>
                    <a:pt x="1693" y="8823"/>
                    <a:pt x="1977" y="8532"/>
                  </a:cubicBezTo>
                  <a:lnTo>
                    <a:pt x="9787" y="722"/>
                  </a:lnTo>
                  <a:lnTo>
                    <a:pt x="906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9" name="Google Shape;379;p21"/>
          <p:cNvSpPr/>
          <p:nvPr/>
        </p:nvSpPr>
        <p:spPr>
          <a:xfrm>
            <a:off x="7435543" y="3415618"/>
            <a:ext cx="291966" cy="289050"/>
          </a:xfrm>
          <a:custGeom>
            <a:avLst/>
            <a:gdLst/>
            <a:ahLst/>
            <a:cxnLst/>
            <a:rect l="l" t="t" r="r" b="b"/>
            <a:pathLst>
              <a:path w="11113" h="11002" extrusionOk="0">
                <a:moveTo>
                  <a:pt x="2619" y="0"/>
                </a:moveTo>
                <a:cubicBezTo>
                  <a:pt x="2492" y="0"/>
                  <a:pt x="2366" y="49"/>
                  <a:pt x="2268" y="146"/>
                </a:cubicBezTo>
                <a:lnTo>
                  <a:pt x="201" y="2213"/>
                </a:lnTo>
                <a:cubicBezTo>
                  <a:pt x="7" y="2407"/>
                  <a:pt x="7" y="2719"/>
                  <a:pt x="201" y="2914"/>
                </a:cubicBezTo>
                <a:lnTo>
                  <a:pt x="2782" y="5501"/>
                </a:lnTo>
                <a:lnTo>
                  <a:pt x="195" y="8081"/>
                </a:lnTo>
                <a:cubicBezTo>
                  <a:pt x="0" y="8275"/>
                  <a:pt x="0" y="8587"/>
                  <a:pt x="195" y="8782"/>
                </a:cubicBezTo>
                <a:lnTo>
                  <a:pt x="2268" y="10856"/>
                </a:lnTo>
                <a:cubicBezTo>
                  <a:pt x="2366" y="10953"/>
                  <a:pt x="2492" y="11001"/>
                  <a:pt x="2619" y="11001"/>
                </a:cubicBezTo>
                <a:cubicBezTo>
                  <a:pt x="2745" y="11001"/>
                  <a:pt x="2872" y="10953"/>
                  <a:pt x="2969" y="10856"/>
                </a:cubicBezTo>
                <a:lnTo>
                  <a:pt x="5556" y="8268"/>
                </a:lnTo>
                <a:lnTo>
                  <a:pt x="8143" y="10856"/>
                </a:lnTo>
                <a:cubicBezTo>
                  <a:pt x="8241" y="10953"/>
                  <a:pt x="8367" y="11001"/>
                  <a:pt x="8494" y="11001"/>
                </a:cubicBezTo>
                <a:cubicBezTo>
                  <a:pt x="8620" y="11001"/>
                  <a:pt x="8747" y="10953"/>
                  <a:pt x="8844" y="10856"/>
                </a:cubicBezTo>
                <a:lnTo>
                  <a:pt x="10911" y="8789"/>
                </a:lnTo>
                <a:cubicBezTo>
                  <a:pt x="11105" y="8594"/>
                  <a:pt x="11105" y="8275"/>
                  <a:pt x="10911" y="8081"/>
                </a:cubicBezTo>
                <a:lnTo>
                  <a:pt x="8331" y="5501"/>
                </a:lnTo>
                <a:lnTo>
                  <a:pt x="10918" y="2914"/>
                </a:lnTo>
                <a:cubicBezTo>
                  <a:pt x="11112" y="2719"/>
                  <a:pt x="11112" y="2407"/>
                  <a:pt x="10918" y="2213"/>
                </a:cubicBezTo>
                <a:lnTo>
                  <a:pt x="8844" y="146"/>
                </a:lnTo>
                <a:cubicBezTo>
                  <a:pt x="8747" y="49"/>
                  <a:pt x="8620" y="0"/>
                  <a:pt x="8494" y="0"/>
                </a:cubicBezTo>
                <a:cubicBezTo>
                  <a:pt x="8367" y="0"/>
                  <a:pt x="8241" y="49"/>
                  <a:pt x="8143" y="146"/>
                </a:cubicBezTo>
                <a:lnTo>
                  <a:pt x="5556" y="2726"/>
                </a:lnTo>
                <a:lnTo>
                  <a:pt x="2969" y="146"/>
                </a:lnTo>
                <a:cubicBezTo>
                  <a:pt x="2872" y="49"/>
                  <a:pt x="2745" y="0"/>
                  <a:pt x="261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0" name="Google Shape;380;p21"/>
          <p:cNvGrpSpPr/>
          <p:nvPr/>
        </p:nvGrpSpPr>
        <p:grpSpPr>
          <a:xfrm>
            <a:off x="7395634" y="4111993"/>
            <a:ext cx="371782" cy="274285"/>
            <a:chOff x="5223609" y="3731112"/>
            <a:chExt cx="371782" cy="274285"/>
          </a:xfrm>
        </p:grpSpPr>
        <p:sp>
          <p:nvSpPr>
            <p:cNvPr id="381" name="Google Shape;381;p21"/>
            <p:cNvSpPr/>
            <p:nvPr/>
          </p:nvSpPr>
          <p:spPr>
            <a:xfrm>
              <a:off x="5223609" y="3731112"/>
              <a:ext cx="371782" cy="274285"/>
            </a:xfrm>
            <a:custGeom>
              <a:avLst/>
              <a:gdLst/>
              <a:ahLst/>
              <a:cxnLst/>
              <a:rect l="l" t="t" r="r" b="b"/>
              <a:pathLst>
                <a:path w="14151" h="10440" extrusionOk="0">
                  <a:moveTo>
                    <a:pt x="11972" y="1"/>
                  </a:moveTo>
                  <a:lnTo>
                    <a:pt x="5563" y="6410"/>
                  </a:lnTo>
                  <a:cubicBezTo>
                    <a:pt x="5477" y="6497"/>
                    <a:pt x="5364" y="6540"/>
                    <a:pt x="5251" y="6540"/>
                  </a:cubicBezTo>
                  <a:cubicBezTo>
                    <a:pt x="5138" y="6540"/>
                    <a:pt x="5026" y="6497"/>
                    <a:pt x="4939" y="6410"/>
                  </a:cubicBezTo>
                  <a:lnTo>
                    <a:pt x="2178" y="3649"/>
                  </a:lnTo>
                  <a:lnTo>
                    <a:pt x="0" y="5827"/>
                  </a:lnTo>
                  <a:lnTo>
                    <a:pt x="4162" y="9989"/>
                  </a:lnTo>
                  <a:cubicBezTo>
                    <a:pt x="4453" y="10280"/>
                    <a:pt x="4842" y="10440"/>
                    <a:pt x="5251" y="10440"/>
                  </a:cubicBezTo>
                  <a:cubicBezTo>
                    <a:pt x="5660" y="10440"/>
                    <a:pt x="6056" y="10280"/>
                    <a:pt x="6340" y="9989"/>
                  </a:cubicBezTo>
                  <a:lnTo>
                    <a:pt x="14150" y="2179"/>
                  </a:lnTo>
                  <a:lnTo>
                    <a:pt x="1197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1"/>
            <p:cNvSpPr/>
            <p:nvPr/>
          </p:nvSpPr>
          <p:spPr>
            <a:xfrm>
              <a:off x="5338236" y="3769391"/>
              <a:ext cx="257155" cy="236006"/>
            </a:xfrm>
            <a:custGeom>
              <a:avLst/>
              <a:gdLst/>
              <a:ahLst/>
              <a:cxnLst/>
              <a:rect l="l" t="t" r="r" b="b"/>
              <a:pathLst>
                <a:path w="9788" h="8983" extrusionOk="0">
                  <a:moveTo>
                    <a:pt x="9066" y="0"/>
                  </a:moveTo>
                  <a:lnTo>
                    <a:pt x="826" y="8248"/>
                  </a:lnTo>
                  <a:cubicBezTo>
                    <a:pt x="597" y="8470"/>
                    <a:pt x="312" y="8629"/>
                    <a:pt x="0" y="8698"/>
                  </a:cubicBezTo>
                  <a:cubicBezTo>
                    <a:pt x="257" y="8886"/>
                    <a:pt x="569" y="8983"/>
                    <a:pt x="888" y="8983"/>
                  </a:cubicBezTo>
                  <a:cubicBezTo>
                    <a:pt x="1297" y="8983"/>
                    <a:pt x="1693" y="8823"/>
                    <a:pt x="1977" y="8532"/>
                  </a:cubicBezTo>
                  <a:lnTo>
                    <a:pt x="9787" y="722"/>
                  </a:lnTo>
                  <a:lnTo>
                    <a:pt x="906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3" name="Google Shape;383;p21"/>
          <p:cNvSpPr/>
          <p:nvPr/>
        </p:nvSpPr>
        <p:spPr>
          <a:xfrm>
            <a:off x="7395618" y="2691481"/>
            <a:ext cx="291966" cy="289050"/>
          </a:xfrm>
          <a:custGeom>
            <a:avLst/>
            <a:gdLst/>
            <a:ahLst/>
            <a:cxnLst/>
            <a:rect l="l" t="t" r="r" b="b"/>
            <a:pathLst>
              <a:path w="11113" h="11002" extrusionOk="0">
                <a:moveTo>
                  <a:pt x="2619" y="0"/>
                </a:moveTo>
                <a:cubicBezTo>
                  <a:pt x="2492" y="0"/>
                  <a:pt x="2366" y="49"/>
                  <a:pt x="2268" y="146"/>
                </a:cubicBezTo>
                <a:lnTo>
                  <a:pt x="201" y="2213"/>
                </a:lnTo>
                <a:cubicBezTo>
                  <a:pt x="7" y="2407"/>
                  <a:pt x="7" y="2719"/>
                  <a:pt x="201" y="2914"/>
                </a:cubicBezTo>
                <a:lnTo>
                  <a:pt x="2782" y="5501"/>
                </a:lnTo>
                <a:lnTo>
                  <a:pt x="195" y="8081"/>
                </a:lnTo>
                <a:cubicBezTo>
                  <a:pt x="0" y="8275"/>
                  <a:pt x="0" y="8587"/>
                  <a:pt x="195" y="8782"/>
                </a:cubicBezTo>
                <a:lnTo>
                  <a:pt x="2268" y="10856"/>
                </a:lnTo>
                <a:cubicBezTo>
                  <a:pt x="2366" y="10953"/>
                  <a:pt x="2492" y="11001"/>
                  <a:pt x="2619" y="11001"/>
                </a:cubicBezTo>
                <a:cubicBezTo>
                  <a:pt x="2745" y="11001"/>
                  <a:pt x="2872" y="10953"/>
                  <a:pt x="2969" y="10856"/>
                </a:cubicBezTo>
                <a:lnTo>
                  <a:pt x="5556" y="8268"/>
                </a:lnTo>
                <a:lnTo>
                  <a:pt x="8143" y="10856"/>
                </a:lnTo>
                <a:cubicBezTo>
                  <a:pt x="8241" y="10953"/>
                  <a:pt x="8367" y="11001"/>
                  <a:pt x="8494" y="11001"/>
                </a:cubicBezTo>
                <a:cubicBezTo>
                  <a:pt x="8620" y="11001"/>
                  <a:pt x="8747" y="10953"/>
                  <a:pt x="8844" y="10856"/>
                </a:cubicBezTo>
                <a:lnTo>
                  <a:pt x="10911" y="8789"/>
                </a:lnTo>
                <a:cubicBezTo>
                  <a:pt x="11105" y="8594"/>
                  <a:pt x="11105" y="8275"/>
                  <a:pt x="10911" y="8081"/>
                </a:cubicBezTo>
                <a:lnTo>
                  <a:pt x="8331" y="5501"/>
                </a:lnTo>
                <a:lnTo>
                  <a:pt x="10918" y="2914"/>
                </a:lnTo>
                <a:cubicBezTo>
                  <a:pt x="11112" y="2719"/>
                  <a:pt x="11112" y="2407"/>
                  <a:pt x="10918" y="2213"/>
                </a:cubicBezTo>
                <a:lnTo>
                  <a:pt x="8844" y="146"/>
                </a:lnTo>
                <a:cubicBezTo>
                  <a:pt x="8747" y="49"/>
                  <a:pt x="8620" y="0"/>
                  <a:pt x="8494" y="0"/>
                </a:cubicBezTo>
                <a:cubicBezTo>
                  <a:pt x="8367" y="0"/>
                  <a:pt x="8241" y="49"/>
                  <a:pt x="8143" y="146"/>
                </a:cubicBezTo>
                <a:lnTo>
                  <a:pt x="5556" y="2726"/>
                </a:lnTo>
                <a:lnTo>
                  <a:pt x="2969" y="146"/>
                </a:lnTo>
                <a:cubicBezTo>
                  <a:pt x="2872" y="49"/>
                  <a:pt x="2745" y="0"/>
                  <a:pt x="261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33"/>
          <p:cNvSpPr/>
          <p:nvPr/>
        </p:nvSpPr>
        <p:spPr>
          <a:xfrm>
            <a:off x="7074263" y="1429587"/>
            <a:ext cx="1455900" cy="1673100"/>
          </a:xfrm>
          <a:prstGeom prst="wedgeRectCallout">
            <a:avLst>
              <a:gd name="adj1" fmla="val -21485"/>
              <a:gd name="adj2" fmla="val 50183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2" name="Google Shape;1222;p33"/>
          <p:cNvSpPr/>
          <p:nvPr/>
        </p:nvSpPr>
        <p:spPr>
          <a:xfrm>
            <a:off x="5441006" y="1429587"/>
            <a:ext cx="1455900" cy="1673100"/>
          </a:xfrm>
          <a:prstGeom prst="wedgeRectCallout">
            <a:avLst>
              <a:gd name="adj1" fmla="val -19708"/>
              <a:gd name="adj2" fmla="val 49829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3" name="Google Shape;1223;p33"/>
          <p:cNvSpPr/>
          <p:nvPr/>
        </p:nvSpPr>
        <p:spPr>
          <a:xfrm>
            <a:off x="3829493" y="1429587"/>
            <a:ext cx="1455900" cy="1673100"/>
          </a:xfrm>
          <a:prstGeom prst="wedgeRectCallout">
            <a:avLst>
              <a:gd name="adj1" fmla="val -19425"/>
              <a:gd name="adj2" fmla="val 49829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4" name="Google Shape;1224;p33"/>
          <p:cNvSpPr/>
          <p:nvPr/>
        </p:nvSpPr>
        <p:spPr>
          <a:xfrm>
            <a:off x="2196236" y="1429587"/>
            <a:ext cx="1455900" cy="1673100"/>
          </a:xfrm>
          <a:prstGeom prst="wedgeRectCallout">
            <a:avLst>
              <a:gd name="adj1" fmla="val -18455"/>
              <a:gd name="adj2" fmla="val 49829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5" name="Google Shape;1225;p33"/>
          <p:cNvSpPr/>
          <p:nvPr/>
        </p:nvSpPr>
        <p:spPr>
          <a:xfrm>
            <a:off x="582900" y="1425300"/>
            <a:ext cx="1455900" cy="1673100"/>
          </a:xfrm>
          <a:prstGeom prst="wedgeRectCallout">
            <a:avLst>
              <a:gd name="adj1" fmla="val -20465"/>
              <a:gd name="adj2" fmla="val 50085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6" name="Google Shape;1226;p33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Dental Infographics</a:t>
            </a:r>
            <a:endParaRPr/>
          </a:p>
        </p:txBody>
      </p:sp>
      <p:sp>
        <p:nvSpPr>
          <p:cNvPr id="1227" name="Google Shape;1227;p33"/>
          <p:cNvSpPr/>
          <p:nvPr/>
        </p:nvSpPr>
        <p:spPr>
          <a:xfrm>
            <a:off x="7086159" y="3302262"/>
            <a:ext cx="1455900" cy="57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8" name="Google Shape;1228;p33"/>
          <p:cNvSpPr txBox="1"/>
          <p:nvPr/>
        </p:nvSpPr>
        <p:spPr>
          <a:xfrm>
            <a:off x="7083242" y="3385450"/>
            <a:ext cx="14616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FRONT TEETH</a:t>
            </a:r>
            <a:endParaRPr sz="16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229" name="Google Shape;1229;p33"/>
          <p:cNvSpPr txBox="1"/>
          <p:nvPr/>
        </p:nvSpPr>
        <p:spPr>
          <a:xfrm>
            <a:off x="7074263" y="3874962"/>
            <a:ext cx="1455900" cy="9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0" name="Google Shape;1230;p33"/>
          <p:cNvSpPr/>
          <p:nvPr/>
        </p:nvSpPr>
        <p:spPr>
          <a:xfrm>
            <a:off x="582935" y="3314700"/>
            <a:ext cx="1455900" cy="57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1" name="Google Shape;1231;p33"/>
          <p:cNvSpPr/>
          <p:nvPr/>
        </p:nvSpPr>
        <p:spPr>
          <a:xfrm>
            <a:off x="2207803" y="3314700"/>
            <a:ext cx="1455900" cy="572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2" name="Google Shape;1232;p33"/>
          <p:cNvSpPr/>
          <p:nvPr/>
        </p:nvSpPr>
        <p:spPr>
          <a:xfrm>
            <a:off x="3832671" y="3314700"/>
            <a:ext cx="1455900" cy="57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3" name="Google Shape;1233;p33"/>
          <p:cNvSpPr/>
          <p:nvPr/>
        </p:nvSpPr>
        <p:spPr>
          <a:xfrm>
            <a:off x="5457539" y="3314700"/>
            <a:ext cx="1455900" cy="572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4" name="Google Shape;1234;p33"/>
          <p:cNvSpPr txBox="1"/>
          <p:nvPr/>
        </p:nvSpPr>
        <p:spPr>
          <a:xfrm>
            <a:off x="656126" y="3397900"/>
            <a:ext cx="13095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MOLARS</a:t>
            </a:r>
            <a:endParaRPr sz="16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235" name="Google Shape;1235;p33"/>
          <p:cNvSpPr txBox="1"/>
          <p:nvPr/>
        </p:nvSpPr>
        <p:spPr>
          <a:xfrm>
            <a:off x="2277773" y="3397900"/>
            <a:ext cx="13158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PREMOLARS</a:t>
            </a:r>
            <a:endParaRPr sz="16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236" name="Google Shape;1236;p33"/>
          <p:cNvSpPr txBox="1"/>
          <p:nvPr/>
        </p:nvSpPr>
        <p:spPr>
          <a:xfrm>
            <a:off x="3921751" y="3397900"/>
            <a:ext cx="12777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CANINES</a:t>
            </a:r>
            <a:endParaRPr sz="16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237" name="Google Shape;1237;p33"/>
          <p:cNvSpPr txBox="1"/>
          <p:nvPr/>
        </p:nvSpPr>
        <p:spPr>
          <a:xfrm>
            <a:off x="5549449" y="3397900"/>
            <a:ext cx="12720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INCISORS</a:t>
            </a:r>
            <a:endParaRPr sz="16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238" name="Google Shape;1238;p33"/>
          <p:cNvSpPr txBox="1"/>
          <p:nvPr/>
        </p:nvSpPr>
        <p:spPr>
          <a:xfrm>
            <a:off x="582935" y="3868275"/>
            <a:ext cx="1455900" cy="9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has a beautiful name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but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is hot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place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9" name="Google Shape;1239;p33"/>
          <p:cNvSpPr txBox="1"/>
          <p:nvPr/>
        </p:nvSpPr>
        <p:spPr>
          <a:xfrm>
            <a:off x="2234711" y="3868275"/>
            <a:ext cx="1455900" cy="9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closest planet to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0" name="Google Shape;1240;p33"/>
          <p:cNvSpPr txBox="1"/>
          <p:nvPr/>
        </p:nvSpPr>
        <p:spPr>
          <a:xfrm>
            <a:off x="3820775" y="3887400"/>
            <a:ext cx="1455900" cy="9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 Mars is a very cold place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1" name="Google Shape;1241;p33"/>
          <p:cNvSpPr txBox="1"/>
          <p:nvPr/>
        </p:nvSpPr>
        <p:spPr>
          <a:xfrm>
            <a:off x="5457553" y="3887400"/>
            <a:ext cx="1455900" cy="9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2" name="Google Shape;1242;p33"/>
          <p:cNvSpPr/>
          <p:nvPr/>
        </p:nvSpPr>
        <p:spPr>
          <a:xfrm>
            <a:off x="1095080" y="1957168"/>
            <a:ext cx="431539" cy="667496"/>
          </a:xfrm>
          <a:custGeom>
            <a:avLst/>
            <a:gdLst/>
            <a:ahLst/>
            <a:cxnLst/>
            <a:rect l="l" t="t" r="r" b="b"/>
            <a:pathLst>
              <a:path w="11954" h="15043" extrusionOk="0">
                <a:moveTo>
                  <a:pt x="3792" y="1"/>
                </a:moveTo>
                <a:cubicBezTo>
                  <a:pt x="3147" y="1"/>
                  <a:pt x="2526" y="196"/>
                  <a:pt x="1881" y="604"/>
                </a:cubicBezTo>
                <a:cubicBezTo>
                  <a:pt x="1" y="1793"/>
                  <a:pt x="852" y="4401"/>
                  <a:pt x="1420" y="6134"/>
                </a:cubicBezTo>
                <a:cubicBezTo>
                  <a:pt x="1592" y="6666"/>
                  <a:pt x="1757" y="7175"/>
                  <a:pt x="1787" y="7447"/>
                </a:cubicBezTo>
                <a:cubicBezTo>
                  <a:pt x="1828" y="7926"/>
                  <a:pt x="1781" y="8541"/>
                  <a:pt x="1728" y="9191"/>
                </a:cubicBezTo>
                <a:cubicBezTo>
                  <a:pt x="1645" y="10226"/>
                  <a:pt x="1562" y="11291"/>
                  <a:pt x="1805" y="12196"/>
                </a:cubicBezTo>
                <a:cubicBezTo>
                  <a:pt x="2224" y="13716"/>
                  <a:pt x="3549" y="14827"/>
                  <a:pt x="3602" y="14875"/>
                </a:cubicBezTo>
                <a:cubicBezTo>
                  <a:pt x="3727" y="14975"/>
                  <a:pt x="3874" y="15029"/>
                  <a:pt x="4028" y="15040"/>
                </a:cubicBezTo>
                <a:lnTo>
                  <a:pt x="4070" y="15040"/>
                </a:lnTo>
                <a:cubicBezTo>
                  <a:pt x="4472" y="15040"/>
                  <a:pt x="4797" y="14715"/>
                  <a:pt x="4797" y="14313"/>
                </a:cubicBezTo>
                <a:cubicBezTo>
                  <a:pt x="4797" y="14248"/>
                  <a:pt x="4791" y="14183"/>
                  <a:pt x="4773" y="14124"/>
                </a:cubicBezTo>
                <a:cubicBezTo>
                  <a:pt x="4708" y="13751"/>
                  <a:pt x="4395" y="11693"/>
                  <a:pt x="4868" y="10380"/>
                </a:cubicBezTo>
                <a:cubicBezTo>
                  <a:pt x="5229" y="9398"/>
                  <a:pt x="5749" y="8878"/>
                  <a:pt x="5980" y="8742"/>
                </a:cubicBezTo>
                <a:cubicBezTo>
                  <a:pt x="6199" y="8878"/>
                  <a:pt x="6725" y="9398"/>
                  <a:pt x="7086" y="10380"/>
                </a:cubicBezTo>
                <a:cubicBezTo>
                  <a:pt x="7606" y="11817"/>
                  <a:pt x="7180" y="14153"/>
                  <a:pt x="7175" y="14177"/>
                </a:cubicBezTo>
                <a:cubicBezTo>
                  <a:pt x="7080" y="14665"/>
                  <a:pt x="7470" y="15043"/>
                  <a:pt x="7893" y="15043"/>
                </a:cubicBezTo>
                <a:cubicBezTo>
                  <a:pt x="8049" y="15043"/>
                  <a:pt x="8210" y="14991"/>
                  <a:pt x="8351" y="14875"/>
                </a:cubicBezTo>
                <a:cubicBezTo>
                  <a:pt x="8405" y="14827"/>
                  <a:pt x="9735" y="13716"/>
                  <a:pt x="10149" y="12190"/>
                </a:cubicBezTo>
                <a:cubicBezTo>
                  <a:pt x="10392" y="11291"/>
                  <a:pt x="10309" y="10220"/>
                  <a:pt x="10226" y="9191"/>
                </a:cubicBezTo>
                <a:cubicBezTo>
                  <a:pt x="10173" y="8541"/>
                  <a:pt x="10126" y="7926"/>
                  <a:pt x="10173" y="7447"/>
                </a:cubicBezTo>
                <a:cubicBezTo>
                  <a:pt x="10191" y="7175"/>
                  <a:pt x="10356" y="6666"/>
                  <a:pt x="10528" y="6134"/>
                </a:cubicBezTo>
                <a:cubicBezTo>
                  <a:pt x="11096" y="4401"/>
                  <a:pt x="11953" y="1793"/>
                  <a:pt x="10067" y="604"/>
                </a:cubicBezTo>
                <a:cubicBezTo>
                  <a:pt x="9428" y="196"/>
                  <a:pt x="8801" y="1"/>
                  <a:pt x="8162" y="1"/>
                </a:cubicBezTo>
                <a:cubicBezTo>
                  <a:pt x="7470" y="1"/>
                  <a:pt x="6902" y="237"/>
                  <a:pt x="6494" y="415"/>
                </a:cubicBezTo>
                <a:cubicBezTo>
                  <a:pt x="6305" y="492"/>
                  <a:pt x="6069" y="592"/>
                  <a:pt x="5974" y="592"/>
                </a:cubicBezTo>
                <a:cubicBezTo>
                  <a:pt x="5879" y="592"/>
                  <a:pt x="5649" y="492"/>
                  <a:pt x="5459" y="415"/>
                </a:cubicBezTo>
                <a:cubicBezTo>
                  <a:pt x="5045" y="237"/>
                  <a:pt x="4484" y="1"/>
                  <a:pt x="379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3" name="Google Shape;1243;p33"/>
          <p:cNvSpPr/>
          <p:nvPr/>
        </p:nvSpPr>
        <p:spPr>
          <a:xfrm>
            <a:off x="1239282" y="1995593"/>
            <a:ext cx="143136" cy="188361"/>
          </a:xfrm>
          <a:custGeom>
            <a:avLst/>
            <a:gdLst/>
            <a:ahLst/>
            <a:cxnLst/>
            <a:rect l="l" t="t" r="r" b="b"/>
            <a:pathLst>
              <a:path w="3965" h="4245" extrusionOk="0">
                <a:moveTo>
                  <a:pt x="1805" y="0"/>
                </a:moveTo>
                <a:cubicBezTo>
                  <a:pt x="1728" y="0"/>
                  <a:pt x="1649" y="11"/>
                  <a:pt x="1568" y="34"/>
                </a:cubicBezTo>
                <a:cubicBezTo>
                  <a:pt x="1" y="477"/>
                  <a:pt x="2508" y="1672"/>
                  <a:pt x="3011" y="4245"/>
                </a:cubicBezTo>
                <a:cubicBezTo>
                  <a:pt x="3965" y="3650"/>
                  <a:pt x="3226" y="0"/>
                  <a:pt x="180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4" name="Google Shape;1244;p33"/>
          <p:cNvSpPr/>
          <p:nvPr/>
        </p:nvSpPr>
        <p:spPr>
          <a:xfrm>
            <a:off x="2708417" y="1955326"/>
            <a:ext cx="431539" cy="572687"/>
          </a:xfrm>
          <a:custGeom>
            <a:avLst/>
            <a:gdLst/>
            <a:ahLst/>
            <a:cxnLst/>
            <a:rect l="l" t="t" r="r" b="b"/>
            <a:pathLst>
              <a:path w="11954" h="15043" extrusionOk="0">
                <a:moveTo>
                  <a:pt x="3792" y="1"/>
                </a:moveTo>
                <a:cubicBezTo>
                  <a:pt x="3147" y="1"/>
                  <a:pt x="2526" y="196"/>
                  <a:pt x="1881" y="604"/>
                </a:cubicBezTo>
                <a:cubicBezTo>
                  <a:pt x="1" y="1793"/>
                  <a:pt x="852" y="4401"/>
                  <a:pt x="1420" y="6134"/>
                </a:cubicBezTo>
                <a:cubicBezTo>
                  <a:pt x="1592" y="6666"/>
                  <a:pt x="1757" y="7175"/>
                  <a:pt x="1787" y="7447"/>
                </a:cubicBezTo>
                <a:cubicBezTo>
                  <a:pt x="1828" y="7926"/>
                  <a:pt x="1781" y="8541"/>
                  <a:pt x="1728" y="9191"/>
                </a:cubicBezTo>
                <a:cubicBezTo>
                  <a:pt x="1645" y="10226"/>
                  <a:pt x="1562" y="11291"/>
                  <a:pt x="1805" y="12196"/>
                </a:cubicBezTo>
                <a:cubicBezTo>
                  <a:pt x="2224" y="13716"/>
                  <a:pt x="3549" y="14827"/>
                  <a:pt x="3602" y="14875"/>
                </a:cubicBezTo>
                <a:cubicBezTo>
                  <a:pt x="3727" y="14975"/>
                  <a:pt x="3874" y="15029"/>
                  <a:pt x="4028" y="15040"/>
                </a:cubicBezTo>
                <a:lnTo>
                  <a:pt x="4070" y="15040"/>
                </a:lnTo>
                <a:cubicBezTo>
                  <a:pt x="4472" y="15040"/>
                  <a:pt x="4797" y="14715"/>
                  <a:pt x="4797" y="14313"/>
                </a:cubicBezTo>
                <a:cubicBezTo>
                  <a:pt x="4797" y="14248"/>
                  <a:pt x="4791" y="14183"/>
                  <a:pt x="4773" y="14124"/>
                </a:cubicBezTo>
                <a:cubicBezTo>
                  <a:pt x="4708" y="13751"/>
                  <a:pt x="4395" y="11693"/>
                  <a:pt x="4868" y="10380"/>
                </a:cubicBezTo>
                <a:cubicBezTo>
                  <a:pt x="5229" y="9398"/>
                  <a:pt x="5749" y="8878"/>
                  <a:pt x="5980" y="8742"/>
                </a:cubicBezTo>
                <a:cubicBezTo>
                  <a:pt x="6199" y="8878"/>
                  <a:pt x="6725" y="9398"/>
                  <a:pt x="7086" y="10380"/>
                </a:cubicBezTo>
                <a:cubicBezTo>
                  <a:pt x="7606" y="11817"/>
                  <a:pt x="7180" y="14153"/>
                  <a:pt x="7175" y="14177"/>
                </a:cubicBezTo>
                <a:cubicBezTo>
                  <a:pt x="7080" y="14665"/>
                  <a:pt x="7470" y="15043"/>
                  <a:pt x="7893" y="15043"/>
                </a:cubicBezTo>
                <a:cubicBezTo>
                  <a:pt x="8049" y="15043"/>
                  <a:pt x="8210" y="14991"/>
                  <a:pt x="8351" y="14875"/>
                </a:cubicBezTo>
                <a:cubicBezTo>
                  <a:pt x="8405" y="14827"/>
                  <a:pt x="9735" y="13716"/>
                  <a:pt x="10149" y="12190"/>
                </a:cubicBezTo>
                <a:cubicBezTo>
                  <a:pt x="10392" y="11291"/>
                  <a:pt x="10309" y="10220"/>
                  <a:pt x="10226" y="9191"/>
                </a:cubicBezTo>
                <a:cubicBezTo>
                  <a:pt x="10173" y="8541"/>
                  <a:pt x="10126" y="7926"/>
                  <a:pt x="10173" y="7447"/>
                </a:cubicBezTo>
                <a:cubicBezTo>
                  <a:pt x="10191" y="7175"/>
                  <a:pt x="10356" y="6666"/>
                  <a:pt x="10528" y="6134"/>
                </a:cubicBezTo>
                <a:cubicBezTo>
                  <a:pt x="11096" y="4401"/>
                  <a:pt x="11953" y="1793"/>
                  <a:pt x="10067" y="604"/>
                </a:cubicBezTo>
                <a:cubicBezTo>
                  <a:pt x="9428" y="196"/>
                  <a:pt x="8801" y="1"/>
                  <a:pt x="8162" y="1"/>
                </a:cubicBezTo>
                <a:cubicBezTo>
                  <a:pt x="7470" y="1"/>
                  <a:pt x="6902" y="237"/>
                  <a:pt x="6494" y="415"/>
                </a:cubicBezTo>
                <a:cubicBezTo>
                  <a:pt x="6305" y="492"/>
                  <a:pt x="6069" y="592"/>
                  <a:pt x="5974" y="592"/>
                </a:cubicBezTo>
                <a:cubicBezTo>
                  <a:pt x="5879" y="592"/>
                  <a:pt x="5649" y="492"/>
                  <a:pt x="5459" y="415"/>
                </a:cubicBezTo>
                <a:cubicBezTo>
                  <a:pt x="5045" y="237"/>
                  <a:pt x="4484" y="1"/>
                  <a:pt x="379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5" name="Google Shape;1245;p33"/>
          <p:cNvSpPr/>
          <p:nvPr/>
        </p:nvSpPr>
        <p:spPr>
          <a:xfrm>
            <a:off x="2852618" y="1988295"/>
            <a:ext cx="143137" cy="161607"/>
          </a:xfrm>
          <a:custGeom>
            <a:avLst/>
            <a:gdLst/>
            <a:ahLst/>
            <a:cxnLst/>
            <a:rect l="l" t="t" r="r" b="b"/>
            <a:pathLst>
              <a:path w="3965" h="4245" extrusionOk="0">
                <a:moveTo>
                  <a:pt x="1805" y="0"/>
                </a:moveTo>
                <a:cubicBezTo>
                  <a:pt x="1728" y="0"/>
                  <a:pt x="1649" y="11"/>
                  <a:pt x="1568" y="34"/>
                </a:cubicBezTo>
                <a:cubicBezTo>
                  <a:pt x="1" y="477"/>
                  <a:pt x="2508" y="1672"/>
                  <a:pt x="3011" y="4245"/>
                </a:cubicBezTo>
                <a:cubicBezTo>
                  <a:pt x="3965" y="3650"/>
                  <a:pt x="3226" y="0"/>
                  <a:pt x="180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6" name="Google Shape;1246;p33"/>
          <p:cNvSpPr/>
          <p:nvPr/>
        </p:nvSpPr>
        <p:spPr>
          <a:xfrm>
            <a:off x="6016406" y="1946063"/>
            <a:ext cx="305100" cy="523500"/>
          </a:xfrm>
          <a:prstGeom prst="roundRect">
            <a:avLst>
              <a:gd name="adj" fmla="val 44633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7" name="Google Shape;1247;p33"/>
          <p:cNvSpPr/>
          <p:nvPr/>
        </p:nvSpPr>
        <p:spPr>
          <a:xfrm rot="5400000">
            <a:off x="7572563" y="2103075"/>
            <a:ext cx="459300" cy="326100"/>
          </a:xfrm>
          <a:prstGeom prst="flowChartDelay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8" name="Google Shape;1248;p33"/>
          <p:cNvGrpSpPr/>
          <p:nvPr/>
        </p:nvGrpSpPr>
        <p:grpSpPr>
          <a:xfrm rot="10800000">
            <a:off x="4403300" y="1860611"/>
            <a:ext cx="308288" cy="611203"/>
            <a:chOff x="5853575" y="1825350"/>
            <a:chExt cx="308288" cy="611203"/>
          </a:xfrm>
        </p:grpSpPr>
        <p:sp>
          <p:nvSpPr>
            <p:cNvPr id="1249" name="Google Shape;1249;p33"/>
            <p:cNvSpPr/>
            <p:nvPr/>
          </p:nvSpPr>
          <p:spPr>
            <a:xfrm>
              <a:off x="5856763" y="1825350"/>
              <a:ext cx="305100" cy="523500"/>
            </a:xfrm>
            <a:prstGeom prst="roundRect">
              <a:avLst>
                <a:gd name="adj" fmla="val 4463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33"/>
            <p:cNvSpPr/>
            <p:nvPr/>
          </p:nvSpPr>
          <p:spPr>
            <a:xfrm>
              <a:off x="5853575" y="1891477"/>
              <a:ext cx="199314" cy="545076"/>
            </a:xfrm>
            <a:prstGeom prst="flowChartMultidocumen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Dental Infographics</a:t>
            </a:r>
            <a:endParaRPr/>
          </a:p>
        </p:txBody>
      </p:sp>
      <p:sp>
        <p:nvSpPr>
          <p:cNvPr id="170" name="Google Shape;170;p16"/>
          <p:cNvSpPr/>
          <p:nvPr/>
        </p:nvSpPr>
        <p:spPr>
          <a:xfrm>
            <a:off x="775683" y="1291875"/>
            <a:ext cx="2619465" cy="3264506"/>
          </a:xfrm>
          <a:custGeom>
            <a:avLst/>
            <a:gdLst/>
            <a:ahLst/>
            <a:cxnLst/>
            <a:rect l="l" t="t" r="r" b="b"/>
            <a:pathLst>
              <a:path w="12302" h="15331" extrusionOk="0">
                <a:moveTo>
                  <a:pt x="8333" y="291"/>
                </a:moveTo>
                <a:cubicBezTo>
                  <a:pt x="8948" y="291"/>
                  <a:pt x="9546" y="480"/>
                  <a:pt x="10167" y="870"/>
                </a:cubicBezTo>
                <a:cubicBezTo>
                  <a:pt x="11953" y="2000"/>
                  <a:pt x="11119" y="4543"/>
                  <a:pt x="10569" y="6234"/>
                </a:cubicBezTo>
                <a:cubicBezTo>
                  <a:pt x="10391" y="6773"/>
                  <a:pt x="10226" y="7287"/>
                  <a:pt x="10196" y="7577"/>
                </a:cubicBezTo>
                <a:cubicBezTo>
                  <a:pt x="10155" y="8068"/>
                  <a:pt x="10202" y="8689"/>
                  <a:pt x="10255" y="9345"/>
                </a:cubicBezTo>
                <a:cubicBezTo>
                  <a:pt x="10332" y="10368"/>
                  <a:pt x="10415" y="11421"/>
                  <a:pt x="10179" y="12302"/>
                </a:cubicBezTo>
                <a:cubicBezTo>
                  <a:pt x="9776" y="13781"/>
                  <a:pt x="8481" y="14863"/>
                  <a:pt x="8428" y="14905"/>
                </a:cubicBezTo>
                <a:cubicBezTo>
                  <a:pt x="8320" y="14992"/>
                  <a:pt x="8188" y="15037"/>
                  <a:pt x="8055" y="15037"/>
                </a:cubicBezTo>
                <a:cubicBezTo>
                  <a:pt x="7955" y="15037"/>
                  <a:pt x="7855" y="15011"/>
                  <a:pt x="7766" y="14958"/>
                </a:cubicBezTo>
                <a:cubicBezTo>
                  <a:pt x="7553" y="14834"/>
                  <a:pt x="7446" y="14591"/>
                  <a:pt x="7488" y="14349"/>
                </a:cubicBezTo>
                <a:cubicBezTo>
                  <a:pt x="7493" y="14325"/>
                  <a:pt x="7931" y="11948"/>
                  <a:pt x="7393" y="10475"/>
                </a:cubicBezTo>
                <a:cubicBezTo>
                  <a:pt x="7026" y="9464"/>
                  <a:pt x="6488" y="8925"/>
                  <a:pt x="6228" y="8766"/>
                </a:cubicBezTo>
                <a:lnTo>
                  <a:pt x="6151" y="8724"/>
                </a:lnTo>
                <a:lnTo>
                  <a:pt x="6068" y="8766"/>
                </a:lnTo>
                <a:cubicBezTo>
                  <a:pt x="5808" y="8920"/>
                  <a:pt x="5276" y="9464"/>
                  <a:pt x="4903" y="10475"/>
                </a:cubicBezTo>
                <a:cubicBezTo>
                  <a:pt x="4418" y="11817"/>
                  <a:pt x="4726" y="13893"/>
                  <a:pt x="4803" y="14307"/>
                </a:cubicBezTo>
                <a:cubicBezTo>
                  <a:pt x="4814" y="14355"/>
                  <a:pt x="4820" y="14408"/>
                  <a:pt x="4820" y="14461"/>
                </a:cubicBezTo>
                <a:cubicBezTo>
                  <a:pt x="4820" y="14782"/>
                  <a:pt x="4554" y="15041"/>
                  <a:pt x="4237" y="15041"/>
                </a:cubicBezTo>
                <a:cubicBezTo>
                  <a:pt x="4226" y="15041"/>
                  <a:pt x="4216" y="15041"/>
                  <a:pt x="4205" y="15041"/>
                </a:cubicBezTo>
                <a:cubicBezTo>
                  <a:pt x="4081" y="15035"/>
                  <a:pt x="3963" y="14987"/>
                  <a:pt x="3868" y="14905"/>
                </a:cubicBezTo>
                <a:cubicBezTo>
                  <a:pt x="3809" y="14863"/>
                  <a:pt x="2520" y="13781"/>
                  <a:pt x="2118" y="12302"/>
                </a:cubicBezTo>
                <a:cubicBezTo>
                  <a:pt x="1881" y="11421"/>
                  <a:pt x="1964" y="10368"/>
                  <a:pt x="2041" y="9345"/>
                </a:cubicBezTo>
                <a:cubicBezTo>
                  <a:pt x="2100" y="8689"/>
                  <a:pt x="2147" y="8068"/>
                  <a:pt x="2100" y="7577"/>
                </a:cubicBezTo>
                <a:cubicBezTo>
                  <a:pt x="2076" y="7287"/>
                  <a:pt x="1911" y="6773"/>
                  <a:pt x="1727" y="6234"/>
                </a:cubicBezTo>
                <a:cubicBezTo>
                  <a:pt x="1177" y="4543"/>
                  <a:pt x="343" y="2000"/>
                  <a:pt x="2129" y="870"/>
                </a:cubicBezTo>
                <a:cubicBezTo>
                  <a:pt x="2750" y="480"/>
                  <a:pt x="3348" y="291"/>
                  <a:pt x="3963" y="291"/>
                </a:cubicBezTo>
                <a:cubicBezTo>
                  <a:pt x="4625" y="291"/>
                  <a:pt x="5175" y="521"/>
                  <a:pt x="5571" y="693"/>
                </a:cubicBezTo>
                <a:cubicBezTo>
                  <a:pt x="5843" y="811"/>
                  <a:pt x="6033" y="882"/>
                  <a:pt x="6151" y="882"/>
                </a:cubicBezTo>
                <a:cubicBezTo>
                  <a:pt x="6263" y="882"/>
                  <a:pt x="6453" y="805"/>
                  <a:pt x="6725" y="693"/>
                </a:cubicBezTo>
                <a:cubicBezTo>
                  <a:pt x="7127" y="521"/>
                  <a:pt x="7671" y="291"/>
                  <a:pt x="8333" y="291"/>
                </a:cubicBezTo>
                <a:close/>
                <a:moveTo>
                  <a:pt x="3963" y="1"/>
                </a:moveTo>
                <a:cubicBezTo>
                  <a:pt x="3294" y="1"/>
                  <a:pt x="2644" y="202"/>
                  <a:pt x="1976" y="622"/>
                </a:cubicBezTo>
                <a:cubicBezTo>
                  <a:pt x="0" y="1876"/>
                  <a:pt x="876" y="4549"/>
                  <a:pt x="1455" y="6323"/>
                </a:cubicBezTo>
                <a:cubicBezTo>
                  <a:pt x="1627" y="6850"/>
                  <a:pt x="1792" y="7346"/>
                  <a:pt x="1816" y="7607"/>
                </a:cubicBezTo>
                <a:cubicBezTo>
                  <a:pt x="1857" y="8074"/>
                  <a:pt x="1810" y="8683"/>
                  <a:pt x="1757" y="9328"/>
                </a:cubicBezTo>
                <a:cubicBezTo>
                  <a:pt x="1674" y="10368"/>
                  <a:pt x="1591" y="11451"/>
                  <a:pt x="1840" y="12379"/>
                </a:cubicBezTo>
                <a:cubicBezTo>
                  <a:pt x="2271" y="13947"/>
                  <a:pt x="3632" y="15082"/>
                  <a:pt x="3691" y="15129"/>
                </a:cubicBezTo>
                <a:cubicBezTo>
                  <a:pt x="3833" y="15254"/>
                  <a:pt x="4010" y="15319"/>
                  <a:pt x="4199" y="15330"/>
                </a:cubicBezTo>
                <a:lnTo>
                  <a:pt x="4247" y="15330"/>
                </a:lnTo>
                <a:cubicBezTo>
                  <a:pt x="4726" y="15330"/>
                  <a:pt x="5116" y="14940"/>
                  <a:pt x="5122" y="14455"/>
                </a:cubicBezTo>
                <a:cubicBezTo>
                  <a:pt x="5122" y="14384"/>
                  <a:pt x="5110" y="14313"/>
                  <a:pt x="5092" y="14242"/>
                </a:cubicBezTo>
                <a:cubicBezTo>
                  <a:pt x="5027" y="13852"/>
                  <a:pt x="4720" y="11847"/>
                  <a:pt x="5187" y="10575"/>
                </a:cubicBezTo>
                <a:cubicBezTo>
                  <a:pt x="5489" y="9730"/>
                  <a:pt x="5914" y="9251"/>
                  <a:pt x="6151" y="9067"/>
                </a:cubicBezTo>
                <a:cubicBezTo>
                  <a:pt x="6393" y="9251"/>
                  <a:pt x="6819" y="9736"/>
                  <a:pt x="7121" y="10575"/>
                </a:cubicBezTo>
                <a:cubicBezTo>
                  <a:pt x="7630" y="11971"/>
                  <a:pt x="7210" y="14272"/>
                  <a:pt x="7204" y="14295"/>
                </a:cubicBezTo>
                <a:cubicBezTo>
                  <a:pt x="7103" y="14834"/>
                  <a:pt x="7517" y="15330"/>
                  <a:pt x="8061" y="15330"/>
                </a:cubicBezTo>
                <a:cubicBezTo>
                  <a:pt x="8262" y="15330"/>
                  <a:pt x="8452" y="15259"/>
                  <a:pt x="8605" y="15135"/>
                </a:cubicBezTo>
                <a:cubicBezTo>
                  <a:pt x="8670" y="15082"/>
                  <a:pt x="10025" y="13947"/>
                  <a:pt x="10456" y="12379"/>
                </a:cubicBezTo>
                <a:cubicBezTo>
                  <a:pt x="10705" y="11451"/>
                  <a:pt x="10622" y="10368"/>
                  <a:pt x="10539" y="9322"/>
                </a:cubicBezTo>
                <a:cubicBezTo>
                  <a:pt x="10486" y="8683"/>
                  <a:pt x="10439" y="8074"/>
                  <a:pt x="10480" y="7607"/>
                </a:cubicBezTo>
                <a:cubicBezTo>
                  <a:pt x="10504" y="7346"/>
                  <a:pt x="10669" y="6850"/>
                  <a:pt x="10841" y="6323"/>
                </a:cubicBezTo>
                <a:cubicBezTo>
                  <a:pt x="11426" y="4549"/>
                  <a:pt x="12302" y="1876"/>
                  <a:pt x="10320" y="622"/>
                </a:cubicBezTo>
                <a:cubicBezTo>
                  <a:pt x="9658" y="202"/>
                  <a:pt x="9008" y="1"/>
                  <a:pt x="8333" y="1"/>
                </a:cubicBezTo>
                <a:cubicBezTo>
                  <a:pt x="7618" y="1"/>
                  <a:pt x="7032" y="243"/>
                  <a:pt x="6612" y="427"/>
                </a:cubicBezTo>
                <a:cubicBezTo>
                  <a:pt x="6482" y="480"/>
                  <a:pt x="6216" y="592"/>
                  <a:pt x="6151" y="592"/>
                </a:cubicBezTo>
                <a:cubicBezTo>
                  <a:pt x="6080" y="592"/>
                  <a:pt x="5814" y="480"/>
                  <a:pt x="5690" y="427"/>
                </a:cubicBezTo>
                <a:cubicBezTo>
                  <a:pt x="5264" y="243"/>
                  <a:pt x="4684" y="1"/>
                  <a:pt x="3963" y="1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6"/>
          <p:cNvSpPr/>
          <p:nvPr/>
        </p:nvSpPr>
        <p:spPr>
          <a:xfrm flipH="1">
            <a:off x="7645098" y="3937954"/>
            <a:ext cx="610200" cy="610200"/>
          </a:xfrm>
          <a:prstGeom prst="teardrop">
            <a:avLst>
              <a:gd name="adj" fmla="val 10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6"/>
          <p:cNvSpPr/>
          <p:nvPr/>
        </p:nvSpPr>
        <p:spPr>
          <a:xfrm flipH="1">
            <a:off x="7645098" y="2608681"/>
            <a:ext cx="610200" cy="610200"/>
          </a:xfrm>
          <a:prstGeom prst="teardrop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3"/>
              </a:solidFill>
            </a:endParaRPr>
          </a:p>
        </p:txBody>
      </p:sp>
      <p:sp>
        <p:nvSpPr>
          <p:cNvPr id="173" name="Google Shape;173;p16"/>
          <p:cNvSpPr/>
          <p:nvPr/>
        </p:nvSpPr>
        <p:spPr>
          <a:xfrm flipH="1">
            <a:off x="7645098" y="1285580"/>
            <a:ext cx="610200" cy="610200"/>
          </a:xfrm>
          <a:prstGeom prst="teardrop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4119400" y="2807515"/>
            <a:ext cx="33156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It’s a gas giant and the biggest planet in our Solar System. Jupiter is the fourth-brightest 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16"/>
          <p:cNvSpPr txBox="1"/>
          <p:nvPr/>
        </p:nvSpPr>
        <p:spPr>
          <a:xfrm>
            <a:off x="4107015" y="4135288"/>
            <a:ext cx="33156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Yes, this is the ringed one. It’s a gas giant, composed mostly of hydrogen and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7752804" y="1392070"/>
            <a:ext cx="3948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1</a:t>
            </a:r>
            <a:endParaRPr sz="2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7742267" y="2694258"/>
            <a:ext cx="3948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2</a:t>
            </a:r>
            <a:endParaRPr sz="2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7752793" y="4026032"/>
            <a:ext cx="3948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3</a:t>
            </a:r>
            <a:endParaRPr sz="2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2846935" y="1285700"/>
            <a:ext cx="484200" cy="484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1843310" y="2115350"/>
            <a:ext cx="484200" cy="484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2263722" y="4080375"/>
            <a:ext cx="484200" cy="484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2901948" y="1329190"/>
            <a:ext cx="3948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1</a:t>
            </a:r>
            <a:endParaRPr sz="2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1888011" y="2158840"/>
            <a:ext cx="3948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2</a:t>
            </a:r>
            <a:endParaRPr sz="2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84" name="Google Shape;184;p16"/>
          <p:cNvSpPr txBox="1"/>
          <p:nvPr/>
        </p:nvSpPr>
        <p:spPr>
          <a:xfrm>
            <a:off x="2308423" y="4123865"/>
            <a:ext cx="3948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3</a:t>
            </a:r>
            <a:endParaRPr sz="2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85" name="Google Shape;185;p16"/>
          <p:cNvSpPr txBox="1"/>
          <p:nvPr/>
        </p:nvSpPr>
        <p:spPr>
          <a:xfrm>
            <a:off x="4119400" y="1144242"/>
            <a:ext cx="3315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600">
              <a:solidFill>
                <a:schemeClr val="accen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86" name="Google Shape;186;p16"/>
          <p:cNvSpPr txBox="1"/>
          <p:nvPr/>
        </p:nvSpPr>
        <p:spPr>
          <a:xfrm>
            <a:off x="4119400" y="1479742"/>
            <a:ext cx="33156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place, not hot. It’s full of iron oxide dust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16"/>
          <p:cNvSpPr txBox="1"/>
          <p:nvPr/>
        </p:nvSpPr>
        <p:spPr>
          <a:xfrm>
            <a:off x="4126809" y="3785849"/>
            <a:ext cx="3315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88" name="Google Shape;188;p16"/>
          <p:cNvSpPr txBox="1"/>
          <p:nvPr/>
        </p:nvSpPr>
        <p:spPr>
          <a:xfrm>
            <a:off x="4111659" y="2465045"/>
            <a:ext cx="3315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600">
              <a:solidFill>
                <a:schemeClr val="accent3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Dental Infographics</a:t>
            </a:r>
            <a:endParaRPr/>
          </a:p>
        </p:txBody>
      </p:sp>
      <p:grpSp>
        <p:nvGrpSpPr>
          <p:cNvPr id="194" name="Google Shape;194;p17"/>
          <p:cNvGrpSpPr/>
          <p:nvPr/>
        </p:nvGrpSpPr>
        <p:grpSpPr>
          <a:xfrm>
            <a:off x="3547974" y="1510363"/>
            <a:ext cx="2048050" cy="2860471"/>
            <a:chOff x="3547974" y="1510363"/>
            <a:chExt cx="2048050" cy="2860471"/>
          </a:xfrm>
        </p:grpSpPr>
        <p:sp>
          <p:nvSpPr>
            <p:cNvPr id="195" name="Google Shape;195;p17"/>
            <p:cNvSpPr/>
            <p:nvPr/>
          </p:nvSpPr>
          <p:spPr>
            <a:xfrm>
              <a:off x="3549000" y="1510363"/>
              <a:ext cx="2044971" cy="1131286"/>
            </a:xfrm>
            <a:custGeom>
              <a:avLst/>
              <a:gdLst/>
              <a:ahLst/>
              <a:cxnLst/>
              <a:rect l="l" t="t" r="r" b="b"/>
              <a:pathLst>
                <a:path w="11954" h="6613" extrusionOk="0">
                  <a:moveTo>
                    <a:pt x="3792" y="1"/>
                  </a:moveTo>
                  <a:cubicBezTo>
                    <a:pt x="3153" y="1"/>
                    <a:pt x="2526" y="196"/>
                    <a:pt x="1881" y="604"/>
                  </a:cubicBezTo>
                  <a:cubicBezTo>
                    <a:pt x="1" y="1793"/>
                    <a:pt x="858" y="4407"/>
                    <a:pt x="1420" y="6134"/>
                  </a:cubicBezTo>
                  <a:cubicBezTo>
                    <a:pt x="1479" y="6299"/>
                    <a:pt x="1527" y="6459"/>
                    <a:pt x="1580" y="6613"/>
                  </a:cubicBezTo>
                  <a:lnTo>
                    <a:pt x="10380" y="6613"/>
                  </a:lnTo>
                  <a:cubicBezTo>
                    <a:pt x="10427" y="6459"/>
                    <a:pt x="10481" y="6299"/>
                    <a:pt x="10534" y="6134"/>
                  </a:cubicBezTo>
                  <a:cubicBezTo>
                    <a:pt x="11102" y="4401"/>
                    <a:pt x="11953" y="1793"/>
                    <a:pt x="10073" y="604"/>
                  </a:cubicBezTo>
                  <a:cubicBezTo>
                    <a:pt x="9428" y="196"/>
                    <a:pt x="8807" y="1"/>
                    <a:pt x="8162" y="1"/>
                  </a:cubicBezTo>
                  <a:cubicBezTo>
                    <a:pt x="7470" y="1"/>
                    <a:pt x="6908" y="237"/>
                    <a:pt x="6494" y="415"/>
                  </a:cubicBezTo>
                  <a:cubicBezTo>
                    <a:pt x="6305" y="492"/>
                    <a:pt x="6075" y="592"/>
                    <a:pt x="5980" y="592"/>
                  </a:cubicBezTo>
                  <a:cubicBezTo>
                    <a:pt x="5885" y="592"/>
                    <a:pt x="5649" y="492"/>
                    <a:pt x="5460" y="415"/>
                  </a:cubicBezTo>
                  <a:cubicBezTo>
                    <a:pt x="5051" y="237"/>
                    <a:pt x="4484" y="1"/>
                    <a:pt x="37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4716548" y="1658511"/>
              <a:ext cx="679319" cy="726192"/>
            </a:xfrm>
            <a:custGeom>
              <a:avLst/>
              <a:gdLst/>
              <a:ahLst/>
              <a:cxnLst/>
              <a:rect l="l" t="t" r="r" b="b"/>
              <a:pathLst>
                <a:path w="3971" h="4245" extrusionOk="0">
                  <a:moveTo>
                    <a:pt x="1810" y="0"/>
                  </a:moveTo>
                  <a:cubicBezTo>
                    <a:pt x="1733" y="0"/>
                    <a:pt x="1654" y="11"/>
                    <a:pt x="1574" y="34"/>
                  </a:cubicBezTo>
                  <a:cubicBezTo>
                    <a:pt x="1" y="477"/>
                    <a:pt x="2514" y="1672"/>
                    <a:pt x="3017" y="4245"/>
                  </a:cubicBezTo>
                  <a:cubicBezTo>
                    <a:pt x="3971" y="3650"/>
                    <a:pt x="3227" y="0"/>
                    <a:pt x="18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3547974" y="2745669"/>
              <a:ext cx="2048050" cy="1625165"/>
            </a:xfrm>
            <a:custGeom>
              <a:avLst/>
              <a:gdLst/>
              <a:ahLst/>
              <a:cxnLst/>
              <a:rect l="l" t="t" r="r" b="b"/>
              <a:pathLst>
                <a:path w="11972" h="9500" extrusionOk="0">
                  <a:moveTo>
                    <a:pt x="1065" y="1"/>
                  </a:moveTo>
                  <a:cubicBezTo>
                    <a:pt x="474" y="1"/>
                    <a:pt x="1" y="474"/>
                    <a:pt x="1" y="1065"/>
                  </a:cubicBezTo>
                  <a:cubicBezTo>
                    <a:pt x="1" y="1651"/>
                    <a:pt x="474" y="2130"/>
                    <a:pt x="1065" y="2130"/>
                  </a:cubicBezTo>
                  <a:lnTo>
                    <a:pt x="4679" y="2130"/>
                  </a:lnTo>
                  <a:lnTo>
                    <a:pt x="4679" y="2615"/>
                  </a:lnTo>
                  <a:lnTo>
                    <a:pt x="2851" y="2615"/>
                  </a:lnTo>
                  <a:cubicBezTo>
                    <a:pt x="2479" y="2615"/>
                    <a:pt x="2177" y="2922"/>
                    <a:pt x="2177" y="3295"/>
                  </a:cubicBezTo>
                  <a:cubicBezTo>
                    <a:pt x="2177" y="3668"/>
                    <a:pt x="2479" y="3975"/>
                    <a:pt x="2851" y="3975"/>
                  </a:cubicBezTo>
                  <a:lnTo>
                    <a:pt x="4679" y="3975"/>
                  </a:lnTo>
                  <a:lnTo>
                    <a:pt x="4679" y="4454"/>
                  </a:lnTo>
                  <a:lnTo>
                    <a:pt x="3437" y="4454"/>
                  </a:lnTo>
                  <a:cubicBezTo>
                    <a:pt x="3058" y="4454"/>
                    <a:pt x="2757" y="4762"/>
                    <a:pt x="2757" y="5134"/>
                  </a:cubicBezTo>
                  <a:cubicBezTo>
                    <a:pt x="2757" y="5513"/>
                    <a:pt x="3058" y="5814"/>
                    <a:pt x="3437" y="5814"/>
                  </a:cubicBezTo>
                  <a:lnTo>
                    <a:pt x="4679" y="5814"/>
                  </a:lnTo>
                  <a:lnTo>
                    <a:pt x="4679" y="6299"/>
                  </a:lnTo>
                  <a:lnTo>
                    <a:pt x="4017" y="6299"/>
                  </a:lnTo>
                  <a:cubicBezTo>
                    <a:pt x="3644" y="6299"/>
                    <a:pt x="3336" y="6601"/>
                    <a:pt x="3336" y="6980"/>
                  </a:cubicBezTo>
                  <a:cubicBezTo>
                    <a:pt x="3336" y="7352"/>
                    <a:pt x="3644" y="7654"/>
                    <a:pt x="4017" y="7654"/>
                  </a:cubicBezTo>
                  <a:lnTo>
                    <a:pt x="4679" y="7654"/>
                  </a:lnTo>
                  <a:lnTo>
                    <a:pt x="4679" y="8139"/>
                  </a:lnTo>
                  <a:lnTo>
                    <a:pt x="4602" y="8139"/>
                  </a:lnTo>
                  <a:cubicBezTo>
                    <a:pt x="4595" y="8139"/>
                    <a:pt x="4588" y="8138"/>
                    <a:pt x="4581" y="8138"/>
                  </a:cubicBezTo>
                  <a:cubicBezTo>
                    <a:pt x="4206" y="8138"/>
                    <a:pt x="3898" y="8442"/>
                    <a:pt x="3898" y="8819"/>
                  </a:cubicBezTo>
                  <a:cubicBezTo>
                    <a:pt x="3898" y="9196"/>
                    <a:pt x="4206" y="9499"/>
                    <a:pt x="4581" y="9499"/>
                  </a:cubicBezTo>
                  <a:cubicBezTo>
                    <a:pt x="4588" y="9499"/>
                    <a:pt x="4595" y="9499"/>
                    <a:pt x="4602" y="9499"/>
                  </a:cubicBezTo>
                  <a:lnTo>
                    <a:pt x="7376" y="9499"/>
                  </a:lnTo>
                  <a:cubicBezTo>
                    <a:pt x="7383" y="9499"/>
                    <a:pt x="7390" y="9499"/>
                    <a:pt x="7397" y="9499"/>
                  </a:cubicBezTo>
                  <a:cubicBezTo>
                    <a:pt x="7766" y="9499"/>
                    <a:pt x="8074" y="9196"/>
                    <a:pt x="8074" y="8819"/>
                  </a:cubicBezTo>
                  <a:cubicBezTo>
                    <a:pt x="8074" y="8442"/>
                    <a:pt x="7766" y="8138"/>
                    <a:pt x="7397" y="8138"/>
                  </a:cubicBezTo>
                  <a:cubicBezTo>
                    <a:pt x="7390" y="8138"/>
                    <a:pt x="7383" y="8139"/>
                    <a:pt x="7376" y="8139"/>
                  </a:cubicBezTo>
                  <a:lnTo>
                    <a:pt x="7299" y="8139"/>
                  </a:lnTo>
                  <a:lnTo>
                    <a:pt x="7299" y="7654"/>
                  </a:lnTo>
                  <a:lnTo>
                    <a:pt x="7961" y="7654"/>
                  </a:lnTo>
                  <a:cubicBezTo>
                    <a:pt x="8334" y="7654"/>
                    <a:pt x="8635" y="7352"/>
                    <a:pt x="8635" y="6980"/>
                  </a:cubicBezTo>
                  <a:cubicBezTo>
                    <a:pt x="8635" y="6601"/>
                    <a:pt x="8334" y="6299"/>
                    <a:pt x="7961" y="6299"/>
                  </a:cubicBezTo>
                  <a:lnTo>
                    <a:pt x="7293" y="6299"/>
                  </a:lnTo>
                  <a:lnTo>
                    <a:pt x="7293" y="5814"/>
                  </a:lnTo>
                  <a:lnTo>
                    <a:pt x="8535" y="5814"/>
                  </a:lnTo>
                  <a:cubicBezTo>
                    <a:pt x="8908" y="5814"/>
                    <a:pt x="9209" y="5513"/>
                    <a:pt x="9209" y="5134"/>
                  </a:cubicBezTo>
                  <a:cubicBezTo>
                    <a:pt x="9209" y="4762"/>
                    <a:pt x="8908" y="4454"/>
                    <a:pt x="8535" y="4454"/>
                  </a:cubicBezTo>
                  <a:lnTo>
                    <a:pt x="7293" y="4454"/>
                  </a:lnTo>
                  <a:lnTo>
                    <a:pt x="7293" y="3975"/>
                  </a:lnTo>
                  <a:lnTo>
                    <a:pt x="9115" y="3975"/>
                  </a:lnTo>
                  <a:cubicBezTo>
                    <a:pt x="9487" y="3975"/>
                    <a:pt x="9795" y="3668"/>
                    <a:pt x="9795" y="3295"/>
                  </a:cubicBezTo>
                  <a:cubicBezTo>
                    <a:pt x="9795" y="2922"/>
                    <a:pt x="9487" y="2615"/>
                    <a:pt x="9115" y="2615"/>
                  </a:cubicBezTo>
                  <a:lnTo>
                    <a:pt x="7293" y="2615"/>
                  </a:lnTo>
                  <a:lnTo>
                    <a:pt x="7293" y="2130"/>
                  </a:lnTo>
                  <a:lnTo>
                    <a:pt x="10907" y="2130"/>
                  </a:lnTo>
                  <a:cubicBezTo>
                    <a:pt x="11492" y="2130"/>
                    <a:pt x="11971" y="1651"/>
                    <a:pt x="11971" y="1065"/>
                  </a:cubicBezTo>
                  <a:cubicBezTo>
                    <a:pt x="11971" y="474"/>
                    <a:pt x="11492" y="1"/>
                    <a:pt x="10907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" name="Google Shape;198;p17"/>
          <p:cNvSpPr txBox="1"/>
          <p:nvPr/>
        </p:nvSpPr>
        <p:spPr>
          <a:xfrm>
            <a:off x="457211" y="1637702"/>
            <a:ext cx="168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457199" y="1369172"/>
            <a:ext cx="16893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457205" y="2769919"/>
            <a:ext cx="168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457192" y="2501389"/>
            <a:ext cx="16893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600">
              <a:solidFill>
                <a:schemeClr val="accent3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6996486" y="1637715"/>
            <a:ext cx="168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Yes, this is the ringed one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6996474" y="1369184"/>
            <a:ext cx="16893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600">
              <a:solidFill>
                <a:schemeClr val="accen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6997518" y="2769940"/>
            <a:ext cx="168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a gas giant and the biggest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>
            <a:off x="6997505" y="2501409"/>
            <a:ext cx="16893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 sz="1600">
              <a:solidFill>
                <a:schemeClr val="accent6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cxnSp>
        <p:nvCxnSpPr>
          <p:cNvPr id="206" name="Google Shape;206;p17"/>
          <p:cNvCxnSpPr>
            <a:stCxn id="199" idx="3"/>
          </p:cNvCxnSpPr>
          <p:nvPr/>
        </p:nvCxnSpPr>
        <p:spPr>
          <a:xfrm>
            <a:off x="2146499" y="1573472"/>
            <a:ext cx="1697400" cy="349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07" name="Google Shape;207;p17"/>
          <p:cNvCxnSpPr>
            <a:stCxn id="203" idx="1"/>
          </p:cNvCxnSpPr>
          <p:nvPr/>
        </p:nvCxnSpPr>
        <p:spPr>
          <a:xfrm flipH="1">
            <a:off x="5152674" y="1573484"/>
            <a:ext cx="1843800" cy="3594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08" name="Google Shape;208;p17"/>
          <p:cNvCxnSpPr>
            <a:stCxn id="205" idx="1"/>
          </p:cNvCxnSpPr>
          <p:nvPr/>
        </p:nvCxnSpPr>
        <p:spPr>
          <a:xfrm flipH="1">
            <a:off x="5462105" y="2705709"/>
            <a:ext cx="1535400" cy="226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09" name="Google Shape;209;p17"/>
          <p:cNvCxnSpPr>
            <a:stCxn id="201" idx="3"/>
          </p:cNvCxnSpPr>
          <p:nvPr/>
        </p:nvCxnSpPr>
        <p:spPr>
          <a:xfrm>
            <a:off x="2146492" y="2705689"/>
            <a:ext cx="2398200" cy="12165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"/>
          <p:cNvSpPr/>
          <p:nvPr/>
        </p:nvSpPr>
        <p:spPr>
          <a:xfrm>
            <a:off x="6322420" y="1391007"/>
            <a:ext cx="2058300" cy="3237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3529640" y="1391010"/>
            <a:ext cx="2058300" cy="3237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757613" y="1388800"/>
            <a:ext cx="2058300" cy="3237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8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Dental Infographics</a:t>
            </a:r>
            <a:endParaRPr/>
          </a:p>
        </p:txBody>
      </p:sp>
      <p:grpSp>
        <p:nvGrpSpPr>
          <p:cNvPr id="218" name="Google Shape;218;p18"/>
          <p:cNvGrpSpPr/>
          <p:nvPr/>
        </p:nvGrpSpPr>
        <p:grpSpPr>
          <a:xfrm>
            <a:off x="872326" y="1594736"/>
            <a:ext cx="2072259" cy="1907567"/>
            <a:chOff x="872326" y="1594736"/>
            <a:chExt cx="2072259" cy="1907567"/>
          </a:xfrm>
        </p:grpSpPr>
        <p:sp>
          <p:nvSpPr>
            <p:cNvPr id="219" name="Google Shape;219;p18"/>
            <p:cNvSpPr/>
            <p:nvPr/>
          </p:nvSpPr>
          <p:spPr>
            <a:xfrm>
              <a:off x="1128005" y="1916708"/>
              <a:ext cx="1259995" cy="1585595"/>
            </a:xfrm>
            <a:custGeom>
              <a:avLst/>
              <a:gdLst/>
              <a:ahLst/>
              <a:cxnLst/>
              <a:rect l="l" t="t" r="r" b="b"/>
              <a:pathLst>
                <a:path w="13113" h="16502" extrusionOk="0">
                  <a:moveTo>
                    <a:pt x="4158" y="0"/>
                  </a:moveTo>
                  <a:cubicBezTo>
                    <a:pt x="3455" y="0"/>
                    <a:pt x="2769" y="213"/>
                    <a:pt x="2065" y="663"/>
                  </a:cubicBezTo>
                  <a:cubicBezTo>
                    <a:pt x="1" y="1970"/>
                    <a:pt x="935" y="4832"/>
                    <a:pt x="1556" y="6730"/>
                  </a:cubicBezTo>
                  <a:cubicBezTo>
                    <a:pt x="1751" y="7316"/>
                    <a:pt x="1929" y="7872"/>
                    <a:pt x="1958" y="8174"/>
                  </a:cubicBezTo>
                  <a:cubicBezTo>
                    <a:pt x="2006" y="8700"/>
                    <a:pt x="1952" y="9368"/>
                    <a:pt x="1899" y="10084"/>
                  </a:cubicBezTo>
                  <a:cubicBezTo>
                    <a:pt x="1805" y="11219"/>
                    <a:pt x="1716" y="12390"/>
                    <a:pt x="1982" y="13378"/>
                  </a:cubicBezTo>
                  <a:cubicBezTo>
                    <a:pt x="2437" y="15052"/>
                    <a:pt x="3892" y="16264"/>
                    <a:pt x="3957" y="16317"/>
                  </a:cubicBezTo>
                  <a:cubicBezTo>
                    <a:pt x="4087" y="16424"/>
                    <a:pt x="4247" y="16489"/>
                    <a:pt x="4419" y="16501"/>
                  </a:cubicBezTo>
                  <a:lnTo>
                    <a:pt x="4466" y="16501"/>
                  </a:lnTo>
                  <a:cubicBezTo>
                    <a:pt x="4904" y="16501"/>
                    <a:pt x="5264" y="16140"/>
                    <a:pt x="5264" y="15702"/>
                  </a:cubicBezTo>
                  <a:cubicBezTo>
                    <a:pt x="5264" y="15631"/>
                    <a:pt x="5252" y="15560"/>
                    <a:pt x="5235" y="15495"/>
                  </a:cubicBezTo>
                  <a:cubicBezTo>
                    <a:pt x="5170" y="15093"/>
                    <a:pt x="4821" y="12828"/>
                    <a:pt x="5341" y="11385"/>
                  </a:cubicBezTo>
                  <a:cubicBezTo>
                    <a:pt x="5732" y="10309"/>
                    <a:pt x="6311" y="9747"/>
                    <a:pt x="6554" y="9593"/>
                  </a:cubicBezTo>
                  <a:cubicBezTo>
                    <a:pt x="6802" y="9741"/>
                    <a:pt x="7376" y="10309"/>
                    <a:pt x="7766" y="11385"/>
                  </a:cubicBezTo>
                  <a:cubicBezTo>
                    <a:pt x="8340" y="12970"/>
                    <a:pt x="7872" y="15525"/>
                    <a:pt x="7867" y="15554"/>
                  </a:cubicBezTo>
                  <a:cubicBezTo>
                    <a:pt x="7767" y="16089"/>
                    <a:pt x="8194" y="16502"/>
                    <a:pt x="8655" y="16502"/>
                  </a:cubicBezTo>
                  <a:cubicBezTo>
                    <a:pt x="8825" y="16502"/>
                    <a:pt x="9001" y="16445"/>
                    <a:pt x="9156" y="16317"/>
                  </a:cubicBezTo>
                  <a:cubicBezTo>
                    <a:pt x="9221" y="16264"/>
                    <a:pt x="10670" y="15052"/>
                    <a:pt x="11125" y="13378"/>
                  </a:cubicBezTo>
                  <a:cubicBezTo>
                    <a:pt x="11397" y="12390"/>
                    <a:pt x="11303" y="11213"/>
                    <a:pt x="11214" y="10084"/>
                  </a:cubicBezTo>
                  <a:cubicBezTo>
                    <a:pt x="11161" y="9368"/>
                    <a:pt x="11107" y="8694"/>
                    <a:pt x="11155" y="8168"/>
                  </a:cubicBezTo>
                  <a:cubicBezTo>
                    <a:pt x="11178" y="7872"/>
                    <a:pt x="11362" y="7316"/>
                    <a:pt x="11551" y="6730"/>
                  </a:cubicBezTo>
                  <a:cubicBezTo>
                    <a:pt x="12172" y="4832"/>
                    <a:pt x="13112" y="1970"/>
                    <a:pt x="11048" y="663"/>
                  </a:cubicBezTo>
                  <a:cubicBezTo>
                    <a:pt x="10345" y="219"/>
                    <a:pt x="9659" y="0"/>
                    <a:pt x="8955" y="0"/>
                  </a:cubicBezTo>
                  <a:cubicBezTo>
                    <a:pt x="8198" y="0"/>
                    <a:pt x="7577" y="260"/>
                    <a:pt x="7121" y="456"/>
                  </a:cubicBezTo>
                  <a:cubicBezTo>
                    <a:pt x="6914" y="538"/>
                    <a:pt x="6660" y="651"/>
                    <a:pt x="6554" y="651"/>
                  </a:cubicBezTo>
                  <a:cubicBezTo>
                    <a:pt x="6453" y="651"/>
                    <a:pt x="6193" y="538"/>
                    <a:pt x="5986" y="456"/>
                  </a:cubicBezTo>
                  <a:cubicBezTo>
                    <a:pt x="5536" y="260"/>
                    <a:pt x="4915" y="0"/>
                    <a:pt x="4158" y="0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8"/>
            <p:cNvSpPr/>
            <p:nvPr/>
          </p:nvSpPr>
          <p:spPr>
            <a:xfrm>
              <a:off x="1519546" y="2077655"/>
              <a:ext cx="476882" cy="69854"/>
            </a:xfrm>
            <a:custGeom>
              <a:avLst/>
              <a:gdLst/>
              <a:ahLst/>
              <a:cxnLst/>
              <a:rect l="l" t="t" r="r" b="b"/>
              <a:pathLst>
                <a:path w="4963" h="727" extrusionOk="0">
                  <a:moveTo>
                    <a:pt x="618" y="1"/>
                  </a:moveTo>
                  <a:cubicBezTo>
                    <a:pt x="233" y="1"/>
                    <a:pt x="1" y="30"/>
                    <a:pt x="1" y="135"/>
                  </a:cubicBezTo>
                  <a:cubicBezTo>
                    <a:pt x="1" y="372"/>
                    <a:pt x="1107" y="727"/>
                    <a:pt x="2479" y="727"/>
                  </a:cubicBezTo>
                  <a:cubicBezTo>
                    <a:pt x="3851" y="727"/>
                    <a:pt x="4963" y="372"/>
                    <a:pt x="4963" y="135"/>
                  </a:cubicBezTo>
                  <a:cubicBezTo>
                    <a:pt x="4963" y="30"/>
                    <a:pt x="4728" y="1"/>
                    <a:pt x="4343" y="1"/>
                  </a:cubicBezTo>
                  <a:cubicBezTo>
                    <a:pt x="3887" y="1"/>
                    <a:pt x="3221" y="41"/>
                    <a:pt x="2479" y="41"/>
                  </a:cubicBezTo>
                  <a:cubicBezTo>
                    <a:pt x="1736" y="41"/>
                    <a:pt x="1071" y="1"/>
                    <a:pt x="618" y="1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8"/>
            <p:cNvSpPr/>
            <p:nvPr/>
          </p:nvSpPr>
          <p:spPr>
            <a:xfrm>
              <a:off x="1378015" y="1995113"/>
              <a:ext cx="420671" cy="137305"/>
            </a:xfrm>
            <a:custGeom>
              <a:avLst/>
              <a:gdLst/>
              <a:ahLst/>
              <a:cxnLst/>
              <a:rect l="l" t="t" r="r" b="b"/>
              <a:pathLst>
                <a:path w="4378" h="1429" extrusionOk="0">
                  <a:moveTo>
                    <a:pt x="433" y="0"/>
                  </a:moveTo>
                  <a:lnTo>
                    <a:pt x="433" y="0"/>
                  </a:lnTo>
                  <a:cubicBezTo>
                    <a:pt x="1" y="1162"/>
                    <a:pt x="1191" y="1428"/>
                    <a:pt x="2374" y="1428"/>
                  </a:cubicBezTo>
                  <a:cubicBezTo>
                    <a:pt x="3378" y="1428"/>
                    <a:pt x="4377" y="1236"/>
                    <a:pt x="4377" y="1236"/>
                  </a:cubicBezTo>
                  <a:lnTo>
                    <a:pt x="4377" y="1236"/>
                  </a:lnTo>
                  <a:cubicBezTo>
                    <a:pt x="4377" y="1236"/>
                    <a:pt x="4203" y="1249"/>
                    <a:pt x="3926" y="1249"/>
                  </a:cubicBezTo>
                  <a:cubicBezTo>
                    <a:pt x="3027" y="1249"/>
                    <a:pt x="1043" y="1117"/>
                    <a:pt x="433" y="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8"/>
            <p:cNvSpPr/>
            <p:nvPr/>
          </p:nvSpPr>
          <p:spPr>
            <a:xfrm rot="-597163">
              <a:off x="1752630" y="1682002"/>
              <a:ext cx="1105403" cy="1097784"/>
            </a:xfrm>
            <a:custGeom>
              <a:avLst/>
              <a:gdLst/>
              <a:ahLst/>
              <a:cxnLst/>
              <a:rect l="l" t="t" r="r" b="b"/>
              <a:pathLst>
                <a:path w="11504" h="11425" extrusionOk="0">
                  <a:moveTo>
                    <a:pt x="3907" y="547"/>
                  </a:moveTo>
                  <a:cubicBezTo>
                    <a:pt x="4762" y="547"/>
                    <a:pt x="5604" y="882"/>
                    <a:pt x="6234" y="1512"/>
                  </a:cubicBezTo>
                  <a:cubicBezTo>
                    <a:pt x="7517" y="2795"/>
                    <a:pt x="7517" y="4871"/>
                    <a:pt x="6234" y="6155"/>
                  </a:cubicBezTo>
                  <a:cubicBezTo>
                    <a:pt x="5604" y="6784"/>
                    <a:pt x="4762" y="7120"/>
                    <a:pt x="3907" y="7120"/>
                  </a:cubicBezTo>
                  <a:cubicBezTo>
                    <a:pt x="3485" y="7120"/>
                    <a:pt x="3060" y="7038"/>
                    <a:pt x="2656" y="6870"/>
                  </a:cubicBezTo>
                  <a:cubicBezTo>
                    <a:pt x="1426" y="6362"/>
                    <a:pt x="627" y="5161"/>
                    <a:pt x="627" y="3830"/>
                  </a:cubicBezTo>
                  <a:cubicBezTo>
                    <a:pt x="627" y="2506"/>
                    <a:pt x="1426" y="1305"/>
                    <a:pt x="2656" y="796"/>
                  </a:cubicBezTo>
                  <a:cubicBezTo>
                    <a:pt x="3060" y="628"/>
                    <a:pt x="3485" y="547"/>
                    <a:pt x="3907" y="547"/>
                  </a:cubicBezTo>
                  <a:close/>
                  <a:moveTo>
                    <a:pt x="3910" y="1"/>
                  </a:moveTo>
                  <a:cubicBezTo>
                    <a:pt x="3453" y="1"/>
                    <a:pt x="2992" y="83"/>
                    <a:pt x="2549" y="252"/>
                  </a:cubicBezTo>
                  <a:cubicBezTo>
                    <a:pt x="1136" y="790"/>
                    <a:pt x="172" y="2103"/>
                    <a:pt x="83" y="3611"/>
                  </a:cubicBezTo>
                  <a:cubicBezTo>
                    <a:pt x="0" y="5120"/>
                    <a:pt x="805" y="6539"/>
                    <a:pt x="2147" y="7237"/>
                  </a:cubicBezTo>
                  <a:cubicBezTo>
                    <a:pt x="2702" y="7524"/>
                    <a:pt x="3307" y="7666"/>
                    <a:pt x="3909" y="7666"/>
                  </a:cubicBezTo>
                  <a:cubicBezTo>
                    <a:pt x="4758" y="7666"/>
                    <a:pt x="5601" y="7385"/>
                    <a:pt x="6293" y="6835"/>
                  </a:cubicBezTo>
                  <a:lnTo>
                    <a:pt x="10882" y="11424"/>
                  </a:lnTo>
                  <a:lnTo>
                    <a:pt x="11503" y="10803"/>
                  </a:lnTo>
                  <a:lnTo>
                    <a:pt x="6914" y="6214"/>
                  </a:lnTo>
                  <a:cubicBezTo>
                    <a:pt x="8126" y="4688"/>
                    <a:pt x="7996" y="2500"/>
                    <a:pt x="6624" y="1122"/>
                  </a:cubicBezTo>
                  <a:cubicBezTo>
                    <a:pt x="5890" y="392"/>
                    <a:pt x="4909" y="1"/>
                    <a:pt x="39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8"/>
            <p:cNvSpPr/>
            <p:nvPr/>
          </p:nvSpPr>
          <p:spPr>
            <a:xfrm>
              <a:off x="1048448" y="1844548"/>
              <a:ext cx="326890" cy="326785"/>
            </a:xfrm>
            <a:custGeom>
              <a:avLst/>
              <a:gdLst/>
              <a:ahLst/>
              <a:cxnLst/>
              <a:rect l="l" t="t" r="r" b="b"/>
              <a:pathLst>
                <a:path w="3402" h="3401" extrusionOk="0">
                  <a:moveTo>
                    <a:pt x="415" y="0"/>
                  </a:moveTo>
                  <a:lnTo>
                    <a:pt x="1" y="414"/>
                  </a:lnTo>
                  <a:lnTo>
                    <a:pt x="2987" y="3401"/>
                  </a:lnTo>
                  <a:lnTo>
                    <a:pt x="3401" y="2987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8"/>
            <p:cNvSpPr/>
            <p:nvPr/>
          </p:nvSpPr>
          <p:spPr>
            <a:xfrm>
              <a:off x="872326" y="2082646"/>
              <a:ext cx="406354" cy="159693"/>
            </a:xfrm>
            <a:custGeom>
              <a:avLst/>
              <a:gdLst/>
              <a:ahLst/>
              <a:cxnLst/>
              <a:rect l="l" t="t" r="r" b="b"/>
              <a:pathLst>
                <a:path w="4229" h="1662" extrusionOk="0">
                  <a:moveTo>
                    <a:pt x="154" y="0"/>
                  </a:moveTo>
                  <a:lnTo>
                    <a:pt x="0" y="568"/>
                  </a:lnTo>
                  <a:lnTo>
                    <a:pt x="4081" y="1662"/>
                  </a:lnTo>
                  <a:lnTo>
                    <a:pt x="4229" y="1094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1287119" y="1667176"/>
              <a:ext cx="159217" cy="406440"/>
            </a:xfrm>
            <a:custGeom>
              <a:avLst/>
              <a:gdLst/>
              <a:ahLst/>
              <a:cxnLst/>
              <a:rect l="l" t="t" r="r" b="b"/>
              <a:pathLst>
                <a:path w="1657" h="4230" extrusionOk="0">
                  <a:moveTo>
                    <a:pt x="563" y="1"/>
                  </a:moveTo>
                  <a:lnTo>
                    <a:pt x="1" y="149"/>
                  </a:lnTo>
                  <a:lnTo>
                    <a:pt x="1095" y="4229"/>
                  </a:lnTo>
                  <a:lnTo>
                    <a:pt x="1657" y="4076"/>
                  </a:lnTo>
                  <a:lnTo>
                    <a:pt x="5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8"/>
            <p:cNvSpPr/>
            <p:nvPr/>
          </p:nvSpPr>
          <p:spPr>
            <a:xfrm rot="-597163">
              <a:off x="1894811" y="2075447"/>
              <a:ext cx="242239" cy="198706"/>
            </a:xfrm>
            <a:custGeom>
              <a:avLst/>
              <a:gdLst/>
              <a:ahLst/>
              <a:cxnLst/>
              <a:rect l="l" t="t" r="r" b="b"/>
              <a:pathLst>
                <a:path w="2521" h="2068" extrusionOk="0">
                  <a:moveTo>
                    <a:pt x="1272" y="1"/>
                  </a:moveTo>
                  <a:cubicBezTo>
                    <a:pt x="1162" y="1"/>
                    <a:pt x="1070" y="121"/>
                    <a:pt x="811" y="377"/>
                  </a:cubicBezTo>
                  <a:cubicBezTo>
                    <a:pt x="314" y="862"/>
                    <a:pt x="1" y="1341"/>
                    <a:pt x="486" y="1779"/>
                  </a:cubicBezTo>
                  <a:cubicBezTo>
                    <a:pt x="705" y="1977"/>
                    <a:pt x="938" y="2067"/>
                    <a:pt x="1174" y="2067"/>
                  </a:cubicBezTo>
                  <a:cubicBezTo>
                    <a:pt x="1459" y="2067"/>
                    <a:pt x="1748" y="1935"/>
                    <a:pt x="2023" y="1702"/>
                  </a:cubicBezTo>
                  <a:cubicBezTo>
                    <a:pt x="2520" y="1276"/>
                    <a:pt x="2337" y="697"/>
                    <a:pt x="1763" y="295"/>
                  </a:cubicBezTo>
                  <a:cubicBezTo>
                    <a:pt x="1489" y="102"/>
                    <a:pt x="1373" y="1"/>
                    <a:pt x="1272" y="1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8"/>
            <p:cNvSpPr/>
            <p:nvPr/>
          </p:nvSpPr>
          <p:spPr>
            <a:xfrm rot="-597163">
              <a:off x="1853498" y="1991715"/>
              <a:ext cx="125107" cy="122318"/>
            </a:xfrm>
            <a:custGeom>
              <a:avLst/>
              <a:gdLst/>
              <a:ahLst/>
              <a:cxnLst/>
              <a:rect l="l" t="t" r="r" b="b"/>
              <a:pathLst>
                <a:path w="1302" h="1273" extrusionOk="0">
                  <a:moveTo>
                    <a:pt x="668" y="1"/>
                  </a:moveTo>
                  <a:cubicBezTo>
                    <a:pt x="622" y="1"/>
                    <a:pt x="571" y="9"/>
                    <a:pt x="515" y="26"/>
                  </a:cubicBezTo>
                  <a:cubicBezTo>
                    <a:pt x="125" y="144"/>
                    <a:pt x="0" y="469"/>
                    <a:pt x="66" y="871"/>
                  </a:cubicBezTo>
                  <a:cubicBezTo>
                    <a:pt x="113" y="1146"/>
                    <a:pt x="292" y="1273"/>
                    <a:pt x="526" y="1273"/>
                  </a:cubicBezTo>
                  <a:cubicBezTo>
                    <a:pt x="640" y="1273"/>
                    <a:pt x="768" y="1243"/>
                    <a:pt x="899" y="1185"/>
                  </a:cubicBezTo>
                  <a:cubicBezTo>
                    <a:pt x="1302" y="1007"/>
                    <a:pt x="1260" y="1072"/>
                    <a:pt x="1160" y="652"/>
                  </a:cubicBezTo>
                  <a:cubicBezTo>
                    <a:pt x="1073" y="287"/>
                    <a:pt x="948" y="1"/>
                    <a:pt x="668" y="1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1138286" y="2994683"/>
              <a:ext cx="352929" cy="353497"/>
            </a:xfrm>
            <a:custGeom>
              <a:avLst/>
              <a:gdLst/>
              <a:ahLst/>
              <a:cxnLst/>
              <a:rect l="l" t="t" r="r" b="b"/>
              <a:pathLst>
                <a:path w="3673" h="3679" extrusionOk="0">
                  <a:moveTo>
                    <a:pt x="456" y="0"/>
                  </a:moveTo>
                  <a:lnTo>
                    <a:pt x="0" y="462"/>
                  </a:lnTo>
                  <a:lnTo>
                    <a:pt x="1378" y="1840"/>
                  </a:lnTo>
                  <a:lnTo>
                    <a:pt x="0" y="3218"/>
                  </a:lnTo>
                  <a:lnTo>
                    <a:pt x="456" y="3679"/>
                  </a:lnTo>
                  <a:lnTo>
                    <a:pt x="1834" y="2301"/>
                  </a:lnTo>
                  <a:lnTo>
                    <a:pt x="3212" y="3679"/>
                  </a:lnTo>
                  <a:lnTo>
                    <a:pt x="3673" y="3218"/>
                  </a:lnTo>
                  <a:lnTo>
                    <a:pt x="2295" y="1840"/>
                  </a:lnTo>
                  <a:lnTo>
                    <a:pt x="3673" y="462"/>
                  </a:lnTo>
                  <a:lnTo>
                    <a:pt x="3212" y="0"/>
                  </a:lnTo>
                  <a:lnTo>
                    <a:pt x="1834" y="1378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9" name="Google Shape;229;p18"/>
          <p:cNvSpPr/>
          <p:nvPr/>
        </p:nvSpPr>
        <p:spPr>
          <a:xfrm>
            <a:off x="1558913" y="1160180"/>
            <a:ext cx="455700" cy="455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1623263" y="1240280"/>
            <a:ext cx="3270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1</a:t>
            </a:r>
            <a:endParaRPr sz="2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pSp>
        <p:nvGrpSpPr>
          <p:cNvPr id="231" name="Google Shape;231;p18"/>
          <p:cNvGrpSpPr/>
          <p:nvPr/>
        </p:nvGrpSpPr>
        <p:grpSpPr>
          <a:xfrm>
            <a:off x="6676079" y="1931699"/>
            <a:ext cx="1264192" cy="1590972"/>
            <a:chOff x="6676079" y="1931699"/>
            <a:chExt cx="1264192" cy="1590972"/>
          </a:xfrm>
        </p:grpSpPr>
        <p:sp>
          <p:nvSpPr>
            <p:cNvPr id="232" name="Google Shape;232;p18"/>
            <p:cNvSpPr/>
            <p:nvPr/>
          </p:nvSpPr>
          <p:spPr>
            <a:xfrm>
              <a:off x="6676079" y="1931699"/>
              <a:ext cx="1264192" cy="1590972"/>
            </a:xfrm>
            <a:custGeom>
              <a:avLst/>
              <a:gdLst/>
              <a:ahLst/>
              <a:cxnLst/>
              <a:rect l="l" t="t" r="r" b="b"/>
              <a:pathLst>
                <a:path w="13113" h="16503" extrusionOk="0">
                  <a:moveTo>
                    <a:pt x="4158" y="1"/>
                  </a:moveTo>
                  <a:cubicBezTo>
                    <a:pt x="3455" y="1"/>
                    <a:pt x="2769" y="220"/>
                    <a:pt x="2065" y="663"/>
                  </a:cubicBezTo>
                  <a:cubicBezTo>
                    <a:pt x="1" y="1970"/>
                    <a:pt x="935" y="4833"/>
                    <a:pt x="1556" y="6731"/>
                  </a:cubicBezTo>
                  <a:cubicBezTo>
                    <a:pt x="1751" y="7317"/>
                    <a:pt x="1929" y="7873"/>
                    <a:pt x="1958" y="8168"/>
                  </a:cubicBezTo>
                  <a:cubicBezTo>
                    <a:pt x="2006" y="8695"/>
                    <a:pt x="1952" y="9369"/>
                    <a:pt x="1899" y="10084"/>
                  </a:cubicBezTo>
                  <a:cubicBezTo>
                    <a:pt x="1805" y="11220"/>
                    <a:pt x="1716" y="12391"/>
                    <a:pt x="1982" y="13379"/>
                  </a:cubicBezTo>
                  <a:cubicBezTo>
                    <a:pt x="2437" y="15052"/>
                    <a:pt x="3892" y="16265"/>
                    <a:pt x="3957" y="16318"/>
                  </a:cubicBezTo>
                  <a:cubicBezTo>
                    <a:pt x="4087" y="16424"/>
                    <a:pt x="4247" y="16489"/>
                    <a:pt x="4419" y="16501"/>
                  </a:cubicBezTo>
                  <a:lnTo>
                    <a:pt x="4466" y="16501"/>
                  </a:lnTo>
                  <a:cubicBezTo>
                    <a:pt x="4992" y="16501"/>
                    <a:pt x="5371" y="15999"/>
                    <a:pt x="5235" y="15490"/>
                  </a:cubicBezTo>
                  <a:cubicBezTo>
                    <a:pt x="5170" y="15094"/>
                    <a:pt x="4821" y="12829"/>
                    <a:pt x="5341" y="11386"/>
                  </a:cubicBezTo>
                  <a:cubicBezTo>
                    <a:pt x="5732" y="10309"/>
                    <a:pt x="6311" y="9747"/>
                    <a:pt x="6554" y="9594"/>
                  </a:cubicBezTo>
                  <a:cubicBezTo>
                    <a:pt x="6802" y="9741"/>
                    <a:pt x="7376" y="10309"/>
                    <a:pt x="7766" y="11386"/>
                  </a:cubicBezTo>
                  <a:cubicBezTo>
                    <a:pt x="8340" y="12965"/>
                    <a:pt x="7872" y="15525"/>
                    <a:pt x="7867" y="15555"/>
                  </a:cubicBezTo>
                  <a:cubicBezTo>
                    <a:pt x="7767" y="16090"/>
                    <a:pt x="8194" y="16502"/>
                    <a:pt x="8655" y="16502"/>
                  </a:cubicBezTo>
                  <a:cubicBezTo>
                    <a:pt x="8825" y="16502"/>
                    <a:pt x="9001" y="16446"/>
                    <a:pt x="9156" y="16318"/>
                  </a:cubicBezTo>
                  <a:cubicBezTo>
                    <a:pt x="9221" y="16265"/>
                    <a:pt x="10670" y="15052"/>
                    <a:pt x="11125" y="13379"/>
                  </a:cubicBezTo>
                  <a:cubicBezTo>
                    <a:pt x="11397" y="12391"/>
                    <a:pt x="11303" y="11214"/>
                    <a:pt x="11214" y="10084"/>
                  </a:cubicBezTo>
                  <a:cubicBezTo>
                    <a:pt x="11161" y="9369"/>
                    <a:pt x="11107" y="8695"/>
                    <a:pt x="11155" y="8168"/>
                  </a:cubicBezTo>
                  <a:cubicBezTo>
                    <a:pt x="11178" y="7873"/>
                    <a:pt x="11362" y="7317"/>
                    <a:pt x="11551" y="6731"/>
                  </a:cubicBezTo>
                  <a:cubicBezTo>
                    <a:pt x="12172" y="4833"/>
                    <a:pt x="13112" y="1970"/>
                    <a:pt x="11048" y="663"/>
                  </a:cubicBezTo>
                  <a:cubicBezTo>
                    <a:pt x="10345" y="220"/>
                    <a:pt x="9659" y="1"/>
                    <a:pt x="8955" y="1"/>
                  </a:cubicBezTo>
                  <a:cubicBezTo>
                    <a:pt x="8198" y="1"/>
                    <a:pt x="7577" y="267"/>
                    <a:pt x="7121" y="456"/>
                  </a:cubicBezTo>
                  <a:cubicBezTo>
                    <a:pt x="6914" y="545"/>
                    <a:pt x="6660" y="657"/>
                    <a:pt x="6554" y="657"/>
                  </a:cubicBezTo>
                  <a:cubicBezTo>
                    <a:pt x="6453" y="657"/>
                    <a:pt x="6193" y="545"/>
                    <a:pt x="5986" y="456"/>
                  </a:cubicBezTo>
                  <a:cubicBezTo>
                    <a:pt x="5536" y="267"/>
                    <a:pt x="4915" y="1"/>
                    <a:pt x="4158" y="1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8"/>
            <p:cNvSpPr/>
            <p:nvPr/>
          </p:nvSpPr>
          <p:spPr>
            <a:xfrm>
              <a:off x="7130161" y="2033513"/>
              <a:ext cx="478470" cy="70086"/>
            </a:xfrm>
            <a:custGeom>
              <a:avLst/>
              <a:gdLst/>
              <a:ahLst/>
              <a:cxnLst/>
              <a:rect l="l" t="t" r="r" b="b"/>
              <a:pathLst>
                <a:path w="4963" h="727" extrusionOk="0">
                  <a:moveTo>
                    <a:pt x="618" y="1"/>
                  </a:moveTo>
                  <a:cubicBezTo>
                    <a:pt x="233" y="1"/>
                    <a:pt x="1" y="29"/>
                    <a:pt x="1" y="135"/>
                  </a:cubicBezTo>
                  <a:cubicBezTo>
                    <a:pt x="1" y="372"/>
                    <a:pt x="1107" y="726"/>
                    <a:pt x="2479" y="726"/>
                  </a:cubicBezTo>
                  <a:cubicBezTo>
                    <a:pt x="3851" y="726"/>
                    <a:pt x="4963" y="372"/>
                    <a:pt x="4963" y="135"/>
                  </a:cubicBezTo>
                  <a:cubicBezTo>
                    <a:pt x="4963" y="29"/>
                    <a:pt x="4728" y="1"/>
                    <a:pt x="4343" y="1"/>
                  </a:cubicBezTo>
                  <a:cubicBezTo>
                    <a:pt x="3887" y="1"/>
                    <a:pt x="3221" y="40"/>
                    <a:pt x="2479" y="40"/>
                  </a:cubicBezTo>
                  <a:cubicBezTo>
                    <a:pt x="1736" y="40"/>
                    <a:pt x="1071" y="1"/>
                    <a:pt x="618" y="1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8"/>
            <p:cNvSpPr/>
            <p:nvPr/>
          </p:nvSpPr>
          <p:spPr>
            <a:xfrm>
              <a:off x="6988154" y="2026572"/>
              <a:ext cx="422072" cy="138245"/>
            </a:xfrm>
            <a:custGeom>
              <a:avLst/>
              <a:gdLst/>
              <a:ahLst/>
              <a:cxnLst/>
              <a:rect l="l" t="t" r="r" b="b"/>
              <a:pathLst>
                <a:path w="4378" h="1434" extrusionOk="0">
                  <a:moveTo>
                    <a:pt x="433" y="0"/>
                  </a:moveTo>
                  <a:lnTo>
                    <a:pt x="433" y="0"/>
                  </a:lnTo>
                  <a:cubicBezTo>
                    <a:pt x="0" y="1166"/>
                    <a:pt x="1194" y="1433"/>
                    <a:pt x="2378" y="1433"/>
                  </a:cubicBezTo>
                  <a:cubicBezTo>
                    <a:pt x="3381" y="1433"/>
                    <a:pt x="4377" y="1242"/>
                    <a:pt x="4377" y="1242"/>
                  </a:cubicBezTo>
                  <a:lnTo>
                    <a:pt x="4377" y="1242"/>
                  </a:lnTo>
                  <a:cubicBezTo>
                    <a:pt x="4377" y="1242"/>
                    <a:pt x="4204" y="1254"/>
                    <a:pt x="3929" y="1254"/>
                  </a:cubicBezTo>
                  <a:cubicBezTo>
                    <a:pt x="3031" y="1254"/>
                    <a:pt x="1044" y="1123"/>
                    <a:pt x="433" y="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8"/>
            <p:cNvSpPr/>
            <p:nvPr/>
          </p:nvSpPr>
          <p:spPr>
            <a:xfrm>
              <a:off x="7449839" y="2028683"/>
              <a:ext cx="417444" cy="518370"/>
            </a:xfrm>
            <a:custGeom>
              <a:avLst/>
              <a:gdLst/>
              <a:ahLst/>
              <a:cxnLst/>
              <a:rect l="l" t="t" r="r" b="b"/>
              <a:pathLst>
                <a:path w="4330" h="5377" extrusionOk="0">
                  <a:moveTo>
                    <a:pt x="1822" y="0"/>
                  </a:moveTo>
                  <a:cubicBezTo>
                    <a:pt x="1080" y="917"/>
                    <a:pt x="204" y="965"/>
                    <a:pt x="31" y="965"/>
                  </a:cubicBezTo>
                  <a:cubicBezTo>
                    <a:pt x="11" y="965"/>
                    <a:pt x="0" y="964"/>
                    <a:pt x="0" y="964"/>
                  </a:cubicBezTo>
                  <a:lnTo>
                    <a:pt x="0" y="964"/>
                  </a:lnTo>
                  <a:cubicBezTo>
                    <a:pt x="810" y="1142"/>
                    <a:pt x="1532" y="1615"/>
                    <a:pt x="2011" y="2289"/>
                  </a:cubicBezTo>
                  <a:cubicBezTo>
                    <a:pt x="2815" y="3419"/>
                    <a:pt x="2815" y="5376"/>
                    <a:pt x="2815" y="5376"/>
                  </a:cubicBezTo>
                  <a:cubicBezTo>
                    <a:pt x="2815" y="5376"/>
                    <a:pt x="4329" y="633"/>
                    <a:pt x="1822" y="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8"/>
            <p:cNvSpPr/>
            <p:nvPr/>
          </p:nvSpPr>
          <p:spPr>
            <a:xfrm>
              <a:off x="7524457" y="1968815"/>
              <a:ext cx="253841" cy="253738"/>
            </a:xfrm>
            <a:custGeom>
              <a:avLst/>
              <a:gdLst/>
              <a:ahLst/>
              <a:cxnLst/>
              <a:rect l="l" t="t" r="r" b="b"/>
              <a:pathLst>
                <a:path w="2633" h="2632" extrusionOk="0">
                  <a:moveTo>
                    <a:pt x="1320" y="0"/>
                  </a:moveTo>
                  <a:lnTo>
                    <a:pt x="853" y="852"/>
                  </a:lnTo>
                  <a:lnTo>
                    <a:pt x="1" y="1319"/>
                  </a:lnTo>
                  <a:lnTo>
                    <a:pt x="853" y="1780"/>
                  </a:lnTo>
                  <a:lnTo>
                    <a:pt x="1320" y="2632"/>
                  </a:lnTo>
                  <a:lnTo>
                    <a:pt x="1781" y="1780"/>
                  </a:lnTo>
                  <a:lnTo>
                    <a:pt x="2633" y="1319"/>
                  </a:lnTo>
                  <a:lnTo>
                    <a:pt x="1781" y="852"/>
                  </a:lnTo>
                  <a:lnTo>
                    <a:pt x="13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8"/>
            <p:cNvSpPr/>
            <p:nvPr/>
          </p:nvSpPr>
          <p:spPr>
            <a:xfrm>
              <a:off x="7673309" y="2247621"/>
              <a:ext cx="133524" cy="133521"/>
            </a:xfrm>
            <a:custGeom>
              <a:avLst/>
              <a:gdLst/>
              <a:ahLst/>
              <a:cxnLst/>
              <a:rect l="l" t="t" r="r" b="b"/>
              <a:pathLst>
                <a:path w="1385" h="1385" extrusionOk="0">
                  <a:moveTo>
                    <a:pt x="693" y="0"/>
                  </a:moveTo>
                  <a:lnTo>
                    <a:pt x="450" y="444"/>
                  </a:lnTo>
                  <a:lnTo>
                    <a:pt x="1" y="692"/>
                  </a:lnTo>
                  <a:lnTo>
                    <a:pt x="450" y="935"/>
                  </a:lnTo>
                  <a:lnTo>
                    <a:pt x="693" y="1384"/>
                  </a:lnTo>
                  <a:lnTo>
                    <a:pt x="941" y="935"/>
                  </a:lnTo>
                  <a:lnTo>
                    <a:pt x="1384" y="692"/>
                  </a:lnTo>
                  <a:lnTo>
                    <a:pt x="941" y="444"/>
                  </a:lnTo>
                  <a:lnTo>
                    <a:pt x="6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8"/>
            <p:cNvSpPr/>
            <p:nvPr/>
          </p:nvSpPr>
          <p:spPr>
            <a:xfrm>
              <a:off x="7388813" y="2187175"/>
              <a:ext cx="177390" cy="177964"/>
            </a:xfrm>
            <a:custGeom>
              <a:avLst/>
              <a:gdLst/>
              <a:ahLst/>
              <a:cxnLst/>
              <a:rect l="l" t="t" r="r" b="b"/>
              <a:pathLst>
                <a:path w="1840" h="1846" extrusionOk="0">
                  <a:moveTo>
                    <a:pt x="923" y="0"/>
                  </a:moveTo>
                  <a:lnTo>
                    <a:pt x="592" y="598"/>
                  </a:lnTo>
                  <a:lnTo>
                    <a:pt x="0" y="923"/>
                  </a:lnTo>
                  <a:lnTo>
                    <a:pt x="592" y="1248"/>
                  </a:lnTo>
                  <a:lnTo>
                    <a:pt x="923" y="1846"/>
                  </a:lnTo>
                  <a:lnTo>
                    <a:pt x="1248" y="1248"/>
                  </a:lnTo>
                  <a:lnTo>
                    <a:pt x="1840" y="923"/>
                  </a:lnTo>
                  <a:lnTo>
                    <a:pt x="1248" y="598"/>
                  </a:lnTo>
                  <a:lnTo>
                    <a:pt x="9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" name="Google Shape;239;p18"/>
          <p:cNvSpPr txBox="1"/>
          <p:nvPr/>
        </p:nvSpPr>
        <p:spPr>
          <a:xfrm>
            <a:off x="942113" y="3901213"/>
            <a:ext cx="168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942125" y="3612075"/>
            <a:ext cx="16893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41" name="Google Shape;241;p18"/>
          <p:cNvSpPr txBox="1"/>
          <p:nvPr/>
        </p:nvSpPr>
        <p:spPr>
          <a:xfrm>
            <a:off x="3714140" y="3877411"/>
            <a:ext cx="168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18"/>
          <p:cNvSpPr txBox="1"/>
          <p:nvPr/>
        </p:nvSpPr>
        <p:spPr>
          <a:xfrm>
            <a:off x="3714140" y="3619188"/>
            <a:ext cx="16893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43" name="Google Shape;243;p18"/>
          <p:cNvSpPr txBox="1"/>
          <p:nvPr/>
        </p:nvSpPr>
        <p:spPr>
          <a:xfrm>
            <a:off x="6506920" y="3866233"/>
            <a:ext cx="168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very cold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18"/>
          <p:cNvSpPr txBox="1"/>
          <p:nvPr/>
        </p:nvSpPr>
        <p:spPr>
          <a:xfrm>
            <a:off x="6506920" y="3618318"/>
            <a:ext cx="16893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45" name="Google Shape;245;p18"/>
          <p:cNvGrpSpPr/>
          <p:nvPr/>
        </p:nvGrpSpPr>
        <p:grpSpPr>
          <a:xfrm>
            <a:off x="4330940" y="1163024"/>
            <a:ext cx="455700" cy="455700"/>
            <a:chOff x="4341313" y="1163024"/>
            <a:chExt cx="455700" cy="455700"/>
          </a:xfrm>
        </p:grpSpPr>
        <p:sp>
          <p:nvSpPr>
            <p:cNvPr id="246" name="Google Shape;246;p18"/>
            <p:cNvSpPr/>
            <p:nvPr/>
          </p:nvSpPr>
          <p:spPr>
            <a:xfrm>
              <a:off x="4341313" y="1163024"/>
              <a:ext cx="455700" cy="455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8"/>
            <p:cNvSpPr txBox="1"/>
            <p:nvPr/>
          </p:nvSpPr>
          <p:spPr>
            <a:xfrm>
              <a:off x="4392613" y="1263974"/>
              <a:ext cx="3531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lt1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2</a:t>
              </a:r>
              <a:endParaRPr sz="2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</p:grpSp>
      <p:grpSp>
        <p:nvGrpSpPr>
          <p:cNvPr id="248" name="Google Shape;248;p18"/>
          <p:cNvGrpSpPr/>
          <p:nvPr/>
        </p:nvGrpSpPr>
        <p:grpSpPr>
          <a:xfrm>
            <a:off x="7123720" y="1165486"/>
            <a:ext cx="455700" cy="455700"/>
            <a:chOff x="7182892" y="1165486"/>
            <a:chExt cx="455700" cy="455700"/>
          </a:xfrm>
        </p:grpSpPr>
        <p:sp>
          <p:nvSpPr>
            <p:cNvPr id="249" name="Google Shape;249;p18"/>
            <p:cNvSpPr/>
            <p:nvPr/>
          </p:nvSpPr>
          <p:spPr>
            <a:xfrm>
              <a:off x="7182892" y="1165486"/>
              <a:ext cx="455700" cy="455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8"/>
            <p:cNvSpPr txBox="1"/>
            <p:nvPr/>
          </p:nvSpPr>
          <p:spPr>
            <a:xfrm>
              <a:off x="7247242" y="1245586"/>
              <a:ext cx="327000" cy="2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lt1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3</a:t>
              </a:r>
              <a:endParaRPr sz="2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</p:grpSp>
      <p:grpSp>
        <p:nvGrpSpPr>
          <p:cNvPr id="251" name="Google Shape;251;p18"/>
          <p:cNvGrpSpPr/>
          <p:nvPr/>
        </p:nvGrpSpPr>
        <p:grpSpPr>
          <a:xfrm>
            <a:off x="3837073" y="1567814"/>
            <a:ext cx="2245049" cy="1987809"/>
            <a:chOff x="3837073" y="1567814"/>
            <a:chExt cx="2245049" cy="1987809"/>
          </a:xfrm>
        </p:grpSpPr>
        <p:sp>
          <p:nvSpPr>
            <p:cNvPr id="252" name="Google Shape;252;p18"/>
            <p:cNvSpPr/>
            <p:nvPr/>
          </p:nvSpPr>
          <p:spPr>
            <a:xfrm>
              <a:off x="3837073" y="1903331"/>
              <a:ext cx="1313068" cy="1652292"/>
            </a:xfrm>
            <a:custGeom>
              <a:avLst/>
              <a:gdLst/>
              <a:ahLst/>
              <a:cxnLst/>
              <a:rect l="l" t="t" r="r" b="b"/>
              <a:pathLst>
                <a:path w="13112" h="16499" extrusionOk="0">
                  <a:moveTo>
                    <a:pt x="4158" y="0"/>
                  </a:moveTo>
                  <a:cubicBezTo>
                    <a:pt x="3454" y="0"/>
                    <a:pt x="2768" y="213"/>
                    <a:pt x="2064" y="663"/>
                  </a:cubicBezTo>
                  <a:cubicBezTo>
                    <a:pt x="0" y="1964"/>
                    <a:pt x="935" y="4832"/>
                    <a:pt x="1556" y="6731"/>
                  </a:cubicBezTo>
                  <a:cubicBezTo>
                    <a:pt x="1751" y="7316"/>
                    <a:pt x="1928" y="7866"/>
                    <a:pt x="1958" y="8168"/>
                  </a:cubicBezTo>
                  <a:cubicBezTo>
                    <a:pt x="2005" y="8694"/>
                    <a:pt x="1952" y="9368"/>
                    <a:pt x="1899" y="10084"/>
                  </a:cubicBezTo>
                  <a:cubicBezTo>
                    <a:pt x="1804" y="11214"/>
                    <a:pt x="1715" y="12391"/>
                    <a:pt x="1982" y="13378"/>
                  </a:cubicBezTo>
                  <a:cubicBezTo>
                    <a:pt x="2437" y="15052"/>
                    <a:pt x="3892" y="16264"/>
                    <a:pt x="3957" y="16318"/>
                  </a:cubicBezTo>
                  <a:cubicBezTo>
                    <a:pt x="4087" y="16424"/>
                    <a:pt x="4247" y="16489"/>
                    <a:pt x="4418" y="16495"/>
                  </a:cubicBezTo>
                  <a:lnTo>
                    <a:pt x="4466" y="16495"/>
                  </a:lnTo>
                  <a:cubicBezTo>
                    <a:pt x="4903" y="16495"/>
                    <a:pt x="5264" y="16140"/>
                    <a:pt x="5264" y="15697"/>
                  </a:cubicBezTo>
                  <a:cubicBezTo>
                    <a:pt x="5264" y="15632"/>
                    <a:pt x="5252" y="15561"/>
                    <a:pt x="5234" y="15490"/>
                  </a:cubicBezTo>
                  <a:cubicBezTo>
                    <a:pt x="5169" y="15087"/>
                    <a:pt x="4820" y="12828"/>
                    <a:pt x="5341" y="11385"/>
                  </a:cubicBezTo>
                  <a:cubicBezTo>
                    <a:pt x="5731" y="10309"/>
                    <a:pt x="6311" y="9741"/>
                    <a:pt x="6553" y="9593"/>
                  </a:cubicBezTo>
                  <a:cubicBezTo>
                    <a:pt x="6802" y="9741"/>
                    <a:pt x="7375" y="10309"/>
                    <a:pt x="7766" y="11385"/>
                  </a:cubicBezTo>
                  <a:cubicBezTo>
                    <a:pt x="8339" y="12964"/>
                    <a:pt x="7872" y="15525"/>
                    <a:pt x="7866" y="15549"/>
                  </a:cubicBezTo>
                  <a:cubicBezTo>
                    <a:pt x="7763" y="16083"/>
                    <a:pt x="8191" y="16499"/>
                    <a:pt x="8652" y="16499"/>
                  </a:cubicBezTo>
                  <a:cubicBezTo>
                    <a:pt x="8824" y="16499"/>
                    <a:pt x="9000" y="16441"/>
                    <a:pt x="9155" y="16312"/>
                  </a:cubicBezTo>
                  <a:cubicBezTo>
                    <a:pt x="9221" y="16264"/>
                    <a:pt x="10669" y="15046"/>
                    <a:pt x="11125" y="13372"/>
                  </a:cubicBezTo>
                  <a:cubicBezTo>
                    <a:pt x="11397" y="12385"/>
                    <a:pt x="11302" y="11214"/>
                    <a:pt x="11214" y="10078"/>
                  </a:cubicBezTo>
                  <a:cubicBezTo>
                    <a:pt x="11160" y="9368"/>
                    <a:pt x="11107" y="8694"/>
                    <a:pt x="11154" y="8168"/>
                  </a:cubicBezTo>
                  <a:cubicBezTo>
                    <a:pt x="11178" y="7866"/>
                    <a:pt x="11361" y="7310"/>
                    <a:pt x="11551" y="6725"/>
                  </a:cubicBezTo>
                  <a:cubicBezTo>
                    <a:pt x="12172" y="4826"/>
                    <a:pt x="13112" y="1964"/>
                    <a:pt x="11048" y="663"/>
                  </a:cubicBezTo>
                  <a:cubicBezTo>
                    <a:pt x="10344" y="219"/>
                    <a:pt x="9658" y="0"/>
                    <a:pt x="8954" y="0"/>
                  </a:cubicBezTo>
                  <a:cubicBezTo>
                    <a:pt x="8197" y="0"/>
                    <a:pt x="7576" y="261"/>
                    <a:pt x="7121" y="450"/>
                  </a:cubicBezTo>
                  <a:cubicBezTo>
                    <a:pt x="6914" y="539"/>
                    <a:pt x="6660" y="651"/>
                    <a:pt x="6553" y="651"/>
                  </a:cubicBezTo>
                  <a:cubicBezTo>
                    <a:pt x="6453" y="651"/>
                    <a:pt x="6192" y="539"/>
                    <a:pt x="5985" y="450"/>
                  </a:cubicBezTo>
                  <a:cubicBezTo>
                    <a:pt x="5536" y="261"/>
                    <a:pt x="4915" y="0"/>
                    <a:pt x="4158" y="0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8"/>
            <p:cNvSpPr/>
            <p:nvPr/>
          </p:nvSpPr>
          <p:spPr>
            <a:xfrm>
              <a:off x="4259094" y="2034429"/>
              <a:ext cx="487255" cy="71868"/>
            </a:xfrm>
            <a:custGeom>
              <a:avLst/>
              <a:gdLst/>
              <a:ahLst/>
              <a:cxnLst/>
              <a:rect l="l" t="t" r="r" b="b"/>
              <a:pathLst>
                <a:path w="4963" h="732" extrusionOk="0">
                  <a:moveTo>
                    <a:pt x="636" y="0"/>
                  </a:moveTo>
                  <a:cubicBezTo>
                    <a:pt x="241" y="0"/>
                    <a:pt x="0" y="30"/>
                    <a:pt x="0" y="140"/>
                  </a:cubicBezTo>
                  <a:cubicBezTo>
                    <a:pt x="0" y="370"/>
                    <a:pt x="1106" y="731"/>
                    <a:pt x="2478" y="731"/>
                  </a:cubicBezTo>
                  <a:cubicBezTo>
                    <a:pt x="3850" y="731"/>
                    <a:pt x="4962" y="370"/>
                    <a:pt x="4962" y="140"/>
                  </a:cubicBezTo>
                  <a:cubicBezTo>
                    <a:pt x="4962" y="30"/>
                    <a:pt x="4723" y="0"/>
                    <a:pt x="4329" y="0"/>
                  </a:cubicBezTo>
                  <a:cubicBezTo>
                    <a:pt x="3876" y="0"/>
                    <a:pt x="3218" y="39"/>
                    <a:pt x="2484" y="39"/>
                  </a:cubicBezTo>
                  <a:cubicBezTo>
                    <a:pt x="1750" y="39"/>
                    <a:pt x="1091" y="0"/>
                    <a:pt x="636" y="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8"/>
            <p:cNvSpPr/>
            <p:nvPr/>
          </p:nvSpPr>
          <p:spPr>
            <a:xfrm>
              <a:off x="4097647" y="1984448"/>
              <a:ext cx="438424" cy="143107"/>
            </a:xfrm>
            <a:custGeom>
              <a:avLst/>
              <a:gdLst/>
              <a:ahLst/>
              <a:cxnLst/>
              <a:rect l="l" t="t" r="r" b="b"/>
              <a:pathLst>
                <a:path w="4378" h="1429" extrusionOk="0">
                  <a:moveTo>
                    <a:pt x="432" y="1"/>
                  </a:moveTo>
                  <a:lnTo>
                    <a:pt x="432" y="1"/>
                  </a:lnTo>
                  <a:cubicBezTo>
                    <a:pt x="0" y="1162"/>
                    <a:pt x="1190" y="1429"/>
                    <a:pt x="2374" y="1429"/>
                  </a:cubicBezTo>
                  <a:cubicBezTo>
                    <a:pt x="3378" y="1429"/>
                    <a:pt x="4377" y="1237"/>
                    <a:pt x="4377" y="1237"/>
                  </a:cubicBezTo>
                  <a:lnTo>
                    <a:pt x="4377" y="1237"/>
                  </a:lnTo>
                  <a:cubicBezTo>
                    <a:pt x="4377" y="1237"/>
                    <a:pt x="4203" y="1249"/>
                    <a:pt x="3926" y="1249"/>
                  </a:cubicBezTo>
                  <a:cubicBezTo>
                    <a:pt x="3026" y="1249"/>
                    <a:pt x="1043" y="1118"/>
                    <a:pt x="432" y="1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8"/>
            <p:cNvSpPr/>
            <p:nvPr/>
          </p:nvSpPr>
          <p:spPr>
            <a:xfrm>
              <a:off x="4640726" y="2003375"/>
              <a:ext cx="433617" cy="538480"/>
            </a:xfrm>
            <a:custGeom>
              <a:avLst/>
              <a:gdLst/>
              <a:ahLst/>
              <a:cxnLst/>
              <a:rect l="l" t="t" r="r" b="b"/>
              <a:pathLst>
                <a:path w="4330" h="5377" extrusionOk="0">
                  <a:moveTo>
                    <a:pt x="1822" y="1"/>
                  </a:moveTo>
                  <a:cubicBezTo>
                    <a:pt x="1080" y="918"/>
                    <a:pt x="205" y="966"/>
                    <a:pt x="32" y="966"/>
                  </a:cubicBezTo>
                  <a:cubicBezTo>
                    <a:pt x="12" y="966"/>
                    <a:pt x="1" y="965"/>
                    <a:pt x="1" y="965"/>
                  </a:cubicBezTo>
                  <a:lnTo>
                    <a:pt x="1" y="965"/>
                  </a:lnTo>
                  <a:cubicBezTo>
                    <a:pt x="811" y="1142"/>
                    <a:pt x="1533" y="1616"/>
                    <a:pt x="2012" y="2290"/>
                  </a:cubicBezTo>
                  <a:cubicBezTo>
                    <a:pt x="2816" y="3419"/>
                    <a:pt x="2816" y="5377"/>
                    <a:pt x="2816" y="5377"/>
                  </a:cubicBezTo>
                  <a:cubicBezTo>
                    <a:pt x="2816" y="5377"/>
                    <a:pt x="4330" y="634"/>
                    <a:pt x="1822" y="1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6" name="Google Shape;256;p18"/>
            <p:cNvGrpSpPr/>
            <p:nvPr/>
          </p:nvGrpSpPr>
          <p:grpSpPr>
            <a:xfrm rot="370027">
              <a:off x="4714757" y="1633197"/>
              <a:ext cx="1294280" cy="1430350"/>
              <a:chOff x="5593697" y="1802517"/>
              <a:chExt cx="1718698" cy="1899389"/>
            </a:xfrm>
          </p:grpSpPr>
          <p:sp>
            <p:nvSpPr>
              <p:cNvPr id="257" name="Google Shape;257;p18"/>
              <p:cNvSpPr/>
              <p:nvPr/>
            </p:nvSpPr>
            <p:spPr>
              <a:xfrm>
                <a:off x="5593697" y="1802517"/>
                <a:ext cx="1718698" cy="1899389"/>
              </a:xfrm>
              <a:custGeom>
                <a:avLst/>
                <a:gdLst/>
                <a:ahLst/>
                <a:cxnLst/>
                <a:rect l="l" t="t" r="r" b="b"/>
                <a:pathLst>
                  <a:path w="12924" h="14283" extrusionOk="0">
                    <a:moveTo>
                      <a:pt x="4253" y="465"/>
                    </a:moveTo>
                    <a:lnTo>
                      <a:pt x="5548" y="2416"/>
                    </a:lnTo>
                    <a:lnTo>
                      <a:pt x="3402" y="3842"/>
                    </a:lnTo>
                    <a:lnTo>
                      <a:pt x="2106" y="1890"/>
                    </a:lnTo>
                    <a:lnTo>
                      <a:pt x="4253" y="465"/>
                    </a:lnTo>
                    <a:close/>
                    <a:moveTo>
                      <a:pt x="1828" y="2215"/>
                    </a:moveTo>
                    <a:lnTo>
                      <a:pt x="2993" y="3978"/>
                    </a:lnTo>
                    <a:lnTo>
                      <a:pt x="2177" y="4114"/>
                    </a:lnTo>
                    <a:lnTo>
                      <a:pt x="1385" y="2919"/>
                    </a:lnTo>
                    <a:lnTo>
                      <a:pt x="1828" y="2215"/>
                    </a:lnTo>
                    <a:close/>
                    <a:moveTo>
                      <a:pt x="4307" y="0"/>
                    </a:moveTo>
                    <a:cubicBezTo>
                      <a:pt x="4270" y="0"/>
                      <a:pt x="4233" y="11"/>
                      <a:pt x="4200" y="33"/>
                    </a:cubicBezTo>
                    <a:lnTo>
                      <a:pt x="1710" y="1689"/>
                    </a:lnTo>
                    <a:cubicBezTo>
                      <a:pt x="1669" y="1712"/>
                      <a:pt x="989" y="2813"/>
                      <a:pt x="989" y="2813"/>
                    </a:cubicBezTo>
                    <a:cubicBezTo>
                      <a:pt x="947" y="2878"/>
                      <a:pt x="947" y="2960"/>
                      <a:pt x="989" y="3025"/>
                    </a:cubicBezTo>
                    <a:lnTo>
                      <a:pt x="1373" y="3605"/>
                    </a:lnTo>
                    <a:lnTo>
                      <a:pt x="1" y="4522"/>
                    </a:lnTo>
                    <a:lnTo>
                      <a:pt x="167" y="4764"/>
                    </a:lnTo>
                    <a:lnTo>
                      <a:pt x="1539" y="3853"/>
                    </a:lnTo>
                    <a:lnTo>
                      <a:pt x="1923" y="4433"/>
                    </a:lnTo>
                    <a:cubicBezTo>
                      <a:pt x="1958" y="4489"/>
                      <a:pt x="2020" y="4518"/>
                      <a:pt x="2085" y="4518"/>
                    </a:cubicBezTo>
                    <a:cubicBezTo>
                      <a:pt x="2096" y="4518"/>
                      <a:pt x="2107" y="4518"/>
                      <a:pt x="2118" y="4516"/>
                    </a:cubicBezTo>
                    <a:cubicBezTo>
                      <a:pt x="2118" y="4516"/>
                      <a:pt x="3029" y="4368"/>
                      <a:pt x="3337" y="4309"/>
                    </a:cubicBezTo>
                    <a:cubicBezTo>
                      <a:pt x="3366" y="4368"/>
                      <a:pt x="3396" y="4421"/>
                      <a:pt x="3431" y="4474"/>
                    </a:cubicBezTo>
                    <a:lnTo>
                      <a:pt x="5945" y="8265"/>
                    </a:lnTo>
                    <a:cubicBezTo>
                      <a:pt x="6246" y="8713"/>
                      <a:pt x="6749" y="8977"/>
                      <a:pt x="7277" y="8977"/>
                    </a:cubicBezTo>
                    <a:cubicBezTo>
                      <a:pt x="7390" y="8977"/>
                      <a:pt x="7504" y="8965"/>
                      <a:pt x="7618" y="8940"/>
                    </a:cubicBezTo>
                    <a:cubicBezTo>
                      <a:pt x="7618" y="9247"/>
                      <a:pt x="7695" y="9543"/>
                      <a:pt x="7855" y="9809"/>
                    </a:cubicBezTo>
                    <a:cubicBezTo>
                      <a:pt x="8151" y="10282"/>
                      <a:pt x="8701" y="10566"/>
                      <a:pt x="9487" y="10661"/>
                    </a:cubicBezTo>
                    <a:cubicBezTo>
                      <a:pt x="10729" y="10808"/>
                      <a:pt x="11664" y="11282"/>
                      <a:pt x="12119" y="12003"/>
                    </a:cubicBezTo>
                    <a:cubicBezTo>
                      <a:pt x="12474" y="12565"/>
                      <a:pt x="12515" y="13245"/>
                      <a:pt x="12249" y="14026"/>
                    </a:cubicBezTo>
                    <a:cubicBezTo>
                      <a:pt x="12214" y="14126"/>
                      <a:pt x="12273" y="14239"/>
                      <a:pt x="12373" y="14274"/>
                    </a:cubicBezTo>
                    <a:cubicBezTo>
                      <a:pt x="12392" y="14280"/>
                      <a:pt x="12411" y="14282"/>
                      <a:pt x="12430" y="14282"/>
                    </a:cubicBezTo>
                    <a:cubicBezTo>
                      <a:pt x="12513" y="14282"/>
                      <a:pt x="12593" y="14232"/>
                      <a:pt x="12622" y="14150"/>
                    </a:cubicBezTo>
                    <a:cubicBezTo>
                      <a:pt x="12923" y="13263"/>
                      <a:pt x="12864" y="12453"/>
                      <a:pt x="12444" y="11790"/>
                    </a:cubicBezTo>
                    <a:cubicBezTo>
                      <a:pt x="11930" y="10974"/>
                      <a:pt x="10895" y="10436"/>
                      <a:pt x="9535" y="10270"/>
                    </a:cubicBezTo>
                    <a:cubicBezTo>
                      <a:pt x="8872" y="10193"/>
                      <a:pt x="8417" y="9969"/>
                      <a:pt x="8186" y="9602"/>
                    </a:cubicBezTo>
                    <a:cubicBezTo>
                      <a:pt x="8044" y="9359"/>
                      <a:pt x="7985" y="9076"/>
                      <a:pt x="8015" y="8798"/>
                    </a:cubicBezTo>
                    <a:cubicBezTo>
                      <a:pt x="8068" y="8768"/>
                      <a:pt x="8121" y="8739"/>
                      <a:pt x="8174" y="8709"/>
                    </a:cubicBezTo>
                    <a:cubicBezTo>
                      <a:pt x="8908" y="8218"/>
                      <a:pt x="9103" y="7224"/>
                      <a:pt x="8618" y="6485"/>
                    </a:cubicBezTo>
                    <a:lnTo>
                      <a:pt x="6104" y="2700"/>
                    </a:lnTo>
                    <a:cubicBezTo>
                      <a:pt x="6063" y="2647"/>
                      <a:pt x="6027" y="2600"/>
                      <a:pt x="5992" y="2552"/>
                    </a:cubicBezTo>
                    <a:cubicBezTo>
                      <a:pt x="6022" y="2493"/>
                      <a:pt x="6016" y="2416"/>
                      <a:pt x="5980" y="2363"/>
                    </a:cubicBezTo>
                    <a:lnTo>
                      <a:pt x="4466" y="86"/>
                    </a:lnTo>
                    <a:cubicBezTo>
                      <a:pt x="4429" y="30"/>
                      <a:pt x="4368" y="0"/>
                      <a:pt x="430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8"/>
              <p:cNvSpPr/>
              <p:nvPr/>
            </p:nvSpPr>
            <p:spPr>
              <a:xfrm>
                <a:off x="5850864" y="1841460"/>
                <a:ext cx="510726" cy="492867"/>
              </a:xfrm>
              <a:custGeom>
                <a:avLst/>
                <a:gdLst/>
                <a:ahLst/>
                <a:cxnLst/>
                <a:rect l="l" t="t" r="r" b="b"/>
                <a:pathLst>
                  <a:path w="3443" h="3378" extrusionOk="0">
                    <a:moveTo>
                      <a:pt x="2147" y="1"/>
                    </a:moveTo>
                    <a:lnTo>
                      <a:pt x="0" y="1432"/>
                    </a:lnTo>
                    <a:lnTo>
                      <a:pt x="1296" y="3378"/>
                    </a:lnTo>
                    <a:lnTo>
                      <a:pt x="3442" y="1952"/>
                    </a:lnTo>
                    <a:lnTo>
                      <a:pt x="214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0FAD0-B5AD-3AE3-CB9C-175816B01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459EC-2B60-2638-4749-7B8369A72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📊 SLIDE 8 — Design Problem </a:t>
            </a:r>
            <a:r>
              <a:rPr lang="en-US" dirty="0" err="1"/>
              <a:t>DefinitionKey</a:t>
            </a:r>
            <a:r>
              <a:rPr lang="en-US" dirty="0"/>
              <a:t> </a:t>
            </a:r>
            <a:r>
              <a:rPr lang="en-US" dirty="0" err="1"/>
              <a:t>Problem:“How</a:t>
            </a:r>
            <a:r>
              <a:rPr lang="en-US" dirty="0"/>
              <a:t> can we enable early, accessible, low-cost oral health screening without specialized equipment?”</a:t>
            </a:r>
            <a:r>
              <a:rPr lang="en-US" dirty="0" err="1"/>
              <a:t>Parameters:Works</a:t>
            </a:r>
            <a:r>
              <a:rPr lang="en-US" dirty="0"/>
              <a:t> on a </a:t>
            </a:r>
            <a:r>
              <a:rPr lang="en-US" dirty="0" err="1"/>
              <a:t>smartphoneDetects</a:t>
            </a:r>
            <a:r>
              <a:rPr lang="en-US" dirty="0"/>
              <a:t> visible </a:t>
            </a:r>
            <a:r>
              <a:rPr lang="en-US" dirty="0" err="1"/>
              <a:t>conditionsProvides</a:t>
            </a:r>
            <a:r>
              <a:rPr lang="en-US" dirty="0"/>
              <a:t> risk-based </a:t>
            </a:r>
            <a:r>
              <a:rPr lang="en-US" dirty="0" err="1"/>
              <a:t>guidanceConstraints:No</a:t>
            </a:r>
            <a:r>
              <a:rPr lang="en-US" dirty="0"/>
              <a:t> </a:t>
            </a:r>
            <a:r>
              <a:rPr lang="en-US" dirty="0" err="1"/>
              <a:t>radiographyLimited</a:t>
            </a:r>
            <a:r>
              <a:rPr lang="en-US" dirty="0"/>
              <a:t> lighting </a:t>
            </a:r>
            <a:r>
              <a:rPr lang="en-US" dirty="0" err="1"/>
              <a:t>controlPrivacy</a:t>
            </a:r>
            <a:r>
              <a:rPr lang="en-US" dirty="0"/>
              <a:t> and </a:t>
            </a:r>
            <a:r>
              <a:rPr lang="en-US" dirty="0" err="1"/>
              <a:t>cybersecurityMust</a:t>
            </a:r>
            <a:r>
              <a:rPr lang="en-US" dirty="0"/>
              <a:t> be culturally </a:t>
            </a:r>
            <a:r>
              <a:rPr lang="en-US" dirty="0" err="1"/>
              <a:t>accessibleAssumptions:Users</a:t>
            </a:r>
            <a:r>
              <a:rPr lang="en-US" dirty="0"/>
              <a:t> can capture 3 intraoral </a:t>
            </a:r>
            <a:r>
              <a:rPr lang="en-US" dirty="0" err="1"/>
              <a:t>imagesBasic</a:t>
            </a:r>
            <a:r>
              <a:rPr lang="en-US" dirty="0"/>
              <a:t> smartphone </a:t>
            </a:r>
            <a:r>
              <a:rPr lang="en-US" dirty="0" err="1"/>
              <a:t>cameraLiteracy</a:t>
            </a:r>
            <a:r>
              <a:rPr lang="en-US" dirty="0"/>
              <a:t> level ~grade 8🎤 Script (50 sec)“Here we outline the constraints shaping the design — technology limits, cultural expectations, and privacy needs — and the assumptions required to make the solution feasible.”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11789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8" name="Google Shape;388;p22"/>
          <p:cNvCxnSpPr/>
          <p:nvPr/>
        </p:nvCxnSpPr>
        <p:spPr>
          <a:xfrm>
            <a:off x="3273450" y="1647450"/>
            <a:ext cx="613500" cy="446400"/>
          </a:xfrm>
          <a:prstGeom prst="bentConnector3">
            <a:avLst>
              <a:gd name="adj1" fmla="val 54531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9" name="Google Shape;389;p22"/>
          <p:cNvCxnSpPr/>
          <p:nvPr/>
        </p:nvCxnSpPr>
        <p:spPr>
          <a:xfrm rot="10800000" flipH="1">
            <a:off x="3283600" y="3491375"/>
            <a:ext cx="638400" cy="518100"/>
          </a:xfrm>
          <a:prstGeom prst="bentConnector3">
            <a:avLst>
              <a:gd name="adj1" fmla="val 49225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0" name="Google Shape;390;p22"/>
          <p:cNvCxnSpPr/>
          <p:nvPr/>
        </p:nvCxnSpPr>
        <p:spPr>
          <a:xfrm flipH="1">
            <a:off x="5220500" y="1637300"/>
            <a:ext cx="526500" cy="457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1" name="Google Shape;391;p22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Dental Infographics</a:t>
            </a:r>
            <a:endParaRPr/>
          </a:p>
        </p:txBody>
      </p:sp>
      <p:sp>
        <p:nvSpPr>
          <p:cNvPr id="392" name="Google Shape;392;p22"/>
          <p:cNvSpPr/>
          <p:nvPr/>
        </p:nvSpPr>
        <p:spPr>
          <a:xfrm>
            <a:off x="5723325" y="3553300"/>
            <a:ext cx="909297" cy="908503"/>
          </a:xfrm>
          <a:custGeom>
            <a:avLst/>
            <a:gdLst/>
            <a:ahLst/>
            <a:cxnLst/>
            <a:rect l="l" t="t" r="r" b="b"/>
            <a:pathLst>
              <a:path w="3169" h="3168" extrusionOk="0">
                <a:moveTo>
                  <a:pt x="1584" y="0"/>
                </a:moveTo>
                <a:cubicBezTo>
                  <a:pt x="710" y="0"/>
                  <a:pt x="1" y="710"/>
                  <a:pt x="1" y="1584"/>
                </a:cubicBezTo>
                <a:cubicBezTo>
                  <a:pt x="1" y="2459"/>
                  <a:pt x="710" y="3168"/>
                  <a:pt x="1584" y="3168"/>
                </a:cubicBezTo>
                <a:cubicBezTo>
                  <a:pt x="2459" y="3168"/>
                  <a:pt x="3168" y="2459"/>
                  <a:pt x="3168" y="1584"/>
                </a:cubicBezTo>
                <a:cubicBezTo>
                  <a:pt x="3168" y="710"/>
                  <a:pt x="2459" y="0"/>
                  <a:pt x="158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2"/>
          <p:cNvSpPr/>
          <p:nvPr/>
        </p:nvSpPr>
        <p:spPr>
          <a:xfrm>
            <a:off x="2405424" y="3537250"/>
            <a:ext cx="940876" cy="940603"/>
          </a:xfrm>
          <a:custGeom>
            <a:avLst/>
            <a:gdLst/>
            <a:ahLst/>
            <a:cxnLst/>
            <a:rect l="l" t="t" r="r" b="b"/>
            <a:pathLst>
              <a:path w="3167" h="3168" extrusionOk="0">
                <a:moveTo>
                  <a:pt x="1583" y="0"/>
                </a:moveTo>
                <a:cubicBezTo>
                  <a:pt x="708" y="0"/>
                  <a:pt x="1" y="710"/>
                  <a:pt x="1" y="1584"/>
                </a:cubicBezTo>
                <a:cubicBezTo>
                  <a:pt x="1" y="2459"/>
                  <a:pt x="708" y="3168"/>
                  <a:pt x="1583" y="3168"/>
                </a:cubicBezTo>
                <a:cubicBezTo>
                  <a:pt x="2457" y="3168"/>
                  <a:pt x="3166" y="2459"/>
                  <a:pt x="3166" y="1584"/>
                </a:cubicBezTo>
                <a:cubicBezTo>
                  <a:pt x="3166" y="710"/>
                  <a:pt x="2457" y="0"/>
                  <a:pt x="158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2"/>
          <p:cNvSpPr/>
          <p:nvPr/>
        </p:nvSpPr>
        <p:spPr>
          <a:xfrm>
            <a:off x="5716800" y="1165788"/>
            <a:ext cx="918113" cy="917599"/>
          </a:xfrm>
          <a:custGeom>
            <a:avLst/>
            <a:gdLst/>
            <a:ahLst/>
            <a:cxnLst/>
            <a:rect l="l" t="t" r="r" b="b"/>
            <a:pathLst>
              <a:path w="3167" h="3167" extrusionOk="0">
                <a:moveTo>
                  <a:pt x="1583" y="1"/>
                </a:moveTo>
                <a:cubicBezTo>
                  <a:pt x="708" y="1"/>
                  <a:pt x="1" y="709"/>
                  <a:pt x="1" y="1583"/>
                </a:cubicBezTo>
                <a:cubicBezTo>
                  <a:pt x="1" y="2457"/>
                  <a:pt x="708" y="3167"/>
                  <a:pt x="1583" y="3167"/>
                </a:cubicBezTo>
                <a:cubicBezTo>
                  <a:pt x="2457" y="3167"/>
                  <a:pt x="3166" y="2457"/>
                  <a:pt x="3166" y="1583"/>
                </a:cubicBezTo>
                <a:cubicBezTo>
                  <a:pt x="3166" y="709"/>
                  <a:pt x="2457" y="1"/>
                  <a:pt x="158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22"/>
          <p:cNvSpPr/>
          <p:nvPr/>
        </p:nvSpPr>
        <p:spPr>
          <a:xfrm>
            <a:off x="2429962" y="1157788"/>
            <a:ext cx="936804" cy="935698"/>
          </a:xfrm>
          <a:custGeom>
            <a:avLst/>
            <a:gdLst/>
            <a:ahLst/>
            <a:cxnLst/>
            <a:rect l="l" t="t" r="r" b="b"/>
            <a:pathLst>
              <a:path w="3169" h="3167" extrusionOk="0">
                <a:moveTo>
                  <a:pt x="1584" y="1"/>
                </a:moveTo>
                <a:cubicBezTo>
                  <a:pt x="710" y="1"/>
                  <a:pt x="1" y="709"/>
                  <a:pt x="1" y="1583"/>
                </a:cubicBezTo>
                <a:cubicBezTo>
                  <a:pt x="1" y="2457"/>
                  <a:pt x="710" y="3167"/>
                  <a:pt x="1584" y="3167"/>
                </a:cubicBezTo>
                <a:cubicBezTo>
                  <a:pt x="2459" y="3167"/>
                  <a:pt x="3168" y="2457"/>
                  <a:pt x="3168" y="1583"/>
                </a:cubicBezTo>
                <a:cubicBezTo>
                  <a:pt x="3168" y="709"/>
                  <a:pt x="2459" y="1"/>
                  <a:pt x="15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22"/>
          <p:cNvSpPr txBox="1"/>
          <p:nvPr/>
        </p:nvSpPr>
        <p:spPr>
          <a:xfrm>
            <a:off x="444796" y="3592758"/>
            <a:ext cx="18996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03 FLOSS</a:t>
            </a:r>
            <a:endParaRPr sz="1600">
              <a:solidFill>
                <a:srgbClr val="00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97" name="Google Shape;397;p22"/>
          <p:cNvSpPr txBox="1"/>
          <p:nvPr/>
        </p:nvSpPr>
        <p:spPr>
          <a:xfrm>
            <a:off x="444806" y="3911375"/>
            <a:ext cx="1899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a cold place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22"/>
          <p:cNvSpPr txBox="1"/>
          <p:nvPr/>
        </p:nvSpPr>
        <p:spPr>
          <a:xfrm>
            <a:off x="6698606" y="1213647"/>
            <a:ext cx="18996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02 BRUSHED</a:t>
            </a:r>
            <a:endParaRPr sz="1600">
              <a:solidFill>
                <a:srgbClr val="00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99" name="Google Shape;399;p22"/>
          <p:cNvSpPr txBox="1"/>
          <p:nvPr/>
        </p:nvSpPr>
        <p:spPr>
          <a:xfrm>
            <a:off x="6698615" y="1537661"/>
            <a:ext cx="18996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Saturn is the ringed one and a gas giant</a:t>
            </a:r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22"/>
          <p:cNvSpPr txBox="1"/>
          <p:nvPr/>
        </p:nvSpPr>
        <p:spPr>
          <a:xfrm>
            <a:off x="6698606" y="3575869"/>
            <a:ext cx="18996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04 </a:t>
            </a: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MOUTHWASH</a:t>
            </a:r>
            <a:endParaRPr sz="1600">
              <a:solidFill>
                <a:srgbClr val="00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01" name="Google Shape;401;p22"/>
          <p:cNvSpPr txBox="1"/>
          <p:nvPr/>
        </p:nvSpPr>
        <p:spPr>
          <a:xfrm>
            <a:off x="6698615" y="3903001"/>
            <a:ext cx="1899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It’s the biggest planet in our Solar System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444806" y="1197667"/>
            <a:ext cx="18996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01 </a:t>
            </a: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 PROTECTION</a:t>
            </a:r>
            <a:endParaRPr sz="1600">
              <a:solidFill>
                <a:srgbClr val="00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444815" y="1521455"/>
            <a:ext cx="18996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4" name="Google Shape;404;p22"/>
          <p:cNvCxnSpPr/>
          <p:nvPr/>
        </p:nvCxnSpPr>
        <p:spPr>
          <a:xfrm rot="10800000">
            <a:off x="5177100" y="3464450"/>
            <a:ext cx="600300" cy="534900"/>
          </a:xfrm>
          <a:prstGeom prst="bentConnector3">
            <a:avLst>
              <a:gd name="adj1" fmla="val 45594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05" name="Google Shape;405;p22"/>
          <p:cNvGrpSpPr/>
          <p:nvPr/>
        </p:nvGrpSpPr>
        <p:grpSpPr>
          <a:xfrm>
            <a:off x="5802567" y="1268205"/>
            <a:ext cx="877082" cy="712548"/>
            <a:chOff x="1092850" y="2255975"/>
            <a:chExt cx="803189" cy="652516"/>
          </a:xfrm>
        </p:grpSpPr>
        <p:sp>
          <p:nvSpPr>
            <p:cNvPr id="406" name="Google Shape;406;p22"/>
            <p:cNvSpPr/>
            <p:nvPr/>
          </p:nvSpPr>
          <p:spPr>
            <a:xfrm>
              <a:off x="1176236" y="2396811"/>
              <a:ext cx="503744" cy="511484"/>
            </a:xfrm>
            <a:custGeom>
              <a:avLst/>
              <a:gdLst/>
              <a:ahLst/>
              <a:cxnLst/>
              <a:rect l="l" t="t" r="r" b="b"/>
              <a:pathLst>
                <a:path w="61828" h="62778" extrusionOk="0">
                  <a:moveTo>
                    <a:pt x="13967" y="1"/>
                  </a:moveTo>
                  <a:cubicBezTo>
                    <a:pt x="12228" y="1"/>
                    <a:pt x="10337" y="448"/>
                    <a:pt x="8218" y="1644"/>
                  </a:cubicBezTo>
                  <a:cubicBezTo>
                    <a:pt x="1" y="6281"/>
                    <a:pt x="379" y="22336"/>
                    <a:pt x="3051" y="35997"/>
                  </a:cubicBezTo>
                  <a:cubicBezTo>
                    <a:pt x="5697" y="49658"/>
                    <a:pt x="12326" y="62764"/>
                    <a:pt x="15905" y="62764"/>
                  </a:cubicBezTo>
                  <a:cubicBezTo>
                    <a:pt x="19458" y="62764"/>
                    <a:pt x="21446" y="45925"/>
                    <a:pt x="26036" y="45925"/>
                  </a:cubicBezTo>
                  <a:cubicBezTo>
                    <a:pt x="26070" y="45925"/>
                    <a:pt x="26104" y="45926"/>
                    <a:pt x="26138" y="45928"/>
                  </a:cubicBezTo>
                  <a:cubicBezTo>
                    <a:pt x="30702" y="46201"/>
                    <a:pt x="31165" y="62778"/>
                    <a:pt x="38504" y="62778"/>
                  </a:cubicBezTo>
                  <a:cubicBezTo>
                    <a:pt x="38623" y="62778"/>
                    <a:pt x="38744" y="62773"/>
                    <a:pt x="38866" y="62764"/>
                  </a:cubicBezTo>
                  <a:cubicBezTo>
                    <a:pt x="46554" y="62235"/>
                    <a:pt x="44966" y="52305"/>
                    <a:pt x="51065" y="42072"/>
                  </a:cubicBezTo>
                  <a:cubicBezTo>
                    <a:pt x="57165" y="31864"/>
                    <a:pt x="61827" y="6029"/>
                    <a:pt x="53586" y="1644"/>
                  </a:cubicBezTo>
                  <a:cubicBezTo>
                    <a:pt x="51590" y="581"/>
                    <a:pt x="49347" y="182"/>
                    <a:pt x="47011" y="182"/>
                  </a:cubicBezTo>
                  <a:cubicBezTo>
                    <a:pt x="39891" y="182"/>
                    <a:pt x="31906" y="3895"/>
                    <a:pt x="27400" y="3895"/>
                  </a:cubicBezTo>
                  <a:cubicBezTo>
                    <a:pt x="27279" y="3895"/>
                    <a:pt x="27161" y="3892"/>
                    <a:pt x="27045" y="3887"/>
                  </a:cubicBezTo>
                  <a:cubicBezTo>
                    <a:pt x="22725" y="3700"/>
                    <a:pt x="18973" y="1"/>
                    <a:pt x="139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2"/>
            <p:cNvSpPr/>
            <p:nvPr/>
          </p:nvSpPr>
          <p:spPr>
            <a:xfrm>
              <a:off x="1426191" y="2405473"/>
              <a:ext cx="253827" cy="503019"/>
            </a:xfrm>
            <a:custGeom>
              <a:avLst/>
              <a:gdLst/>
              <a:ahLst/>
              <a:cxnLst/>
              <a:rect l="l" t="t" r="r" b="b"/>
              <a:pathLst>
                <a:path w="31154" h="61739" extrusionOk="0">
                  <a:moveTo>
                    <a:pt x="21651" y="1"/>
                  </a:moveTo>
                  <a:lnTo>
                    <a:pt x="21651" y="1"/>
                  </a:lnTo>
                  <a:cubicBezTo>
                    <a:pt x="22307" y="3807"/>
                    <a:pt x="23718" y="14619"/>
                    <a:pt x="21374" y="26743"/>
                  </a:cubicBezTo>
                  <a:cubicBezTo>
                    <a:pt x="18450" y="41865"/>
                    <a:pt x="12704" y="53535"/>
                    <a:pt x="7764" y="54795"/>
                  </a:cubicBezTo>
                  <a:cubicBezTo>
                    <a:pt x="7363" y="54894"/>
                    <a:pt x="6960" y="54939"/>
                    <a:pt x="6556" y="54939"/>
                  </a:cubicBezTo>
                  <a:cubicBezTo>
                    <a:pt x="4165" y="54939"/>
                    <a:pt x="1769" y="53352"/>
                    <a:pt x="1" y="51821"/>
                  </a:cubicBezTo>
                  <a:lnTo>
                    <a:pt x="1" y="51821"/>
                  </a:lnTo>
                  <a:cubicBezTo>
                    <a:pt x="1742" y="56458"/>
                    <a:pt x="3699" y="61739"/>
                    <a:pt x="7846" y="61739"/>
                  </a:cubicBezTo>
                  <a:cubicBezTo>
                    <a:pt x="7960" y="61739"/>
                    <a:pt x="8075" y="61735"/>
                    <a:pt x="8192" y="61727"/>
                  </a:cubicBezTo>
                  <a:cubicBezTo>
                    <a:pt x="15905" y="61197"/>
                    <a:pt x="14317" y="51242"/>
                    <a:pt x="20416" y="41034"/>
                  </a:cubicBezTo>
                  <a:cubicBezTo>
                    <a:pt x="26516" y="30826"/>
                    <a:pt x="31153" y="4966"/>
                    <a:pt x="22912" y="581"/>
                  </a:cubicBezTo>
                  <a:cubicBezTo>
                    <a:pt x="22508" y="354"/>
                    <a:pt x="22080" y="177"/>
                    <a:pt x="216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2"/>
            <p:cNvSpPr/>
            <p:nvPr/>
          </p:nvSpPr>
          <p:spPr>
            <a:xfrm>
              <a:off x="1217110" y="2754339"/>
              <a:ext cx="163268" cy="154110"/>
            </a:xfrm>
            <a:custGeom>
              <a:avLst/>
              <a:gdLst/>
              <a:ahLst/>
              <a:cxnLst/>
              <a:rect l="l" t="t" r="r" b="b"/>
              <a:pathLst>
                <a:path w="20039" h="18915" extrusionOk="0">
                  <a:moveTo>
                    <a:pt x="376" y="1"/>
                  </a:moveTo>
                  <a:cubicBezTo>
                    <a:pt x="249" y="1"/>
                    <a:pt x="123" y="13"/>
                    <a:pt x="1" y="36"/>
                  </a:cubicBezTo>
                  <a:cubicBezTo>
                    <a:pt x="3176" y="10421"/>
                    <a:pt x="8016" y="18915"/>
                    <a:pt x="10889" y="18915"/>
                  </a:cubicBezTo>
                  <a:cubicBezTo>
                    <a:pt x="14191" y="18915"/>
                    <a:pt x="16131" y="4422"/>
                    <a:pt x="20038" y="2330"/>
                  </a:cubicBezTo>
                  <a:cubicBezTo>
                    <a:pt x="19668" y="1873"/>
                    <a:pt x="19129" y="1604"/>
                    <a:pt x="18550" y="1604"/>
                  </a:cubicBezTo>
                  <a:cubicBezTo>
                    <a:pt x="18459" y="1604"/>
                    <a:pt x="18367" y="1611"/>
                    <a:pt x="18274" y="1624"/>
                  </a:cubicBezTo>
                  <a:cubicBezTo>
                    <a:pt x="14997" y="1902"/>
                    <a:pt x="12099" y="9135"/>
                    <a:pt x="9351" y="9413"/>
                  </a:cubicBezTo>
                  <a:cubicBezTo>
                    <a:pt x="9280" y="9419"/>
                    <a:pt x="9209" y="9422"/>
                    <a:pt x="9139" y="9422"/>
                  </a:cubicBezTo>
                  <a:cubicBezTo>
                    <a:pt x="6517" y="9422"/>
                    <a:pt x="4880" y="4911"/>
                    <a:pt x="2622" y="1524"/>
                  </a:cubicBezTo>
                  <a:cubicBezTo>
                    <a:pt x="1874" y="391"/>
                    <a:pt x="1089" y="1"/>
                    <a:pt x="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2"/>
            <p:cNvSpPr/>
            <p:nvPr/>
          </p:nvSpPr>
          <p:spPr>
            <a:xfrm>
              <a:off x="1562918" y="2443650"/>
              <a:ext cx="203370" cy="194334"/>
            </a:xfrm>
            <a:custGeom>
              <a:avLst/>
              <a:gdLst/>
              <a:ahLst/>
              <a:cxnLst/>
              <a:rect l="l" t="t" r="r" b="b"/>
              <a:pathLst>
                <a:path w="24961" h="23852" extrusionOk="0">
                  <a:moveTo>
                    <a:pt x="21050" y="1"/>
                  </a:moveTo>
                  <a:cubicBezTo>
                    <a:pt x="20619" y="1"/>
                    <a:pt x="20178" y="74"/>
                    <a:pt x="19743" y="231"/>
                  </a:cubicBezTo>
                  <a:cubicBezTo>
                    <a:pt x="17197" y="1138"/>
                    <a:pt x="16315" y="4289"/>
                    <a:pt x="18029" y="6381"/>
                  </a:cubicBezTo>
                  <a:cubicBezTo>
                    <a:pt x="17424" y="7918"/>
                    <a:pt x="16668" y="9405"/>
                    <a:pt x="15786" y="10842"/>
                  </a:cubicBezTo>
                  <a:cubicBezTo>
                    <a:pt x="14727" y="12505"/>
                    <a:pt x="13568" y="14370"/>
                    <a:pt x="12030" y="15681"/>
                  </a:cubicBezTo>
                  <a:cubicBezTo>
                    <a:pt x="9460" y="17874"/>
                    <a:pt x="5628" y="19260"/>
                    <a:pt x="2352" y="19966"/>
                  </a:cubicBezTo>
                  <a:cubicBezTo>
                    <a:pt x="1" y="20483"/>
                    <a:pt x="786" y="23852"/>
                    <a:pt x="2928" y="23852"/>
                  </a:cubicBezTo>
                  <a:cubicBezTo>
                    <a:pt x="3082" y="23852"/>
                    <a:pt x="3243" y="23834"/>
                    <a:pt x="3410" y="23797"/>
                  </a:cubicBezTo>
                  <a:cubicBezTo>
                    <a:pt x="7569" y="22915"/>
                    <a:pt x="11501" y="21100"/>
                    <a:pt x="14853" y="18479"/>
                  </a:cubicBezTo>
                  <a:cubicBezTo>
                    <a:pt x="16643" y="17042"/>
                    <a:pt x="17979" y="14749"/>
                    <a:pt x="19214" y="12833"/>
                  </a:cubicBezTo>
                  <a:cubicBezTo>
                    <a:pt x="20247" y="11220"/>
                    <a:pt x="21104" y="9506"/>
                    <a:pt x="21785" y="7742"/>
                  </a:cubicBezTo>
                  <a:cubicBezTo>
                    <a:pt x="23624" y="7389"/>
                    <a:pt x="24960" y="5776"/>
                    <a:pt x="24960" y="3911"/>
                  </a:cubicBezTo>
                  <a:cubicBezTo>
                    <a:pt x="24960" y="1680"/>
                    <a:pt x="23115" y="1"/>
                    <a:pt x="210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2"/>
            <p:cNvSpPr/>
            <p:nvPr/>
          </p:nvSpPr>
          <p:spPr>
            <a:xfrm>
              <a:off x="1246788" y="2334489"/>
              <a:ext cx="295616" cy="153474"/>
            </a:xfrm>
            <a:custGeom>
              <a:avLst/>
              <a:gdLst/>
              <a:ahLst/>
              <a:cxnLst/>
              <a:rect l="l" t="t" r="r" b="b"/>
              <a:pathLst>
                <a:path w="36283" h="18837" extrusionOk="0">
                  <a:moveTo>
                    <a:pt x="12559" y="0"/>
                  </a:moveTo>
                  <a:cubicBezTo>
                    <a:pt x="12260" y="0"/>
                    <a:pt x="11959" y="30"/>
                    <a:pt x="11658" y="92"/>
                  </a:cubicBezTo>
                  <a:cubicBezTo>
                    <a:pt x="9540" y="520"/>
                    <a:pt x="8053" y="2386"/>
                    <a:pt x="8053" y="4528"/>
                  </a:cubicBezTo>
                  <a:cubicBezTo>
                    <a:pt x="8053" y="4679"/>
                    <a:pt x="8053" y="4856"/>
                    <a:pt x="8079" y="5007"/>
                  </a:cubicBezTo>
                  <a:cubicBezTo>
                    <a:pt x="7327" y="4673"/>
                    <a:pt x="6554" y="4519"/>
                    <a:pt x="5800" y="4519"/>
                  </a:cubicBezTo>
                  <a:cubicBezTo>
                    <a:pt x="2964" y="4519"/>
                    <a:pt x="394" y="6704"/>
                    <a:pt x="215" y="9770"/>
                  </a:cubicBezTo>
                  <a:cubicBezTo>
                    <a:pt x="0" y="13099"/>
                    <a:pt x="2676" y="15714"/>
                    <a:pt x="5779" y="15714"/>
                  </a:cubicBezTo>
                  <a:cubicBezTo>
                    <a:pt x="6319" y="15714"/>
                    <a:pt x="6871" y="15635"/>
                    <a:pt x="7423" y="15467"/>
                  </a:cubicBezTo>
                  <a:cubicBezTo>
                    <a:pt x="8359" y="17634"/>
                    <a:pt x="10441" y="18836"/>
                    <a:pt x="12568" y="18836"/>
                  </a:cubicBezTo>
                  <a:cubicBezTo>
                    <a:pt x="13880" y="18836"/>
                    <a:pt x="15209" y="18379"/>
                    <a:pt x="16295" y="17407"/>
                  </a:cubicBezTo>
                  <a:cubicBezTo>
                    <a:pt x="16875" y="17723"/>
                    <a:pt x="17513" y="17878"/>
                    <a:pt x="18148" y="17878"/>
                  </a:cubicBezTo>
                  <a:cubicBezTo>
                    <a:pt x="19086" y="17878"/>
                    <a:pt x="20020" y="17539"/>
                    <a:pt x="20756" y="16878"/>
                  </a:cubicBezTo>
                  <a:cubicBezTo>
                    <a:pt x="21729" y="17595"/>
                    <a:pt x="22864" y="17941"/>
                    <a:pt x="23992" y="17941"/>
                  </a:cubicBezTo>
                  <a:cubicBezTo>
                    <a:pt x="25641" y="17941"/>
                    <a:pt x="27276" y="17201"/>
                    <a:pt x="28368" y="15794"/>
                  </a:cubicBezTo>
                  <a:cubicBezTo>
                    <a:pt x="29219" y="16561"/>
                    <a:pt x="30293" y="16941"/>
                    <a:pt x="31363" y="16941"/>
                  </a:cubicBezTo>
                  <a:cubicBezTo>
                    <a:pt x="32544" y="16941"/>
                    <a:pt x="33721" y="16480"/>
                    <a:pt x="34594" y="15567"/>
                  </a:cubicBezTo>
                  <a:cubicBezTo>
                    <a:pt x="36282" y="13828"/>
                    <a:pt x="36282" y="11056"/>
                    <a:pt x="34619" y="9317"/>
                  </a:cubicBezTo>
                  <a:cubicBezTo>
                    <a:pt x="36131" y="7527"/>
                    <a:pt x="36030" y="4881"/>
                    <a:pt x="34392" y="3217"/>
                  </a:cubicBezTo>
                  <a:cubicBezTo>
                    <a:pt x="33504" y="2329"/>
                    <a:pt x="32335" y="1879"/>
                    <a:pt x="31167" y="1879"/>
                  </a:cubicBezTo>
                  <a:cubicBezTo>
                    <a:pt x="30147" y="1879"/>
                    <a:pt x="29127" y="2222"/>
                    <a:pt x="28293" y="2915"/>
                  </a:cubicBezTo>
                  <a:cubicBezTo>
                    <a:pt x="27385" y="1689"/>
                    <a:pt x="26025" y="1083"/>
                    <a:pt x="24666" y="1083"/>
                  </a:cubicBezTo>
                  <a:cubicBezTo>
                    <a:pt x="23232" y="1083"/>
                    <a:pt x="21801" y="1758"/>
                    <a:pt x="20908" y="3091"/>
                  </a:cubicBezTo>
                  <a:cubicBezTo>
                    <a:pt x="20169" y="2618"/>
                    <a:pt x="19326" y="2379"/>
                    <a:pt x="18476" y="2379"/>
                  </a:cubicBezTo>
                  <a:cubicBezTo>
                    <a:pt x="17876" y="2379"/>
                    <a:pt x="17272" y="2499"/>
                    <a:pt x="16699" y="2738"/>
                  </a:cubicBezTo>
                  <a:cubicBezTo>
                    <a:pt x="15987" y="1055"/>
                    <a:pt x="14332" y="0"/>
                    <a:pt x="125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2"/>
            <p:cNvSpPr/>
            <p:nvPr/>
          </p:nvSpPr>
          <p:spPr>
            <a:xfrm>
              <a:off x="1254488" y="2290216"/>
              <a:ext cx="51761" cy="44404"/>
            </a:xfrm>
            <a:custGeom>
              <a:avLst/>
              <a:gdLst/>
              <a:ahLst/>
              <a:cxnLst/>
              <a:rect l="l" t="t" r="r" b="b"/>
              <a:pathLst>
                <a:path w="6353" h="5450" extrusionOk="0">
                  <a:moveTo>
                    <a:pt x="2748" y="0"/>
                  </a:moveTo>
                  <a:cubicBezTo>
                    <a:pt x="1347" y="0"/>
                    <a:pt x="1" y="1085"/>
                    <a:pt x="1" y="2727"/>
                  </a:cubicBezTo>
                  <a:cubicBezTo>
                    <a:pt x="1" y="4214"/>
                    <a:pt x="1236" y="5449"/>
                    <a:pt x="2723" y="5449"/>
                  </a:cubicBezTo>
                  <a:cubicBezTo>
                    <a:pt x="5142" y="5424"/>
                    <a:pt x="6352" y="2500"/>
                    <a:pt x="4638" y="786"/>
                  </a:cubicBezTo>
                  <a:cubicBezTo>
                    <a:pt x="4088" y="244"/>
                    <a:pt x="3412" y="0"/>
                    <a:pt x="27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2"/>
            <p:cNvSpPr/>
            <p:nvPr/>
          </p:nvSpPr>
          <p:spPr>
            <a:xfrm>
              <a:off x="1349992" y="2277154"/>
              <a:ext cx="30610" cy="26251"/>
            </a:xfrm>
            <a:custGeom>
              <a:avLst/>
              <a:gdLst/>
              <a:ahLst/>
              <a:cxnLst/>
              <a:rect l="l" t="t" r="r" b="b"/>
              <a:pathLst>
                <a:path w="3757" h="3222" extrusionOk="0">
                  <a:moveTo>
                    <a:pt x="1621" y="0"/>
                  </a:moveTo>
                  <a:cubicBezTo>
                    <a:pt x="795" y="0"/>
                    <a:pt x="1" y="637"/>
                    <a:pt x="1" y="1608"/>
                  </a:cubicBezTo>
                  <a:cubicBezTo>
                    <a:pt x="1" y="2490"/>
                    <a:pt x="732" y="3221"/>
                    <a:pt x="1614" y="3221"/>
                  </a:cubicBezTo>
                  <a:cubicBezTo>
                    <a:pt x="3051" y="3221"/>
                    <a:pt x="3756" y="1482"/>
                    <a:pt x="2748" y="474"/>
                  </a:cubicBezTo>
                  <a:cubicBezTo>
                    <a:pt x="2421" y="147"/>
                    <a:pt x="2017" y="0"/>
                    <a:pt x="16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2"/>
            <p:cNvSpPr/>
            <p:nvPr/>
          </p:nvSpPr>
          <p:spPr>
            <a:xfrm>
              <a:off x="1092850" y="2581658"/>
              <a:ext cx="155666" cy="172988"/>
            </a:xfrm>
            <a:custGeom>
              <a:avLst/>
              <a:gdLst/>
              <a:ahLst/>
              <a:cxnLst/>
              <a:rect l="l" t="t" r="r" b="b"/>
              <a:pathLst>
                <a:path w="19106" h="21232" extrusionOk="0">
                  <a:moveTo>
                    <a:pt x="14040" y="0"/>
                  </a:moveTo>
                  <a:cubicBezTo>
                    <a:pt x="13688" y="0"/>
                    <a:pt x="13325" y="82"/>
                    <a:pt x="12981" y="232"/>
                  </a:cubicBezTo>
                  <a:cubicBezTo>
                    <a:pt x="9100" y="1946"/>
                    <a:pt x="3051" y="2879"/>
                    <a:pt x="1160" y="7264"/>
                  </a:cubicBezTo>
                  <a:cubicBezTo>
                    <a:pt x="1" y="9936"/>
                    <a:pt x="1690" y="12028"/>
                    <a:pt x="3882" y="13414"/>
                  </a:cubicBezTo>
                  <a:cubicBezTo>
                    <a:pt x="5017" y="14120"/>
                    <a:pt x="6176" y="14700"/>
                    <a:pt x="7260" y="15481"/>
                  </a:cubicBezTo>
                  <a:cubicBezTo>
                    <a:pt x="8268" y="16237"/>
                    <a:pt x="9226" y="17069"/>
                    <a:pt x="10133" y="17951"/>
                  </a:cubicBezTo>
                  <a:cubicBezTo>
                    <a:pt x="10466" y="20009"/>
                    <a:pt x="12220" y="21232"/>
                    <a:pt x="14010" y="21232"/>
                  </a:cubicBezTo>
                  <a:cubicBezTo>
                    <a:pt x="15070" y="21232"/>
                    <a:pt x="16142" y="20804"/>
                    <a:pt x="16938" y="19866"/>
                  </a:cubicBezTo>
                  <a:cubicBezTo>
                    <a:pt x="19106" y="17321"/>
                    <a:pt x="17316" y="13439"/>
                    <a:pt x="13989" y="13439"/>
                  </a:cubicBezTo>
                  <a:cubicBezTo>
                    <a:pt x="13208" y="13439"/>
                    <a:pt x="12427" y="13666"/>
                    <a:pt x="11771" y="14120"/>
                  </a:cubicBezTo>
                  <a:cubicBezTo>
                    <a:pt x="10536" y="12960"/>
                    <a:pt x="9175" y="11927"/>
                    <a:pt x="7739" y="11020"/>
                  </a:cubicBezTo>
                  <a:cubicBezTo>
                    <a:pt x="6932" y="10541"/>
                    <a:pt x="6126" y="10137"/>
                    <a:pt x="5344" y="9633"/>
                  </a:cubicBezTo>
                  <a:cubicBezTo>
                    <a:pt x="5143" y="9482"/>
                    <a:pt x="4941" y="9331"/>
                    <a:pt x="4790" y="9129"/>
                  </a:cubicBezTo>
                  <a:lnTo>
                    <a:pt x="4714" y="9003"/>
                  </a:lnTo>
                  <a:cubicBezTo>
                    <a:pt x="4764" y="8902"/>
                    <a:pt x="4815" y="8802"/>
                    <a:pt x="4891" y="8701"/>
                  </a:cubicBezTo>
                  <a:cubicBezTo>
                    <a:pt x="5798" y="7239"/>
                    <a:pt x="7865" y="6407"/>
                    <a:pt x="9377" y="5802"/>
                  </a:cubicBezTo>
                  <a:cubicBezTo>
                    <a:pt x="11217" y="5046"/>
                    <a:pt x="13158" y="4466"/>
                    <a:pt x="14972" y="3660"/>
                  </a:cubicBezTo>
                  <a:cubicBezTo>
                    <a:pt x="15980" y="3231"/>
                    <a:pt x="16182" y="1795"/>
                    <a:pt x="15703" y="938"/>
                  </a:cubicBezTo>
                  <a:cubicBezTo>
                    <a:pt x="15310" y="283"/>
                    <a:pt x="14693" y="0"/>
                    <a:pt x="140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2"/>
            <p:cNvSpPr/>
            <p:nvPr/>
          </p:nvSpPr>
          <p:spPr>
            <a:xfrm>
              <a:off x="1342805" y="2652764"/>
              <a:ext cx="88726" cy="35124"/>
            </a:xfrm>
            <a:custGeom>
              <a:avLst/>
              <a:gdLst/>
              <a:ahLst/>
              <a:cxnLst/>
              <a:rect l="l" t="t" r="r" b="b"/>
              <a:pathLst>
                <a:path w="10890" h="4311" extrusionOk="0">
                  <a:moveTo>
                    <a:pt x="1" y="0"/>
                  </a:moveTo>
                  <a:cubicBezTo>
                    <a:pt x="1" y="0"/>
                    <a:pt x="984" y="4310"/>
                    <a:pt x="5445" y="4310"/>
                  </a:cubicBezTo>
                  <a:cubicBezTo>
                    <a:pt x="9906" y="4310"/>
                    <a:pt x="10889" y="0"/>
                    <a:pt x="108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2"/>
            <p:cNvSpPr/>
            <p:nvPr/>
          </p:nvSpPr>
          <p:spPr>
            <a:xfrm>
              <a:off x="1575916" y="2375901"/>
              <a:ext cx="311324" cy="215233"/>
            </a:xfrm>
            <a:custGeom>
              <a:avLst/>
              <a:gdLst/>
              <a:ahLst/>
              <a:cxnLst/>
              <a:rect l="l" t="t" r="r" b="b"/>
              <a:pathLst>
                <a:path w="38211" h="26417" extrusionOk="0">
                  <a:moveTo>
                    <a:pt x="757" y="0"/>
                  </a:moveTo>
                  <a:lnTo>
                    <a:pt x="228" y="731"/>
                  </a:lnTo>
                  <a:cubicBezTo>
                    <a:pt x="152" y="832"/>
                    <a:pt x="76" y="908"/>
                    <a:pt x="1" y="1009"/>
                  </a:cubicBezTo>
                  <a:lnTo>
                    <a:pt x="35539" y="26238"/>
                  </a:lnTo>
                  <a:cubicBezTo>
                    <a:pt x="35725" y="26365"/>
                    <a:pt x="35939" y="26417"/>
                    <a:pt x="36164" y="26417"/>
                  </a:cubicBezTo>
                  <a:cubicBezTo>
                    <a:pt x="37097" y="26417"/>
                    <a:pt x="38210" y="25533"/>
                    <a:pt x="38211" y="25533"/>
                  </a:cubicBezTo>
                  <a:lnTo>
                    <a:pt x="38211" y="25533"/>
                  </a:lnTo>
                  <a:cubicBezTo>
                    <a:pt x="37997" y="25684"/>
                    <a:pt x="37744" y="25759"/>
                    <a:pt x="37492" y="25759"/>
                  </a:cubicBezTo>
                  <a:cubicBezTo>
                    <a:pt x="37240" y="25759"/>
                    <a:pt x="36988" y="25684"/>
                    <a:pt x="36774" y="25533"/>
                  </a:cubicBezTo>
                  <a:lnTo>
                    <a:pt x="75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2"/>
            <p:cNvSpPr/>
            <p:nvPr/>
          </p:nvSpPr>
          <p:spPr>
            <a:xfrm>
              <a:off x="1415720" y="2255975"/>
              <a:ext cx="480320" cy="329860"/>
            </a:xfrm>
            <a:custGeom>
              <a:avLst/>
              <a:gdLst/>
              <a:ahLst/>
              <a:cxnLst/>
              <a:rect l="l" t="t" r="r" b="b"/>
              <a:pathLst>
                <a:path w="58953" h="40486" extrusionOk="0">
                  <a:moveTo>
                    <a:pt x="3192" y="1"/>
                  </a:moveTo>
                  <a:cubicBezTo>
                    <a:pt x="2485" y="1"/>
                    <a:pt x="1786" y="335"/>
                    <a:pt x="1336" y="956"/>
                  </a:cubicBezTo>
                  <a:lnTo>
                    <a:pt x="706" y="1863"/>
                  </a:lnTo>
                  <a:cubicBezTo>
                    <a:pt x="0" y="2846"/>
                    <a:pt x="227" y="4232"/>
                    <a:pt x="1235" y="4963"/>
                  </a:cubicBezTo>
                  <a:lnTo>
                    <a:pt x="1765" y="5316"/>
                  </a:lnTo>
                  <a:cubicBezTo>
                    <a:pt x="2243" y="4963"/>
                    <a:pt x="2798" y="4736"/>
                    <a:pt x="3378" y="4610"/>
                  </a:cubicBezTo>
                  <a:cubicBezTo>
                    <a:pt x="3420" y="4603"/>
                    <a:pt x="3466" y="4599"/>
                    <a:pt x="3516" y="4599"/>
                  </a:cubicBezTo>
                  <a:cubicBezTo>
                    <a:pt x="5999" y="4599"/>
                    <a:pt x="17774" y="13627"/>
                    <a:pt x="18021" y="14541"/>
                  </a:cubicBezTo>
                  <a:cubicBezTo>
                    <a:pt x="18097" y="14793"/>
                    <a:pt x="17845" y="15448"/>
                    <a:pt x="17442" y="16305"/>
                  </a:cubicBezTo>
                  <a:cubicBezTo>
                    <a:pt x="17643" y="16364"/>
                    <a:pt x="17849" y="16392"/>
                    <a:pt x="18054" y="16392"/>
                  </a:cubicBezTo>
                  <a:cubicBezTo>
                    <a:pt x="18646" y="16392"/>
                    <a:pt x="19229" y="16156"/>
                    <a:pt x="19660" y="15726"/>
                  </a:cubicBezTo>
                  <a:cubicBezTo>
                    <a:pt x="19735" y="15650"/>
                    <a:pt x="19836" y="15549"/>
                    <a:pt x="19887" y="15448"/>
                  </a:cubicBezTo>
                  <a:lnTo>
                    <a:pt x="20416" y="14717"/>
                  </a:lnTo>
                  <a:lnTo>
                    <a:pt x="56433" y="40224"/>
                  </a:lnTo>
                  <a:cubicBezTo>
                    <a:pt x="56682" y="40407"/>
                    <a:pt x="56934" y="40486"/>
                    <a:pt x="57171" y="40486"/>
                  </a:cubicBezTo>
                  <a:cubicBezTo>
                    <a:pt x="58207" y="40486"/>
                    <a:pt x="58952" y="38992"/>
                    <a:pt x="57845" y="38233"/>
                  </a:cubicBezTo>
                  <a:lnTo>
                    <a:pt x="57845" y="38233"/>
                  </a:lnTo>
                  <a:lnTo>
                    <a:pt x="57845" y="38258"/>
                  </a:lnTo>
                  <a:lnTo>
                    <a:pt x="20013" y="11441"/>
                  </a:lnTo>
                  <a:lnTo>
                    <a:pt x="4461" y="401"/>
                  </a:lnTo>
                  <a:cubicBezTo>
                    <a:pt x="4074" y="130"/>
                    <a:pt x="3632" y="1"/>
                    <a:pt x="31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2"/>
            <p:cNvSpPr/>
            <p:nvPr/>
          </p:nvSpPr>
          <p:spPr>
            <a:xfrm>
              <a:off x="1399495" y="2293451"/>
              <a:ext cx="163675" cy="142141"/>
            </a:xfrm>
            <a:custGeom>
              <a:avLst/>
              <a:gdLst/>
              <a:ahLst/>
              <a:cxnLst/>
              <a:rect l="l" t="t" r="r" b="b"/>
              <a:pathLst>
                <a:path w="20089" h="17446" extrusionOk="0">
                  <a:moveTo>
                    <a:pt x="5507" y="0"/>
                  </a:moveTo>
                  <a:cubicBezTo>
                    <a:pt x="5457" y="0"/>
                    <a:pt x="5411" y="4"/>
                    <a:pt x="5369" y="11"/>
                  </a:cubicBezTo>
                  <a:cubicBezTo>
                    <a:pt x="4764" y="137"/>
                    <a:pt x="4234" y="364"/>
                    <a:pt x="3756" y="717"/>
                  </a:cubicBezTo>
                  <a:cubicBezTo>
                    <a:pt x="1890" y="1977"/>
                    <a:pt x="0" y="4473"/>
                    <a:pt x="252" y="5632"/>
                  </a:cubicBezTo>
                  <a:cubicBezTo>
                    <a:pt x="580" y="7169"/>
                    <a:pt x="2798" y="9009"/>
                    <a:pt x="2798" y="9009"/>
                  </a:cubicBezTo>
                  <a:lnTo>
                    <a:pt x="4159" y="7749"/>
                  </a:lnTo>
                  <a:lnTo>
                    <a:pt x="3504" y="9413"/>
                  </a:lnTo>
                  <a:cubicBezTo>
                    <a:pt x="3504" y="9413"/>
                    <a:pt x="3831" y="10345"/>
                    <a:pt x="5369" y="11328"/>
                  </a:cubicBezTo>
                  <a:cubicBezTo>
                    <a:pt x="6881" y="12336"/>
                    <a:pt x="7486" y="12689"/>
                    <a:pt x="7486" y="12689"/>
                  </a:cubicBezTo>
                  <a:lnTo>
                    <a:pt x="8998" y="10950"/>
                  </a:lnTo>
                  <a:lnTo>
                    <a:pt x="8343" y="12689"/>
                  </a:lnTo>
                  <a:cubicBezTo>
                    <a:pt x="8746" y="13118"/>
                    <a:pt x="9200" y="13496"/>
                    <a:pt x="9679" y="13849"/>
                  </a:cubicBezTo>
                  <a:cubicBezTo>
                    <a:pt x="10428" y="14463"/>
                    <a:pt x="10986" y="14536"/>
                    <a:pt x="11210" y="14536"/>
                  </a:cubicBezTo>
                  <a:cubicBezTo>
                    <a:pt x="11280" y="14536"/>
                    <a:pt x="11317" y="14529"/>
                    <a:pt x="11317" y="14529"/>
                  </a:cubicBezTo>
                  <a:lnTo>
                    <a:pt x="14190" y="11278"/>
                  </a:lnTo>
                  <a:lnTo>
                    <a:pt x="11972" y="15260"/>
                  </a:lnTo>
                  <a:cubicBezTo>
                    <a:pt x="11972" y="15260"/>
                    <a:pt x="13837" y="17050"/>
                    <a:pt x="14896" y="17428"/>
                  </a:cubicBezTo>
                  <a:cubicBezTo>
                    <a:pt x="14926" y="17439"/>
                    <a:pt x="14959" y="17445"/>
                    <a:pt x="14995" y="17445"/>
                  </a:cubicBezTo>
                  <a:cubicBezTo>
                    <a:pt x="15873" y="17445"/>
                    <a:pt x="18269" y="13935"/>
                    <a:pt x="19408" y="11706"/>
                  </a:cubicBezTo>
                  <a:cubicBezTo>
                    <a:pt x="19836" y="10849"/>
                    <a:pt x="20088" y="10219"/>
                    <a:pt x="20012" y="9942"/>
                  </a:cubicBezTo>
                  <a:cubicBezTo>
                    <a:pt x="19765" y="9028"/>
                    <a:pt x="7990" y="0"/>
                    <a:pt x="55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2"/>
            <p:cNvSpPr/>
            <p:nvPr/>
          </p:nvSpPr>
          <p:spPr>
            <a:xfrm>
              <a:off x="1294955" y="2551092"/>
              <a:ext cx="34505" cy="48885"/>
            </a:xfrm>
            <a:custGeom>
              <a:avLst/>
              <a:gdLst/>
              <a:ahLst/>
              <a:cxnLst/>
              <a:rect l="l" t="t" r="r" b="b"/>
              <a:pathLst>
                <a:path w="4235" h="6000" extrusionOk="0">
                  <a:moveTo>
                    <a:pt x="2117" y="1"/>
                  </a:moveTo>
                  <a:cubicBezTo>
                    <a:pt x="958" y="1"/>
                    <a:pt x="0" y="1337"/>
                    <a:pt x="0" y="3000"/>
                  </a:cubicBezTo>
                  <a:cubicBezTo>
                    <a:pt x="0" y="4664"/>
                    <a:pt x="958" y="5999"/>
                    <a:pt x="2117" y="5999"/>
                  </a:cubicBezTo>
                  <a:cubicBezTo>
                    <a:pt x="3302" y="5999"/>
                    <a:pt x="4234" y="4664"/>
                    <a:pt x="4234" y="3000"/>
                  </a:cubicBezTo>
                  <a:cubicBezTo>
                    <a:pt x="4234" y="1337"/>
                    <a:pt x="3302" y="1"/>
                    <a:pt x="21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2"/>
            <p:cNvSpPr/>
            <p:nvPr/>
          </p:nvSpPr>
          <p:spPr>
            <a:xfrm>
              <a:off x="1304807" y="2557048"/>
              <a:ext cx="19929" cy="16906"/>
            </a:xfrm>
            <a:custGeom>
              <a:avLst/>
              <a:gdLst/>
              <a:ahLst/>
              <a:cxnLst/>
              <a:rect l="l" t="t" r="r" b="b"/>
              <a:pathLst>
                <a:path w="2446" h="2075" extrusionOk="0">
                  <a:moveTo>
                    <a:pt x="1412" y="1"/>
                  </a:moveTo>
                  <a:cubicBezTo>
                    <a:pt x="480" y="1"/>
                    <a:pt x="1" y="1110"/>
                    <a:pt x="656" y="1765"/>
                  </a:cubicBezTo>
                  <a:cubicBezTo>
                    <a:pt x="878" y="1978"/>
                    <a:pt x="1145" y="2074"/>
                    <a:pt x="1404" y="2074"/>
                  </a:cubicBezTo>
                  <a:cubicBezTo>
                    <a:pt x="1941" y="2074"/>
                    <a:pt x="2446" y="1663"/>
                    <a:pt x="2446" y="1034"/>
                  </a:cubicBezTo>
                  <a:cubicBezTo>
                    <a:pt x="2446" y="454"/>
                    <a:pt x="1967" y="1"/>
                    <a:pt x="14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2"/>
            <p:cNvSpPr/>
            <p:nvPr/>
          </p:nvSpPr>
          <p:spPr>
            <a:xfrm>
              <a:off x="1444884" y="2551092"/>
              <a:ext cx="34505" cy="48885"/>
            </a:xfrm>
            <a:custGeom>
              <a:avLst/>
              <a:gdLst/>
              <a:ahLst/>
              <a:cxnLst/>
              <a:rect l="l" t="t" r="r" b="b"/>
              <a:pathLst>
                <a:path w="4235" h="6000" extrusionOk="0">
                  <a:moveTo>
                    <a:pt x="2117" y="1"/>
                  </a:moveTo>
                  <a:cubicBezTo>
                    <a:pt x="958" y="1"/>
                    <a:pt x="0" y="1337"/>
                    <a:pt x="0" y="3000"/>
                  </a:cubicBezTo>
                  <a:cubicBezTo>
                    <a:pt x="0" y="4664"/>
                    <a:pt x="958" y="5999"/>
                    <a:pt x="2117" y="5999"/>
                  </a:cubicBezTo>
                  <a:cubicBezTo>
                    <a:pt x="3302" y="5999"/>
                    <a:pt x="4235" y="4664"/>
                    <a:pt x="4235" y="3000"/>
                  </a:cubicBezTo>
                  <a:cubicBezTo>
                    <a:pt x="4235" y="1337"/>
                    <a:pt x="3302" y="1"/>
                    <a:pt x="21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2"/>
            <p:cNvSpPr/>
            <p:nvPr/>
          </p:nvSpPr>
          <p:spPr>
            <a:xfrm>
              <a:off x="1454744" y="2557048"/>
              <a:ext cx="19921" cy="16906"/>
            </a:xfrm>
            <a:custGeom>
              <a:avLst/>
              <a:gdLst/>
              <a:ahLst/>
              <a:cxnLst/>
              <a:rect l="l" t="t" r="r" b="b"/>
              <a:pathLst>
                <a:path w="2445" h="2075" extrusionOk="0">
                  <a:moveTo>
                    <a:pt x="1386" y="1"/>
                  </a:moveTo>
                  <a:cubicBezTo>
                    <a:pt x="454" y="1"/>
                    <a:pt x="0" y="1110"/>
                    <a:pt x="655" y="1765"/>
                  </a:cubicBezTo>
                  <a:cubicBezTo>
                    <a:pt x="869" y="1978"/>
                    <a:pt x="1133" y="2074"/>
                    <a:pt x="1392" y="2074"/>
                  </a:cubicBezTo>
                  <a:cubicBezTo>
                    <a:pt x="1929" y="2074"/>
                    <a:pt x="2445" y="1663"/>
                    <a:pt x="2445" y="1034"/>
                  </a:cubicBezTo>
                  <a:cubicBezTo>
                    <a:pt x="2420" y="454"/>
                    <a:pt x="1966" y="1"/>
                    <a:pt x="13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2" name="Google Shape;422;p22"/>
          <p:cNvGrpSpPr/>
          <p:nvPr/>
        </p:nvGrpSpPr>
        <p:grpSpPr>
          <a:xfrm>
            <a:off x="5751338" y="3724625"/>
            <a:ext cx="763688" cy="565812"/>
            <a:chOff x="4081550" y="323800"/>
            <a:chExt cx="2610900" cy="1934400"/>
          </a:xfrm>
        </p:grpSpPr>
        <p:sp>
          <p:nvSpPr>
            <p:cNvPr id="423" name="Google Shape;423;p22"/>
            <p:cNvSpPr/>
            <p:nvPr/>
          </p:nvSpPr>
          <p:spPr>
            <a:xfrm>
              <a:off x="4366050" y="585075"/>
              <a:ext cx="1567800" cy="1673125"/>
            </a:xfrm>
            <a:custGeom>
              <a:avLst/>
              <a:gdLst/>
              <a:ahLst/>
              <a:cxnLst/>
              <a:rect l="l" t="t" r="r" b="b"/>
              <a:pathLst>
                <a:path w="62712" h="66925" extrusionOk="0">
                  <a:moveTo>
                    <a:pt x="39005" y="0"/>
                  </a:moveTo>
                  <a:cubicBezTo>
                    <a:pt x="32450" y="0"/>
                    <a:pt x="31130" y="5359"/>
                    <a:pt x="23466" y="8352"/>
                  </a:cubicBezTo>
                  <a:cubicBezTo>
                    <a:pt x="14922" y="11679"/>
                    <a:pt x="3327" y="9361"/>
                    <a:pt x="1664" y="19140"/>
                  </a:cubicBezTo>
                  <a:cubicBezTo>
                    <a:pt x="0" y="28919"/>
                    <a:pt x="13107" y="41824"/>
                    <a:pt x="15602" y="49284"/>
                  </a:cubicBezTo>
                  <a:cubicBezTo>
                    <a:pt x="18097" y="56770"/>
                    <a:pt x="13737" y="65718"/>
                    <a:pt x="18526" y="66776"/>
                  </a:cubicBezTo>
                  <a:cubicBezTo>
                    <a:pt x="18980" y="66877"/>
                    <a:pt x="19436" y="66924"/>
                    <a:pt x="19891" y="66924"/>
                  </a:cubicBezTo>
                  <a:cubicBezTo>
                    <a:pt x="24240" y="66924"/>
                    <a:pt x="28561" y="62588"/>
                    <a:pt x="31002" y="58459"/>
                  </a:cubicBezTo>
                  <a:cubicBezTo>
                    <a:pt x="33724" y="53872"/>
                    <a:pt x="35362" y="43689"/>
                    <a:pt x="38715" y="43689"/>
                  </a:cubicBezTo>
                  <a:cubicBezTo>
                    <a:pt x="42042" y="43689"/>
                    <a:pt x="37656" y="62618"/>
                    <a:pt x="42445" y="63449"/>
                  </a:cubicBezTo>
                  <a:cubicBezTo>
                    <a:pt x="42559" y="63469"/>
                    <a:pt x="42679" y="63479"/>
                    <a:pt x="42804" y="63479"/>
                  </a:cubicBezTo>
                  <a:cubicBezTo>
                    <a:pt x="47964" y="63479"/>
                    <a:pt x="62712" y="46989"/>
                    <a:pt x="57643" y="28289"/>
                  </a:cubicBezTo>
                  <a:cubicBezTo>
                    <a:pt x="52426" y="9159"/>
                    <a:pt x="50132" y="1673"/>
                    <a:pt x="41411" y="211"/>
                  </a:cubicBezTo>
                  <a:cubicBezTo>
                    <a:pt x="40533" y="67"/>
                    <a:pt x="39737" y="0"/>
                    <a:pt x="390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2"/>
            <p:cNvSpPr/>
            <p:nvPr/>
          </p:nvSpPr>
          <p:spPr>
            <a:xfrm>
              <a:off x="5364775" y="600425"/>
              <a:ext cx="569075" cy="1571000"/>
            </a:xfrm>
            <a:custGeom>
              <a:avLst/>
              <a:gdLst/>
              <a:ahLst/>
              <a:cxnLst/>
              <a:rect l="l" t="t" r="r" b="b"/>
              <a:pathLst>
                <a:path w="22763" h="62840" extrusionOk="0">
                  <a:moveTo>
                    <a:pt x="3252" y="1"/>
                  </a:moveTo>
                  <a:cubicBezTo>
                    <a:pt x="20700" y="25064"/>
                    <a:pt x="17374" y="53424"/>
                    <a:pt x="4015" y="53424"/>
                  </a:cubicBezTo>
                  <a:cubicBezTo>
                    <a:pt x="2784" y="53424"/>
                    <a:pt x="1468" y="53184"/>
                    <a:pt x="76" y="52678"/>
                  </a:cubicBezTo>
                  <a:lnTo>
                    <a:pt x="76" y="52678"/>
                  </a:lnTo>
                  <a:cubicBezTo>
                    <a:pt x="1" y="57492"/>
                    <a:pt x="101" y="62407"/>
                    <a:pt x="2496" y="62810"/>
                  </a:cubicBezTo>
                  <a:cubicBezTo>
                    <a:pt x="2610" y="62830"/>
                    <a:pt x="2730" y="62840"/>
                    <a:pt x="2855" y="62840"/>
                  </a:cubicBezTo>
                  <a:cubicBezTo>
                    <a:pt x="8015" y="62840"/>
                    <a:pt x="22762" y="46350"/>
                    <a:pt x="17669" y="27675"/>
                  </a:cubicBezTo>
                  <a:cubicBezTo>
                    <a:pt x="12855" y="9931"/>
                    <a:pt x="10536" y="2219"/>
                    <a:pt x="32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2"/>
            <p:cNvSpPr/>
            <p:nvPr/>
          </p:nvSpPr>
          <p:spPr>
            <a:xfrm>
              <a:off x="4711975" y="1689800"/>
              <a:ext cx="589175" cy="568250"/>
            </a:xfrm>
            <a:custGeom>
              <a:avLst/>
              <a:gdLst/>
              <a:ahLst/>
              <a:cxnLst/>
              <a:rect l="l" t="t" r="r" b="b"/>
              <a:pathLst>
                <a:path w="23567" h="22730" extrusionOk="0">
                  <a:moveTo>
                    <a:pt x="23177" y="1"/>
                  </a:moveTo>
                  <a:cubicBezTo>
                    <a:pt x="18529" y="1"/>
                    <a:pt x="13222" y="11890"/>
                    <a:pt x="10133" y="12405"/>
                  </a:cubicBezTo>
                  <a:cubicBezTo>
                    <a:pt x="10016" y="12424"/>
                    <a:pt x="9903" y="12433"/>
                    <a:pt x="9793" y="12433"/>
                  </a:cubicBezTo>
                  <a:cubicBezTo>
                    <a:pt x="6895" y="12433"/>
                    <a:pt x="6337" y="5941"/>
                    <a:pt x="1941" y="5650"/>
                  </a:cubicBezTo>
                  <a:lnTo>
                    <a:pt x="1941" y="5650"/>
                  </a:lnTo>
                  <a:cubicBezTo>
                    <a:pt x="4059" y="13010"/>
                    <a:pt x="1" y="21554"/>
                    <a:pt x="4689" y="22587"/>
                  </a:cubicBezTo>
                  <a:cubicBezTo>
                    <a:pt x="5135" y="22684"/>
                    <a:pt x="5584" y="22729"/>
                    <a:pt x="6031" y="22729"/>
                  </a:cubicBezTo>
                  <a:cubicBezTo>
                    <a:pt x="10384" y="22729"/>
                    <a:pt x="14697" y="18406"/>
                    <a:pt x="17165" y="14270"/>
                  </a:cubicBezTo>
                  <a:cubicBezTo>
                    <a:pt x="19509" y="10313"/>
                    <a:pt x="21046" y="2197"/>
                    <a:pt x="23567" y="29"/>
                  </a:cubicBezTo>
                  <a:cubicBezTo>
                    <a:pt x="23437" y="10"/>
                    <a:pt x="23307" y="1"/>
                    <a:pt x="23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2"/>
            <p:cNvSpPr/>
            <p:nvPr/>
          </p:nvSpPr>
          <p:spPr>
            <a:xfrm>
              <a:off x="5601975" y="741850"/>
              <a:ext cx="623550" cy="596450"/>
            </a:xfrm>
            <a:custGeom>
              <a:avLst/>
              <a:gdLst/>
              <a:ahLst/>
              <a:cxnLst/>
              <a:rect l="l" t="t" r="r" b="b"/>
              <a:pathLst>
                <a:path w="24942" h="23858" extrusionOk="0">
                  <a:moveTo>
                    <a:pt x="21067" y="0"/>
                  </a:moveTo>
                  <a:cubicBezTo>
                    <a:pt x="20626" y="0"/>
                    <a:pt x="20173" y="77"/>
                    <a:pt x="19725" y="241"/>
                  </a:cubicBezTo>
                  <a:cubicBezTo>
                    <a:pt x="17179" y="1149"/>
                    <a:pt x="16322" y="4299"/>
                    <a:pt x="18036" y="6391"/>
                  </a:cubicBezTo>
                  <a:cubicBezTo>
                    <a:pt x="17406" y="7929"/>
                    <a:pt x="16675" y="9416"/>
                    <a:pt x="15793" y="10827"/>
                  </a:cubicBezTo>
                  <a:cubicBezTo>
                    <a:pt x="14709" y="12516"/>
                    <a:pt x="13575" y="14356"/>
                    <a:pt x="12037" y="15667"/>
                  </a:cubicBezTo>
                  <a:cubicBezTo>
                    <a:pt x="9441" y="17885"/>
                    <a:pt x="5635" y="19271"/>
                    <a:pt x="2359" y="19977"/>
                  </a:cubicBezTo>
                  <a:cubicBezTo>
                    <a:pt x="0" y="20472"/>
                    <a:pt x="775" y="23858"/>
                    <a:pt x="2950" y="23858"/>
                  </a:cubicBezTo>
                  <a:cubicBezTo>
                    <a:pt x="3099" y="23858"/>
                    <a:pt x="3255" y="23842"/>
                    <a:pt x="3417" y="23808"/>
                  </a:cubicBezTo>
                  <a:cubicBezTo>
                    <a:pt x="7576" y="22925"/>
                    <a:pt x="11483" y="21111"/>
                    <a:pt x="14860" y="18489"/>
                  </a:cubicBezTo>
                  <a:cubicBezTo>
                    <a:pt x="16650" y="17028"/>
                    <a:pt x="17985" y="14734"/>
                    <a:pt x="19220" y="12844"/>
                  </a:cubicBezTo>
                  <a:cubicBezTo>
                    <a:pt x="20229" y="11231"/>
                    <a:pt x="21086" y="9517"/>
                    <a:pt x="21766" y="7727"/>
                  </a:cubicBezTo>
                  <a:cubicBezTo>
                    <a:pt x="23606" y="7374"/>
                    <a:pt x="24942" y="5786"/>
                    <a:pt x="24942" y="3896"/>
                  </a:cubicBezTo>
                  <a:cubicBezTo>
                    <a:pt x="24942" y="1675"/>
                    <a:pt x="23129" y="0"/>
                    <a:pt x="210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2"/>
            <p:cNvSpPr/>
            <p:nvPr/>
          </p:nvSpPr>
          <p:spPr>
            <a:xfrm>
              <a:off x="4081550" y="1360925"/>
              <a:ext cx="829725" cy="248200"/>
            </a:xfrm>
            <a:custGeom>
              <a:avLst/>
              <a:gdLst/>
              <a:ahLst/>
              <a:cxnLst/>
              <a:rect l="l" t="t" r="r" b="b"/>
              <a:pathLst>
                <a:path w="33189" h="9928" extrusionOk="0">
                  <a:moveTo>
                    <a:pt x="4812" y="0"/>
                  </a:moveTo>
                  <a:cubicBezTo>
                    <a:pt x="3431" y="0"/>
                    <a:pt x="2044" y="708"/>
                    <a:pt x="1324" y="2246"/>
                  </a:cubicBezTo>
                  <a:cubicBezTo>
                    <a:pt x="0" y="5051"/>
                    <a:pt x="2254" y="7826"/>
                    <a:pt x="4868" y="7826"/>
                  </a:cubicBezTo>
                  <a:cubicBezTo>
                    <a:pt x="5589" y="7826"/>
                    <a:pt x="6337" y="7615"/>
                    <a:pt x="7045" y="7135"/>
                  </a:cubicBezTo>
                  <a:cubicBezTo>
                    <a:pt x="8784" y="7917"/>
                    <a:pt x="10599" y="8521"/>
                    <a:pt x="12439" y="8975"/>
                  </a:cubicBezTo>
                  <a:cubicBezTo>
                    <a:pt x="14376" y="9367"/>
                    <a:pt x="16538" y="9928"/>
                    <a:pt x="18568" y="9928"/>
                  </a:cubicBezTo>
                  <a:cubicBezTo>
                    <a:pt x="18890" y="9928"/>
                    <a:pt x="19208" y="9914"/>
                    <a:pt x="19522" y="9883"/>
                  </a:cubicBezTo>
                  <a:cubicBezTo>
                    <a:pt x="23756" y="9353"/>
                    <a:pt x="27814" y="7891"/>
                    <a:pt x="31393" y="5573"/>
                  </a:cubicBezTo>
                  <a:cubicBezTo>
                    <a:pt x="33188" y="4411"/>
                    <a:pt x="32116" y="1797"/>
                    <a:pt x="30446" y="1797"/>
                  </a:cubicBezTo>
                  <a:cubicBezTo>
                    <a:pt x="30123" y="1797"/>
                    <a:pt x="29778" y="1895"/>
                    <a:pt x="29427" y="2120"/>
                  </a:cubicBezTo>
                  <a:cubicBezTo>
                    <a:pt x="26629" y="3934"/>
                    <a:pt x="22924" y="5648"/>
                    <a:pt x="19547" y="5900"/>
                  </a:cubicBezTo>
                  <a:cubicBezTo>
                    <a:pt x="19297" y="5919"/>
                    <a:pt x="19045" y="5928"/>
                    <a:pt x="18793" y="5928"/>
                  </a:cubicBezTo>
                  <a:cubicBezTo>
                    <a:pt x="17008" y="5928"/>
                    <a:pt x="15173" y="5494"/>
                    <a:pt x="13472" y="5119"/>
                  </a:cubicBezTo>
                  <a:cubicBezTo>
                    <a:pt x="11834" y="4741"/>
                    <a:pt x="10271" y="4212"/>
                    <a:pt x="8734" y="3531"/>
                  </a:cubicBezTo>
                  <a:cubicBezTo>
                    <a:pt x="8517" y="1277"/>
                    <a:pt x="6669" y="0"/>
                    <a:pt x="48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2"/>
            <p:cNvSpPr/>
            <p:nvPr/>
          </p:nvSpPr>
          <p:spPr>
            <a:xfrm>
              <a:off x="5298625" y="1177600"/>
              <a:ext cx="269075" cy="154075"/>
            </a:xfrm>
            <a:custGeom>
              <a:avLst/>
              <a:gdLst/>
              <a:ahLst/>
              <a:cxnLst/>
              <a:rect l="l" t="t" r="r" b="b"/>
              <a:pathLst>
                <a:path w="10763" h="6163" extrusionOk="0">
                  <a:moveTo>
                    <a:pt x="10334" y="1"/>
                  </a:moveTo>
                  <a:lnTo>
                    <a:pt x="0" y="3454"/>
                  </a:lnTo>
                  <a:cubicBezTo>
                    <a:pt x="0" y="3454"/>
                    <a:pt x="1650" y="6162"/>
                    <a:pt x="4693" y="6162"/>
                  </a:cubicBezTo>
                  <a:cubicBezTo>
                    <a:pt x="5257" y="6162"/>
                    <a:pt x="5870" y="6069"/>
                    <a:pt x="6528" y="5848"/>
                  </a:cubicBezTo>
                  <a:cubicBezTo>
                    <a:pt x="10762" y="4412"/>
                    <a:pt x="10334" y="1"/>
                    <a:pt x="103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2"/>
            <p:cNvSpPr/>
            <p:nvPr/>
          </p:nvSpPr>
          <p:spPr>
            <a:xfrm>
              <a:off x="5638875" y="451100"/>
              <a:ext cx="194100" cy="149675"/>
            </a:xfrm>
            <a:custGeom>
              <a:avLst/>
              <a:gdLst/>
              <a:ahLst/>
              <a:cxnLst/>
              <a:rect l="l" t="t" r="r" b="b"/>
              <a:pathLst>
                <a:path w="7764" h="5987" extrusionOk="0">
                  <a:moveTo>
                    <a:pt x="7763" y="0"/>
                  </a:moveTo>
                  <a:cubicBezTo>
                    <a:pt x="7763" y="0"/>
                    <a:pt x="1" y="3075"/>
                    <a:pt x="2647" y="5520"/>
                  </a:cubicBezTo>
                  <a:cubicBezTo>
                    <a:pt x="2999" y="5845"/>
                    <a:pt x="3348" y="5986"/>
                    <a:pt x="3689" y="5986"/>
                  </a:cubicBezTo>
                  <a:cubicBezTo>
                    <a:pt x="5907" y="5986"/>
                    <a:pt x="7763" y="0"/>
                    <a:pt x="77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2"/>
            <p:cNvSpPr/>
            <p:nvPr/>
          </p:nvSpPr>
          <p:spPr>
            <a:xfrm>
              <a:off x="5731500" y="760475"/>
              <a:ext cx="194100" cy="150275"/>
            </a:xfrm>
            <a:custGeom>
              <a:avLst/>
              <a:gdLst/>
              <a:ahLst/>
              <a:cxnLst/>
              <a:rect l="l" t="t" r="r" b="b"/>
              <a:pathLst>
                <a:path w="7764" h="6011" extrusionOk="0">
                  <a:moveTo>
                    <a:pt x="7764" y="1"/>
                  </a:moveTo>
                  <a:cubicBezTo>
                    <a:pt x="7763" y="1"/>
                    <a:pt x="1" y="3101"/>
                    <a:pt x="2672" y="5545"/>
                  </a:cubicBezTo>
                  <a:cubicBezTo>
                    <a:pt x="3023" y="5870"/>
                    <a:pt x="3371" y="6011"/>
                    <a:pt x="3710" y="6011"/>
                  </a:cubicBezTo>
                  <a:cubicBezTo>
                    <a:pt x="5924" y="6011"/>
                    <a:pt x="7763" y="1"/>
                    <a:pt x="77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2"/>
            <p:cNvSpPr/>
            <p:nvPr/>
          </p:nvSpPr>
          <p:spPr>
            <a:xfrm>
              <a:off x="5969050" y="1405700"/>
              <a:ext cx="194725" cy="150275"/>
            </a:xfrm>
            <a:custGeom>
              <a:avLst/>
              <a:gdLst/>
              <a:ahLst/>
              <a:cxnLst/>
              <a:rect l="l" t="t" r="r" b="b"/>
              <a:pathLst>
                <a:path w="7789" h="6011" extrusionOk="0">
                  <a:moveTo>
                    <a:pt x="7789" y="1"/>
                  </a:moveTo>
                  <a:cubicBezTo>
                    <a:pt x="7788" y="1"/>
                    <a:pt x="1" y="3101"/>
                    <a:pt x="2672" y="5546"/>
                  </a:cubicBezTo>
                  <a:cubicBezTo>
                    <a:pt x="3023" y="5870"/>
                    <a:pt x="3372" y="6011"/>
                    <a:pt x="3711" y="6011"/>
                  </a:cubicBezTo>
                  <a:cubicBezTo>
                    <a:pt x="5931" y="6011"/>
                    <a:pt x="7789" y="1"/>
                    <a:pt x="77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2"/>
            <p:cNvSpPr/>
            <p:nvPr/>
          </p:nvSpPr>
          <p:spPr>
            <a:xfrm>
              <a:off x="6243775" y="980375"/>
              <a:ext cx="194100" cy="149875"/>
            </a:xfrm>
            <a:custGeom>
              <a:avLst/>
              <a:gdLst/>
              <a:ahLst/>
              <a:cxnLst/>
              <a:rect l="l" t="t" r="r" b="b"/>
              <a:pathLst>
                <a:path w="7764" h="5995" extrusionOk="0">
                  <a:moveTo>
                    <a:pt x="7764" y="1"/>
                  </a:moveTo>
                  <a:cubicBezTo>
                    <a:pt x="7763" y="1"/>
                    <a:pt x="1" y="3076"/>
                    <a:pt x="2672" y="5521"/>
                  </a:cubicBezTo>
                  <a:cubicBezTo>
                    <a:pt x="3027" y="5851"/>
                    <a:pt x="3377" y="5995"/>
                    <a:pt x="3719" y="5995"/>
                  </a:cubicBezTo>
                  <a:cubicBezTo>
                    <a:pt x="5930" y="5995"/>
                    <a:pt x="7764" y="1"/>
                    <a:pt x="77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2"/>
            <p:cNvSpPr/>
            <p:nvPr/>
          </p:nvSpPr>
          <p:spPr>
            <a:xfrm>
              <a:off x="6385550" y="1346475"/>
              <a:ext cx="194100" cy="150275"/>
            </a:xfrm>
            <a:custGeom>
              <a:avLst/>
              <a:gdLst/>
              <a:ahLst/>
              <a:cxnLst/>
              <a:rect l="l" t="t" r="r" b="b"/>
              <a:pathLst>
                <a:path w="7764" h="6011" extrusionOk="0">
                  <a:moveTo>
                    <a:pt x="7764" y="1"/>
                  </a:moveTo>
                  <a:cubicBezTo>
                    <a:pt x="7763" y="1"/>
                    <a:pt x="1" y="3076"/>
                    <a:pt x="2647" y="5546"/>
                  </a:cubicBezTo>
                  <a:cubicBezTo>
                    <a:pt x="3002" y="5870"/>
                    <a:pt x="3352" y="6011"/>
                    <a:pt x="3694" y="6011"/>
                  </a:cubicBezTo>
                  <a:cubicBezTo>
                    <a:pt x="5925" y="6011"/>
                    <a:pt x="7764" y="1"/>
                    <a:pt x="77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2"/>
            <p:cNvSpPr/>
            <p:nvPr/>
          </p:nvSpPr>
          <p:spPr>
            <a:xfrm>
              <a:off x="6265850" y="584675"/>
              <a:ext cx="194075" cy="150275"/>
            </a:xfrm>
            <a:custGeom>
              <a:avLst/>
              <a:gdLst/>
              <a:ahLst/>
              <a:cxnLst/>
              <a:rect l="l" t="t" r="r" b="b"/>
              <a:pathLst>
                <a:path w="7763" h="6011" extrusionOk="0">
                  <a:moveTo>
                    <a:pt x="7763" y="0"/>
                  </a:moveTo>
                  <a:lnTo>
                    <a:pt x="7763" y="0"/>
                  </a:lnTo>
                  <a:cubicBezTo>
                    <a:pt x="7762" y="1"/>
                    <a:pt x="0" y="3101"/>
                    <a:pt x="2646" y="5545"/>
                  </a:cubicBezTo>
                  <a:cubicBezTo>
                    <a:pt x="3001" y="5870"/>
                    <a:pt x="3351" y="6011"/>
                    <a:pt x="3693" y="6011"/>
                  </a:cubicBezTo>
                  <a:cubicBezTo>
                    <a:pt x="5924" y="6011"/>
                    <a:pt x="7763" y="1"/>
                    <a:pt x="77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2"/>
            <p:cNvSpPr/>
            <p:nvPr/>
          </p:nvSpPr>
          <p:spPr>
            <a:xfrm>
              <a:off x="6102650" y="354675"/>
              <a:ext cx="194075" cy="150275"/>
            </a:xfrm>
            <a:custGeom>
              <a:avLst/>
              <a:gdLst/>
              <a:ahLst/>
              <a:cxnLst/>
              <a:rect l="l" t="t" r="r" b="b"/>
              <a:pathLst>
                <a:path w="7763" h="6011" extrusionOk="0">
                  <a:moveTo>
                    <a:pt x="7763" y="1"/>
                  </a:moveTo>
                  <a:cubicBezTo>
                    <a:pt x="7762" y="1"/>
                    <a:pt x="0" y="3101"/>
                    <a:pt x="2646" y="5546"/>
                  </a:cubicBezTo>
                  <a:cubicBezTo>
                    <a:pt x="2998" y="5870"/>
                    <a:pt x="3346" y="6011"/>
                    <a:pt x="3685" y="6011"/>
                  </a:cubicBezTo>
                  <a:cubicBezTo>
                    <a:pt x="5905" y="6011"/>
                    <a:pt x="7763" y="1"/>
                    <a:pt x="77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2"/>
            <p:cNvSpPr/>
            <p:nvPr/>
          </p:nvSpPr>
          <p:spPr>
            <a:xfrm>
              <a:off x="6498350" y="800175"/>
              <a:ext cx="194100" cy="150275"/>
            </a:xfrm>
            <a:custGeom>
              <a:avLst/>
              <a:gdLst/>
              <a:ahLst/>
              <a:cxnLst/>
              <a:rect l="l" t="t" r="r" b="b"/>
              <a:pathLst>
                <a:path w="7764" h="6011" extrusionOk="0">
                  <a:moveTo>
                    <a:pt x="7763" y="0"/>
                  </a:moveTo>
                  <a:lnTo>
                    <a:pt x="7763" y="0"/>
                  </a:lnTo>
                  <a:cubicBezTo>
                    <a:pt x="7763" y="1"/>
                    <a:pt x="0" y="3101"/>
                    <a:pt x="2647" y="5545"/>
                  </a:cubicBezTo>
                  <a:cubicBezTo>
                    <a:pt x="2998" y="5870"/>
                    <a:pt x="3346" y="6010"/>
                    <a:pt x="3686" y="6010"/>
                  </a:cubicBezTo>
                  <a:cubicBezTo>
                    <a:pt x="5905" y="6010"/>
                    <a:pt x="7763" y="1"/>
                    <a:pt x="77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2"/>
            <p:cNvSpPr/>
            <p:nvPr/>
          </p:nvSpPr>
          <p:spPr>
            <a:xfrm>
              <a:off x="5304300" y="509700"/>
              <a:ext cx="194725" cy="150275"/>
            </a:xfrm>
            <a:custGeom>
              <a:avLst/>
              <a:gdLst/>
              <a:ahLst/>
              <a:cxnLst/>
              <a:rect l="l" t="t" r="r" b="b"/>
              <a:pathLst>
                <a:path w="7789" h="6011" extrusionOk="0">
                  <a:moveTo>
                    <a:pt x="7788" y="0"/>
                  </a:moveTo>
                  <a:cubicBezTo>
                    <a:pt x="7788" y="0"/>
                    <a:pt x="0" y="3100"/>
                    <a:pt x="2672" y="5545"/>
                  </a:cubicBezTo>
                  <a:cubicBezTo>
                    <a:pt x="3023" y="5870"/>
                    <a:pt x="3371" y="6010"/>
                    <a:pt x="3710" y="6010"/>
                  </a:cubicBezTo>
                  <a:cubicBezTo>
                    <a:pt x="5930" y="6010"/>
                    <a:pt x="7788" y="0"/>
                    <a:pt x="77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2"/>
            <p:cNvSpPr/>
            <p:nvPr/>
          </p:nvSpPr>
          <p:spPr>
            <a:xfrm>
              <a:off x="5375500" y="725200"/>
              <a:ext cx="194075" cy="150275"/>
            </a:xfrm>
            <a:custGeom>
              <a:avLst/>
              <a:gdLst/>
              <a:ahLst/>
              <a:cxnLst/>
              <a:rect l="l" t="t" r="r" b="b"/>
              <a:pathLst>
                <a:path w="7763" h="6011" extrusionOk="0">
                  <a:moveTo>
                    <a:pt x="7763" y="0"/>
                  </a:moveTo>
                  <a:cubicBezTo>
                    <a:pt x="7762" y="0"/>
                    <a:pt x="0" y="3075"/>
                    <a:pt x="2646" y="5545"/>
                  </a:cubicBezTo>
                  <a:cubicBezTo>
                    <a:pt x="3001" y="5869"/>
                    <a:pt x="3352" y="6010"/>
                    <a:pt x="3693" y="6010"/>
                  </a:cubicBezTo>
                  <a:cubicBezTo>
                    <a:pt x="5924" y="6010"/>
                    <a:pt x="7763" y="0"/>
                    <a:pt x="77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2"/>
            <p:cNvSpPr/>
            <p:nvPr/>
          </p:nvSpPr>
          <p:spPr>
            <a:xfrm>
              <a:off x="5898475" y="1030800"/>
              <a:ext cx="194100" cy="150275"/>
            </a:xfrm>
            <a:custGeom>
              <a:avLst/>
              <a:gdLst/>
              <a:ahLst/>
              <a:cxnLst/>
              <a:rect l="l" t="t" r="r" b="b"/>
              <a:pathLst>
                <a:path w="7764" h="6011" extrusionOk="0">
                  <a:moveTo>
                    <a:pt x="7764" y="0"/>
                  </a:moveTo>
                  <a:cubicBezTo>
                    <a:pt x="7763" y="0"/>
                    <a:pt x="1" y="3075"/>
                    <a:pt x="2647" y="5545"/>
                  </a:cubicBezTo>
                  <a:cubicBezTo>
                    <a:pt x="3002" y="5870"/>
                    <a:pt x="3352" y="6010"/>
                    <a:pt x="3694" y="6010"/>
                  </a:cubicBezTo>
                  <a:cubicBezTo>
                    <a:pt x="5925" y="6010"/>
                    <a:pt x="7764" y="1"/>
                    <a:pt x="7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2"/>
            <p:cNvSpPr/>
            <p:nvPr/>
          </p:nvSpPr>
          <p:spPr>
            <a:xfrm>
              <a:off x="5572075" y="1167525"/>
              <a:ext cx="194725" cy="150275"/>
            </a:xfrm>
            <a:custGeom>
              <a:avLst/>
              <a:gdLst/>
              <a:ahLst/>
              <a:cxnLst/>
              <a:rect l="l" t="t" r="r" b="b"/>
              <a:pathLst>
                <a:path w="7789" h="6011" extrusionOk="0">
                  <a:moveTo>
                    <a:pt x="7789" y="1"/>
                  </a:moveTo>
                  <a:cubicBezTo>
                    <a:pt x="7788" y="1"/>
                    <a:pt x="1" y="3101"/>
                    <a:pt x="2672" y="5546"/>
                  </a:cubicBezTo>
                  <a:cubicBezTo>
                    <a:pt x="3024" y="5870"/>
                    <a:pt x="3372" y="6011"/>
                    <a:pt x="3711" y="6011"/>
                  </a:cubicBezTo>
                  <a:cubicBezTo>
                    <a:pt x="5931" y="6011"/>
                    <a:pt x="7789" y="1"/>
                    <a:pt x="77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2"/>
            <p:cNvSpPr/>
            <p:nvPr/>
          </p:nvSpPr>
          <p:spPr>
            <a:xfrm>
              <a:off x="5638875" y="1664050"/>
              <a:ext cx="194100" cy="149875"/>
            </a:xfrm>
            <a:custGeom>
              <a:avLst/>
              <a:gdLst/>
              <a:ahLst/>
              <a:cxnLst/>
              <a:rect l="l" t="t" r="r" b="b"/>
              <a:pathLst>
                <a:path w="7764" h="5995" extrusionOk="0">
                  <a:moveTo>
                    <a:pt x="7763" y="1"/>
                  </a:moveTo>
                  <a:cubicBezTo>
                    <a:pt x="7763" y="1"/>
                    <a:pt x="1" y="3076"/>
                    <a:pt x="2647" y="5521"/>
                  </a:cubicBezTo>
                  <a:cubicBezTo>
                    <a:pt x="3001" y="5851"/>
                    <a:pt x="3352" y="5994"/>
                    <a:pt x="3695" y="5994"/>
                  </a:cubicBezTo>
                  <a:cubicBezTo>
                    <a:pt x="5910" y="5994"/>
                    <a:pt x="7763" y="1"/>
                    <a:pt x="77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2"/>
            <p:cNvSpPr/>
            <p:nvPr/>
          </p:nvSpPr>
          <p:spPr>
            <a:xfrm>
              <a:off x="6047200" y="1791350"/>
              <a:ext cx="194075" cy="150275"/>
            </a:xfrm>
            <a:custGeom>
              <a:avLst/>
              <a:gdLst/>
              <a:ahLst/>
              <a:cxnLst/>
              <a:rect l="l" t="t" r="r" b="b"/>
              <a:pathLst>
                <a:path w="7763" h="6011" extrusionOk="0">
                  <a:moveTo>
                    <a:pt x="7763" y="0"/>
                  </a:moveTo>
                  <a:cubicBezTo>
                    <a:pt x="7762" y="0"/>
                    <a:pt x="0" y="3100"/>
                    <a:pt x="2646" y="5545"/>
                  </a:cubicBezTo>
                  <a:cubicBezTo>
                    <a:pt x="3001" y="5869"/>
                    <a:pt x="3352" y="6010"/>
                    <a:pt x="3693" y="6010"/>
                  </a:cubicBezTo>
                  <a:cubicBezTo>
                    <a:pt x="5924" y="6010"/>
                    <a:pt x="7763" y="0"/>
                    <a:pt x="77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2"/>
            <p:cNvSpPr/>
            <p:nvPr/>
          </p:nvSpPr>
          <p:spPr>
            <a:xfrm>
              <a:off x="6498350" y="323800"/>
              <a:ext cx="194100" cy="150275"/>
            </a:xfrm>
            <a:custGeom>
              <a:avLst/>
              <a:gdLst/>
              <a:ahLst/>
              <a:cxnLst/>
              <a:rect l="l" t="t" r="r" b="b"/>
              <a:pathLst>
                <a:path w="7764" h="6011" extrusionOk="0">
                  <a:moveTo>
                    <a:pt x="7763" y="1"/>
                  </a:moveTo>
                  <a:lnTo>
                    <a:pt x="7763" y="1"/>
                  </a:lnTo>
                  <a:cubicBezTo>
                    <a:pt x="7763" y="1"/>
                    <a:pt x="0" y="3101"/>
                    <a:pt x="2647" y="5546"/>
                  </a:cubicBezTo>
                  <a:cubicBezTo>
                    <a:pt x="2998" y="5870"/>
                    <a:pt x="3346" y="6011"/>
                    <a:pt x="3686" y="6011"/>
                  </a:cubicBezTo>
                  <a:cubicBezTo>
                    <a:pt x="5905" y="6011"/>
                    <a:pt x="7763" y="1"/>
                    <a:pt x="77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2"/>
            <p:cNvSpPr/>
            <p:nvPr/>
          </p:nvSpPr>
          <p:spPr>
            <a:xfrm>
              <a:off x="5023350" y="1070950"/>
              <a:ext cx="253500" cy="63875"/>
            </a:xfrm>
            <a:custGeom>
              <a:avLst/>
              <a:gdLst/>
              <a:ahLst/>
              <a:cxnLst/>
              <a:rect l="l" t="t" r="r" b="b"/>
              <a:pathLst>
                <a:path w="10140" h="2555" extrusionOk="0">
                  <a:moveTo>
                    <a:pt x="5498" y="1"/>
                  </a:moveTo>
                  <a:cubicBezTo>
                    <a:pt x="3761" y="1"/>
                    <a:pt x="2033" y="486"/>
                    <a:pt x="526" y="1444"/>
                  </a:cubicBezTo>
                  <a:cubicBezTo>
                    <a:pt x="1" y="1780"/>
                    <a:pt x="316" y="2554"/>
                    <a:pt x="815" y="2554"/>
                  </a:cubicBezTo>
                  <a:cubicBezTo>
                    <a:pt x="915" y="2554"/>
                    <a:pt x="1022" y="2523"/>
                    <a:pt x="1131" y="2452"/>
                  </a:cubicBezTo>
                  <a:cubicBezTo>
                    <a:pt x="2437" y="1601"/>
                    <a:pt x="3942" y="1173"/>
                    <a:pt x="5463" y="1173"/>
                  </a:cubicBezTo>
                  <a:cubicBezTo>
                    <a:pt x="6643" y="1173"/>
                    <a:pt x="7832" y="1430"/>
                    <a:pt x="8944" y="1948"/>
                  </a:cubicBezTo>
                  <a:cubicBezTo>
                    <a:pt x="9031" y="1987"/>
                    <a:pt x="9117" y="2004"/>
                    <a:pt x="9199" y="2004"/>
                  </a:cubicBezTo>
                  <a:cubicBezTo>
                    <a:pt x="9758" y="2004"/>
                    <a:pt x="10140" y="1200"/>
                    <a:pt x="9524" y="915"/>
                  </a:cubicBezTo>
                  <a:cubicBezTo>
                    <a:pt x="8245" y="303"/>
                    <a:pt x="6869" y="1"/>
                    <a:pt x="54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2"/>
            <p:cNvSpPr/>
            <p:nvPr/>
          </p:nvSpPr>
          <p:spPr>
            <a:xfrm>
              <a:off x="5441075" y="948800"/>
              <a:ext cx="170100" cy="96225"/>
            </a:xfrm>
            <a:custGeom>
              <a:avLst/>
              <a:gdLst/>
              <a:ahLst/>
              <a:cxnLst/>
              <a:rect l="l" t="t" r="r" b="b"/>
              <a:pathLst>
                <a:path w="6804" h="3849" extrusionOk="0">
                  <a:moveTo>
                    <a:pt x="5831" y="0"/>
                  </a:moveTo>
                  <a:cubicBezTo>
                    <a:pt x="3617" y="0"/>
                    <a:pt x="1521" y="1122"/>
                    <a:pt x="301" y="2978"/>
                  </a:cubicBezTo>
                  <a:cubicBezTo>
                    <a:pt x="0" y="3420"/>
                    <a:pt x="406" y="3849"/>
                    <a:pt x="823" y="3849"/>
                  </a:cubicBezTo>
                  <a:cubicBezTo>
                    <a:pt x="1001" y="3849"/>
                    <a:pt x="1181" y="3771"/>
                    <a:pt x="1309" y="3583"/>
                  </a:cubicBezTo>
                  <a:lnTo>
                    <a:pt x="1334" y="3583"/>
                  </a:lnTo>
                  <a:cubicBezTo>
                    <a:pt x="2328" y="2081"/>
                    <a:pt x="4020" y="1184"/>
                    <a:pt x="5828" y="1184"/>
                  </a:cubicBezTo>
                  <a:cubicBezTo>
                    <a:pt x="5901" y="1184"/>
                    <a:pt x="5974" y="1185"/>
                    <a:pt x="6047" y="1188"/>
                  </a:cubicBezTo>
                  <a:cubicBezTo>
                    <a:pt x="6063" y="1189"/>
                    <a:pt x="6079" y="1190"/>
                    <a:pt x="6094" y="1190"/>
                  </a:cubicBezTo>
                  <a:cubicBezTo>
                    <a:pt x="6803" y="1190"/>
                    <a:pt x="6788" y="53"/>
                    <a:pt x="6047" y="4"/>
                  </a:cubicBezTo>
                  <a:cubicBezTo>
                    <a:pt x="5975" y="1"/>
                    <a:pt x="5903" y="0"/>
                    <a:pt x="58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22"/>
          <p:cNvGrpSpPr/>
          <p:nvPr/>
        </p:nvGrpSpPr>
        <p:grpSpPr>
          <a:xfrm>
            <a:off x="2456029" y="3759034"/>
            <a:ext cx="803864" cy="497433"/>
            <a:chOff x="4092625" y="3660775"/>
            <a:chExt cx="2537450" cy="1570675"/>
          </a:xfrm>
        </p:grpSpPr>
        <p:sp>
          <p:nvSpPr>
            <p:cNvPr id="447" name="Google Shape;447;p22"/>
            <p:cNvSpPr/>
            <p:nvPr/>
          </p:nvSpPr>
          <p:spPr>
            <a:xfrm>
              <a:off x="6175100" y="4463925"/>
              <a:ext cx="410850" cy="351975"/>
            </a:xfrm>
            <a:custGeom>
              <a:avLst/>
              <a:gdLst/>
              <a:ahLst/>
              <a:cxnLst/>
              <a:rect l="l" t="t" r="r" b="b"/>
              <a:pathLst>
                <a:path w="16434" h="14079" extrusionOk="0">
                  <a:moveTo>
                    <a:pt x="9402" y="544"/>
                  </a:moveTo>
                  <a:cubicBezTo>
                    <a:pt x="13006" y="544"/>
                    <a:pt x="15905" y="3442"/>
                    <a:pt x="15905" y="7046"/>
                  </a:cubicBezTo>
                  <a:cubicBezTo>
                    <a:pt x="15905" y="10966"/>
                    <a:pt x="12702" y="13560"/>
                    <a:pt x="9365" y="13560"/>
                  </a:cubicBezTo>
                  <a:cubicBezTo>
                    <a:pt x="7767" y="13560"/>
                    <a:pt x="6137" y="12964"/>
                    <a:pt x="4815" y="11634"/>
                  </a:cubicBezTo>
                  <a:cubicBezTo>
                    <a:pt x="706" y="7551"/>
                    <a:pt x="3605" y="544"/>
                    <a:pt x="9402" y="544"/>
                  </a:cubicBezTo>
                  <a:close/>
                  <a:moveTo>
                    <a:pt x="9368" y="1"/>
                  </a:moveTo>
                  <a:cubicBezTo>
                    <a:pt x="7638" y="1"/>
                    <a:pt x="5873" y="644"/>
                    <a:pt x="4436" y="2081"/>
                  </a:cubicBezTo>
                  <a:cubicBezTo>
                    <a:pt x="0" y="6492"/>
                    <a:pt x="3151" y="14079"/>
                    <a:pt x="9402" y="14079"/>
                  </a:cubicBezTo>
                  <a:cubicBezTo>
                    <a:pt x="13283" y="14053"/>
                    <a:pt x="16434" y="10928"/>
                    <a:pt x="16434" y="7046"/>
                  </a:cubicBezTo>
                  <a:cubicBezTo>
                    <a:pt x="16434" y="2804"/>
                    <a:pt x="12978" y="1"/>
                    <a:pt x="9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2"/>
            <p:cNvSpPr/>
            <p:nvPr/>
          </p:nvSpPr>
          <p:spPr>
            <a:xfrm>
              <a:off x="6197775" y="4480450"/>
              <a:ext cx="372425" cy="318450"/>
            </a:xfrm>
            <a:custGeom>
              <a:avLst/>
              <a:gdLst/>
              <a:ahLst/>
              <a:cxnLst/>
              <a:rect l="l" t="t" r="r" b="b"/>
              <a:pathLst>
                <a:path w="14897" h="12738" extrusionOk="0">
                  <a:moveTo>
                    <a:pt x="8495" y="538"/>
                  </a:moveTo>
                  <a:cubicBezTo>
                    <a:pt x="11721" y="538"/>
                    <a:pt x="14342" y="3159"/>
                    <a:pt x="14342" y="6385"/>
                  </a:cubicBezTo>
                  <a:cubicBezTo>
                    <a:pt x="14342" y="9901"/>
                    <a:pt x="11453" y="12238"/>
                    <a:pt x="8445" y="12238"/>
                  </a:cubicBezTo>
                  <a:cubicBezTo>
                    <a:pt x="7011" y="12238"/>
                    <a:pt x="5549" y="11707"/>
                    <a:pt x="4361" y="10519"/>
                  </a:cubicBezTo>
                  <a:cubicBezTo>
                    <a:pt x="681" y="6839"/>
                    <a:pt x="3303" y="538"/>
                    <a:pt x="8495" y="538"/>
                  </a:cubicBezTo>
                  <a:close/>
                  <a:moveTo>
                    <a:pt x="8467" y="0"/>
                  </a:moveTo>
                  <a:cubicBezTo>
                    <a:pt x="6905" y="0"/>
                    <a:pt x="5311" y="580"/>
                    <a:pt x="4008" y="1874"/>
                  </a:cubicBezTo>
                  <a:cubicBezTo>
                    <a:pt x="1" y="5881"/>
                    <a:pt x="2824" y="12737"/>
                    <a:pt x="8495" y="12737"/>
                  </a:cubicBezTo>
                  <a:cubicBezTo>
                    <a:pt x="8510" y="12737"/>
                    <a:pt x="8525" y="12737"/>
                    <a:pt x="8541" y="12737"/>
                  </a:cubicBezTo>
                  <a:cubicBezTo>
                    <a:pt x="12048" y="12737"/>
                    <a:pt x="14872" y="9874"/>
                    <a:pt x="14897" y="6385"/>
                  </a:cubicBezTo>
                  <a:cubicBezTo>
                    <a:pt x="14880" y="2546"/>
                    <a:pt x="11743" y="0"/>
                    <a:pt x="84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2"/>
            <p:cNvSpPr/>
            <p:nvPr/>
          </p:nvSpPr>
          <p:spPr>
            <a:xfrm>
              <a:off x="6222350" y="4499225"/>
              <a:ext cx="328325" cy="280750"/>
            </a:xfrm>
            <a:custGeom>
              <a:avLst/>
              <a:gdLst/>
              <a:ahLst/>
              <a:cxnLst/>
              <a:rect l="l" t="t" r="r" b="b"/>
              <a:pathLst>
                <a:path w="13133" h="11230" extrusionOk="0">
                  <a:moveTo>
                    <a:pt x="7512" y="518"/>
                  </a:moveTo>
                  <a:lnTo>
                    <a:pt x="7512" y="543"/>
                  </a:lnTo>
                  <a:cubicBezTo>
                    <a:pt x="10309" y="543"/>
                    <a:pt x="12603" y="2812"/>
                    <a:pt x="12603" y="5609"/>
                  </a:cubicBezTo>
                  <a:cubicBezTo>
                    <a:pt x="12603" y="8680"/>
                    <a:pt x="10098" y="10711"/>
                    <a:pt x="7486" y="10711"/>
                  </a:cubicBezTo>
                  <a:cubicBezTo>
                    <a:pt x="6239" y="10711"/>
                    <a:pt x="4967" y="10248"/>
                    <a:pt x="3933" y="9214"/>
                  </a:cubicBezTo>
                  <a:cubicBezTo>
                    <a:pt x="732" y="6013"/>
                    <a:pt x="2975" y="518"/>
                    <a:pt x="7512" y="518"/>
                  </a:cubicBezTo>
                  <a:close/>
                  <a:moveTo>
                    <a:pt x="7478" y="0"/>
                  </a:moveTo>
                  <a:cubicBezTo>
                    <a:pt x="6100" y="0"/>
                    <a:pt x="4695" y="511"/>
                    <a:pt x="3555" y="1652"/>
                  </a:cubicBezTo>
                  <a:cubicBezTo>
                    <a:pt x="1" y="5206"/>
                    <a:pt x="2521" y="11230"/>
                    <a:pt x="7512" y="11230"/>
                  </a:cubicBezTo>
                  <a:cubicBezTo>
                    <a:pt x="10612" y="11230"/>
                    <a:pt x="13132" y="8735"/>
                    <a:pt x="13132" y="5634"/>
                  </a:cubicBezTo>
                  <a:cubicBezTo>
                    <a:pt x="13132" y="2240"/>
                    <a:pt x="10362" y="0"/>
                    <a:pt x="74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2"/>
            <p:cNvSpPr/>
            <p:nvPr/>
          </p:nvSpPr>
          <p:spPr>
            <a:xfrm>
              <a:off x="6247575" y="4518125"/>
              <a:ext cx="284200" cy="243575"/>
            </a:xfrm>
            <a:custGeom>
              <a:avLst/>
              <a:gdLst/>
              <a:ahLst/>
              <a:cxnLst/>
              <a:rect l="l" t="t" r="r" b="b"/>
              <a:pathLst>
                <a:path w="11368" h="9743" extrusionOk="0">
                  <a:moveTo>
                    <a:pt x="6503" y="543"/>
                  </a:moveTo>
                  <a:cubicBezTo>
                    <a:pt x="8897" y="543"/>
                    <a:pt x="10838" y="2484"/>
                    <a:pt x="10838" y="4878"/>
                  </a:cubicBezTo>
                  <a:cubicBezTo>
                    <a:pt x="10838" y="7485"/>
                    <a:pt x="8708" y="9216"/>
                    <a:pt x="6486" y="9216"/>
                  </a:cubicBezTo>
                  <a:cubicBezTo>
                    <a:pt x="5421" y="9216"/>
                    <a:pt x="4335" y="8819"/>
                    <a:pt x="3453" y="7928"/>
                  </a:cubicBezTo>
                  <a:cubicBezTo>
                    <a:pt x="706" y="5206"/>
                    <a:pt x="2646" y="543"/>
                    <a:pt x="6503" y="543"/>
                  </a:cubicBezTo>
                  <a:close/>
                  <a:moveTo>
                    <a:pt x="6463" y="0"/>
                  </a:moveTo>
                  <a:cubicBezTo>
                    <a:pt x="5272" y="0"/>
                    <a:pt x="4059" y="441"/>
                    <a:pt x="3075" y="1425"/>
                  </a:cubicBezTo>
                  <a:cubicBezTo>
                    <a:pt x="0" y="4500"/>
                    <a:pt x="2168" y="9743"/>
                    <a:pt x="6503" y="9743"/>
                  </a:cubicBezTo>
                  <a:cubicBezTo>
                    <a:pt x="9200" y="9743"/>
                    <a:pt x="11367" y="7550"/>
                    <a:pt x="11367" y="4878"/>
                  </a:cubicBezTo>
                  <a:cubicBezTo>
                    <a:pt x="11367" y="1942"/>
                    <a:pt x="8962" y="0"/>
                    <a:pt x="64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2"/>
            <p:cNvSpPr/>
            <p:nvPr/>
          </p:nvSpPr>
          <p:spPr>
            <a:xfrm>
              <a:off x="6271500" y="4535725"/>
              <a:ext cx="242625" cy="208350"/>
            </a:xfrm>
            <a:custGeom>
              <a:avLst/>
              <a:gdLst/>
              <a:ahLst/>
              <a:cxnLst/>
              <a:rect l="l" t="t" r="r" b="b"/>
              <a:pathLst>
                <a:path w="9705" h="8334" extrusionOk="0">
                  <a:moveTo>
                    <a:pt x="5546" y="545"/>
                  </a:moveTo>
                  <a:cubicBezTo>
                    <a:pt x="7562" y="545"/>
                    <a:pt x="9175" y="2158"/>
                    <a:pt x="9175" y="4174"/>
                  </a:cubicBezTo>
                  <a:cubicBezTo>
                    <a:pt x="9175" y="6354"/>
                    <a:pt x="7392" y="7797"/>
                    <a:pt x="5528" y="7797"/>
                  </a:cubicBezTo>
                  <a:cubicBezTo>
                    <a:pt x="4633" y="7797"/>
                    <a:pt x="3719" y="7464"/>
                    <a:pt x="2975" y="6720"/>
                  </a:cubicBezTo>
                  <a:cubicBezTo>
                    <a:pt x="707" y="4452"/>
                    <a:pt x="2320" y="545"/>
                    <a:pt x="5546" y="545"/>
                  </a:cubicBezTo>
                  <a:close/>
                  <a:moveTo>
                    <a:pt x="5524" y="1"/>
                  </a:moveTo>
                  <a:cubicBezTo>
                    <a:pt x="4507" y="1"/>
                    <a:pt x="3468" y="379"/>
                    <a:pt x="2622" y="1226"/>
                  </a:cubicBezTo>
                  <a:cubicBezTo>
                    <a:pt x="1" y="3847"/>
                    <a:pt x="1841" y="8333"/>
                    <a:pt x="5546" y="8333"/>
                  </a:cubicBezTo>
                  <a:cubicBezTo>
                    <a:pt x="7839" y="8333"/>
                    <a:pt x="9705" y="6468"/>
                    <a:pt x="9705" y="4174"/>
                  </a:cubicBezTo>
                  <a:cubicBezTo>
                    <a:pt x="9705" y="1666"/>
                    <a:pt x="7659" y="1"/>
                    <a:pt x="55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2"/>
            <p:cNvSpPr/>
            <p:nvPr/>
          </p:nvSpPr>
          <p:spPr>
            <a:xfrm>
              <a:off x="6297975" y="4556000"/>
              <a:ext cx="196625" cy="167900"/>
            </a:xfrm>
            <a:custGeom>
              <a:avLst/>
              <a:gdLst/>
              <a:ahLst/>
              <a:cxnLst/>
              <a:rect l="l" t="t" r="r" b="b"/>
              <a:pathLst>
                <a:path w="7865" h="6716" extrusionOk="0">
                  <a:moveTo>
                    <a:pt x="4487" y="541"/>
                  </a:moveTo>
                  <a:cubicBezTo>
                    <a:pt x="6049" y="541"/>
                    <a:pt x="7335" y="1801"/>
                    <a:pt x="7335" y="3363"/>
                  </a:cubicBezTo>
                  <a:cubicBezTo>
                    <a:pt x="7335" y="5073"/>
                    <a:pt x="5932" y="6202"/>
                    <a:pt x="4472" y="6202"/>
                  </a:cubicBezTo>
                  <a:cubicBezTo>
                    <a:pt x="3778" y="6202"/>
                    <a:pt x="3072" y="5948"/>
                    <a:pt x="2496" y="5380"/>
                  </a:cubicBezTo>
                  <a:cubicBezTo>
                    <a:pt x="706" y="3590"/>
                    <a:pt x="1966" y="541"/>
                    <a:pt x="4487" y="541"/>
                  </a:cubicBezTo>
                  <a:close/>
                  <a:moveTo>
                    <a:pt x="4478" y="0"/>
                  </a:moveTo>
                  <a:cubicBezTo>
                    <a:pt x="3649" y="0"/>
                    <a:pt x="2804" y="308"/>
                    <a:pt x="2118" y="994"/>
                  </a:cubicBezTo>
                  <a:cubicBezTo>
                    <a:pt x="0" y="3086"/>
                    <a:pt x="1513" y="6716"/>
                    <a:pt x="4487" y="6716"/>
                  </a:cubicBezTo>
                  <a:cubicBezTo>
                    <a:pt x="6352" y="6716"/>
                    <a:pt x="7839" y="5203"/>
                    <a:pt x="7864" y="3363"/>
                  </a:cubicBezTo>
                  <a:cubicBezTo>
                    <a:pt x="7864" y="1337"/>
                    <a:pt x="6207" y="0"/>
                    <a:pt x="44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2"/>
            <p:cNvSpPr/>
            <p:nvPr/>
          </p:nvSpPr>
          <p:spPr>
            <a:xfrm>
              <a:off x="6321275" y="4573400"/>
              <a:ext cx="155050" cy="132850"/>
            </a:xfrm>
            <a:custGeom>
              <a:avLst/>
              <a:gdLst/>
              <a:ahLst/>
              <a:cxnLst/>
              <a:rect l="l" t="t" r="r" b="b"/>
              <a:pathLst>
                <a:path w="6202" h="5314" extrusionOk="0">
                  <a:moveTo>
                    <a:pt x="3555" y="550"/>
                  </a:moveTo>
                  <a:cubicBezTo>
                    <a:pt x="4739" y="550"/>
                    <a:pt x="5672" y="1483"/>
                    <a:pt x="5672" y="2667"/>
                  </a:cubicBezTo>
                  <a:cubicBezTo>
                    <a:pt x="5672" y="3944"/>
                    <a:pt x="4638" y="4783"/>
                    <a:pt x="3556" y="4783"/>
                  </a:cubicBezTo>
                  <a:cubicBezTo>
                    <a:pt x="3034" y="4783"/>
                    <a:pt x="2502" y="4589"/>
                    <a:pt x="2068" y="4155"/>
                  </a:cubicBezTo>
                  <a:cubicBezTo>
                    <a:pt x="732" y="2819"/>
                    <a:pt x="1664" y="550"/>
                    <a:pt x="3555" y="550"/>
                  </a:cubicBezTo>
                  <a:close/>
                  <a:moveTo>
                    <a:pt x="3533" y="1"/>
                  </a:moveTo>
                  <a:cubicBezTo>
                    <a:pt x="2885" y="1"/>
                    <a:pt x="2226" y="241"/>
                    <a:pt x="1690" y="777"/>
                  </a:cubicBezTo>
                  <a:cubicBezTo>
                    <a:pt x="1" y="2466"/>
                    <a:pt x="1186" y="5314"/>
                    <a:pt x="3555" y="5314"/>
                  </a:cubicBezTo>
                  <a:cubicBezTo>
                    <a:pt x="5017" y="5314"/>
                    <a:pt x="6201" y="4129"/>
                    <a:pt x="6201" y="2667"/>
                  </a:cubicBezTo>
                  <a:cubicBezTo>
                    <a:pt x="6201" y="1062"/>
                    <a:pt x="4894" y="1"/>
                    <a:pt x="35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2"/>
            <p:cNvSpPr/>
            <p:nvPr/>
          </p:nvSpPr>
          <p:spPr>
            <a:xfrm>
              <a:off x="6342075" y="4589100"/>
              <a:ext cx="119125" cy="101400"/>
            </a:xfrm>
            <a:custGeom>
              <a:avLst/>
              <a:gdLst/>
              <a:ahLst/>
              <a:cxnLst/>
              <a:rect l="l" t="t" r="r" b="b"/>
              <a:pathLst>
                <a:path w="4765" h="4056" extrusionOk="0">
                  <a:moveTo>
                    <a:pt x="2723" y="527"/>
                  </a:moveTo>
                  <a:cubicBezTo>
                    <a:pt x="3555" y="527"/>
                    <a:pt x="4235" y="1208"/>
                    <a:pt x="4235" y="2039"/>
                  </a:cubicBezTo>
                  <a:cubicBezTo>
                    <a:pt x="4235" y="2943"/>
                    <a:pt x="3497" y="3535"/>
                    <a:pt x="2723" y="3535"/>
                  </a:cubicBezTo>
                  <a:cubicBezTo>
                    <a:pt x="2353" y="3535"/>
                    <a:pt x="1974" y="3400"/>
                    <a:pt x="1664" y="3098"/>
                  </a:cubicBezTo>
                  <a:cubicBezTo>
                    <a:pt x="732" y="2140"/>
                    <a:pt x="1387" y="527"/>
                    <a:pt x="2723" y="527"/>
                  </a:cubicBezTo>
                  <a:close/>
                  <a:moveTo>
                    <a:pt x="2715" y="0"/>
                  </a:moveTo>
                  <a:cubicBezTo>
                    <a:pt x="2214" y="0"/>
                    <a:pt x="1702" y="187"/>
                    <a:pt x="1286" y="603"/>
                  </a:cubicBezTo>
                  <a:cubicBezTo>
                    <a:pt x="1" y="1888"/>
                    <a:pt x="908" y="4056"/>
                    <a:pt x="2723" y="4056"/>
                  </a:cubicBezTo>
                  <a:cubicBezTo>
                    <a:pt x="3857" y="4056"/>
                    <a:pt x="4764" y="3148"/>
                    <a:pt x="4764" y="2039"/>
                  </a:cubicBezTo>
                  <a:cubicBezTo>
                    <a:pt x="4764" y="812"/>
                    <a:pt x="3762" y="0"/>
                    <a:pt x="27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2"/>
            <p:cNvSpPr/>
            <p:nvPr/>
          </p:nvSpPr>
          <p:spPr>
            <a:xfrm>
              <a:off x="6362250" y="4604175"/>
              <a:ext cx="83825" cy="71200"/>
            </a:xfrm>
            <a:custGeom>
              <a:avLst/>
              <a:gdLst/>
              <a:ahLst/>
              <a:cxnLst/>
              <a:rect l="l" t="t" r="r" b="b"/>
              <a:pathLst>
                <a:path w="3353" h="2848" extrusionOk="0">
                  <a:moveTo>
                    <a:pt x="1916" y="529"/>
                  </a:moveTo>
                  <a:cubicBezTo>
                    <a:pt x="2420" y="529"/>
                    <a:pt x="2823" y="932"/>
                    <a:pt x="2823" y="1436"/>
                  </a:cubicBezTo>
                  <a:cubicBezTo>
                    <a:pt x="2823" y="1967"/>
                    <a:pt x="2381" y="2324"/>
                    <a:pt x="1916" y="2324"/>
                  </a:cubicBezTo>
                  <a:cubicBezTo>
                    <a:pt x="1696" y="2324"/>
                    <a:pt x="1471" y="2244"/>
                    <a:pt x="1286" y="2067"/>
                  </a:cubicBezTo>
                  <a:cubicBezTo>
                    <a:pt x="731" y="1487"/>
                    <a:pt x="1134" y="529"/>
                    <a:pt x="1916" y="529"/>
                  </a:cubicBezTo>
                  <a:close/>
                  <a:moveTo>
                    <a:pt x="1919" y="1"/>
                  </a:moveTo>
                  <a:cubicBezTo>
                    <a:pt x="1565" y="1"/>
                    <a:pt x="1203" y="133"/>
                    <a:pt x="908" y="428"/>
                  </a:cubicBezTo>
                  <a:cubicBezTo>
                    <a:pt x="0" y="1310"/>
                    <a:pt x="656" y="2848"/>
                    <a:pt x="1916" y="2848"/>
                  </a:cubicBezTo>
                  <a:cubicBezTo>
                    <a:pt x="2697" y="2848"/>
                    <a:pt x="3352" y="2218"/>
                    <a:pt x="3352" y="1436"/>
                  </a:cubicBezTo>
                  <a:cubicBezTo>
                    <a:pt x="3352" y="569"/>
                    <a:pt x="2653" y="1"/>
                    <a:pt x="1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2"/>
            <p:cNvSpPr/>
            <p:nvPr/>
          </p:nvSpPr>
          <p:spPr>
            <a:xfrm>
              <a:off x="6224875" y="4611100"/>
              <a:ext cx="371175" cy="348475"/>
            </a:xfrm>
            <a:custGeom>
              <a:avLst/>
              <a:gdLst/>
              <a:ahLst/>
              <a:cxnLst/>
              <a:rect l="l" t="t" r="r" b="b"/>
              <a:pathLst>
                <a:path w="14847" h="13939" extrusionOk="0">
                  <a:moveTo>
                    <a:pt x="1" y="0"/>
                  </a:moveTo>
                  <a:lnTo>
                    <a:pt x="1" y="13938"/>
                  </a:lnTo>
                  <a:lnTo>
                    <a:pt x="14846" y="13938"/>
                  </a:lnTo>
                  <a:lnTo>
                    <a:pt x="148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2"/>
            <p:cNvSpPr/>
            <p:nvPr/>
          </p:nvSpPr>
          <p:spPr>
            <a:xfrm>
              <a:off x="6224875" y="4611100"/>
              <a:ext cx="371175" cy="348475"/>
            </a:xfrm>
            <a:custGeom>
              <a:avLst/>
              <a:gdLst/>
              <a:ahLst/>
              <a:cxnLst/>
              <a:rect l="l" t="t" r="r" b="b"/>
              <a:pathLst>
                <a:path w="14847" h="13939" extrusionOk="0">
                  <a:moveTo>
                    <a:pt x="14821" y="0"/>
                  </a:moveTo>
                  <a:cubicBezTo>
                    <a:pt x="14821" y="0"/>
                    <a:pt x="14644" y="6402"/>
                    <a:pt x="10108" y="9855"/>
                  </a:cubicBezTo>
                  <a:cubicBezTo>
                    <a:pt x="5546" y="13283"/>
                    <a:pt x="1" y="13938"/>
                    <a:pt x="1" y="13938"/>
                  </a:cubicBezTo>
                  <a:lnTo>
                    <a:pt x="14846" y="13938"/>
                  </a:lnTo>
                  <a:lnTo>
                    <a:pt x="148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2"/>
            <p:cNvSpPr/>
            <p:nvPr/>
          </p:nvSpPr>
          <p:spPr>
            <a:xfrm>
              <a:off x="6244400" y="4367725"/>
              <a:ext cx="385025" cy="247800"/>
            </a:xfrm>
            <a:custGeom>
              <a:avLst/>
              <a:gdLst/>
              <a:ahLst/>
              <a:cxnLst/>
              <a:rect l="l" t="t" r="r" b="b"/>
              <a:pathLst>
                <a:path w="15401" h="9912" extrusionOk="0">
                  <a:moveTo>
                    <a:pt x="6984" y="0"/>
                  </a:moveTo>
                  <a:cubicBezTo>
                    <a:pt x="3925" y="0"/>
                    <a:pt x="1073" y="1915"/>
                    <a:pt x="1" y="4971"/>
                  </a:cubicBezTo>
                  <a:lnTo>
                    <a:pt x="14040" y="9911"/>
                  </a:lnTo>
                  <a:cubicBezTo>
                    <a:pt x="15401" y="6030"/>
                    <a:pt x="13359" y="1796"/>
                    <a:pt x="9478" y="435"/>
                  </a:cubicBezTo>
                  <a:cubicBezTo>
                    <a:pt x="8652" y="140"/>
                    <a:pt x="7811" y="0"/>
                    <a:pt x="6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2"/>
            <p:cNvSpPr/>
            <p:nvPr/>
          </p:nvSpPr>
          <p:spPr>
            <a:xfrm>
              <a:off x="6481325" y="4378575"/>
              <a:ext cx="148750" cy="236950"/>
            </a:xfrm>
            <a:custGeom>
              <a:avLst/>
              <a:gdLst/>
              <a:ahLst/>
              <a:cxnLst/>
              <a:rect l="l" t="t" r="r" b="b"/>
              <a:pathLst>
                <a:path w="5950" h="9478" extrusionOk="0">
                  <a:moveTo>
                    <a:pt x="1" y="1"/>
                  </a:moveTo>
                  <a:lnTo>
                    <a:pt x="1" y="1"/>
                  </a:lnTo>
                  <a:cubicBezTo>
                    <a:pt x="3076" y="4008"/>
                    <a:pt x="2219" y="8646"/>
                    <a:pt x="2219" y="8646"/>
                  </a:cubicBezTo>
                  <a:lnTo>
                    <a:pt x="4563" y="9477"/>
                  </a:lnTo>
                  <a:cubicBezTo>
                    <a:pt x="5949" y="5596"/>
                    <a:pt x="3882" y="1336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2"/>
            <p:cNvSpPr/>
            <p:nvPr/>
          </p:nvSpPr>
          <p:spPr>
            <a:xfrm>
              <a:off x="5891550" y="4572275"/>
              <a:ext cx="366200" cy="220425"/>
            </a:xfrm>
            <a:custGeom>
              <a:avLst/>
              <a:gdLst/>
              <a:ahLst/>
              <a:cxnLst/>
              <a:rect l="l" t="t" r="r" b="b"/>
              <a:pathLst>
                <a:path w="14648" h="8817" extrusionOk="0">
                  <a:moveTo>
                    <a:pt x="14269" y="1"/>
                  </a:moveTo>
                  <a:cubicBezTo>
                    <a:pt x="14227" y="1"/>
                    <a:pt x="14184" y="13"/>
                    <a:pt x="14140" y="41"/>
                  </a:cubicBezTo>
                  <a:cubicBezTo>
                    <a:pt x="11015" y="2082"/>
                    <a:pt x="7133" y="1679"/>
                    <a:pt x="3806" y="3141"/>
                  </a:cubicBezTo>
                  <a:cubicBezTo>
                    <a:pt x="2067" y="3897"/>
                    <a:pt x="0" y="6418"/>
                    <a:pt x="1714" y="8207"/>
                  </a:cubicBezTo>
                  <a:cubicBezTo>
                    <a:pt x="2117" y="8619"/>
                    <a:pt x="2717" y="8816"/>
                    <a:pt x="3323" y="8816"/>
                  </a:cubicBezTo>
                  <a:cubicBezTo>
                    <a:pt x="4311" y="8816"/>
                    <a:pt x="5317" y="8293"/>
                    <a:pt x="5520" y="7325"/>
                  </a:cubicBezTo>
                  <a:cubicBezTo>
                    <a:pt x="5747" y="6241"/>
                    <a:pt x="4925" y="5490"/>
                    <a:pt x="4087" y="5490"/>
                  </a:cubicBezTo>
                  <a:cubicBezTo>
                    <a:pt x="3620" y="5490"/>
                    <a:pt x="3147" y="5724"/>
                    <a:pt x="2849" y="6266"/>
                  </a:cubicBezTo>
                  <a:cubicBezTo>
                    <a:pt x="2745" y="6490"/>
                    <a:pt x="2925" y="6679"/>
                    <a:pt x="3105" y="6679"/>
                  </a:cubicBezTo>
                  <a:cubicBezTo>
                    <a:pt x="3188" y="6679"/>
                    <a:pt x="3272" y="6639"/>
                    <a:pt x="3327" y="6544"/>
                  </a:cubicBezTo>
                  <a:cubicBezTo>
                    <a:pt x="3526" y="6165"/>
                    <a:pt x="3783" y="6014"/>
                    <a:pt x="4034" y="6014"/>
                  </a:cubicBezTo>
                  <a:cubicBezTo>
                    <a:pt x="4838" y="6014"/>
                    <a:pt x="5586" y="7555"/>
                    <a:pt x="4184" y="8131"/>
                  </a:cubicBezTo>
                  <a:cubicBezTo>
                    <a:pt x="3935" y="8218"/>
                    <a:pt x="3674" y="8260"/>
                    <a:pt x="3415" y="8260"/>
                  </a:cubicBezTo>
                  <a:cubicBezTo>
                    <a:pt x="2994" y="8260"/>
                    <a:pt x="2577" y="8148"/>
                    <a:pt x="2218" y="7930"/>
                  </a:cubicBezTo>
                  <a:cubicBezTo>
                    <a:pt x="958" y="7199"/>
                    <a:pt x="1815" y="5510"/>
                    <a:pt x="2471" y="4779"/>
                  </a:cubicBezTo>
                  <a:cubicBezTo>
                    <a:pt x="3075" y="4124"/>
                    <a:pt x="3857" y="3620"/>
                    <a:pt x="4714" y="3343"/>
                  </a:cubicBezTo>
                  <a:cubicBezTo>
                    <a:pt x="7889" y="2183"/>
                    <a:pt x="11469" y="2435"/>
                    <a:pt x="14392" y="520"/>
                  </a:cubicBezTo>
                  <a:cubicBezTo>
                    <a:pt x="14647" y="350"/>
                    <a:pt x="14490" y="1"/>
                    <a:pt x="142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2"/>
            <p:cNvSpPr/>
            <p:nvPr/>
          </p:nvSpPr>
          <p:spPr>
            <a:xfrm>
              <a:off x="6257025" y="4754125"/>
              <a:ext cx="45375" cy="66175"/>
            </a:xfrm>
            <a:custGeom>
              <a:avLst/>
              <a:gdLst/>
              <a:ahLst/>
              <a:cxnLst/>
              <a:rect l="l" t="t" r="r" b="b"/>
              <a:pathLst>
                <a:path w="1815" h="2647" extrusionOk="0">
                  <a:moveTo>
                    <a:pt x="0" y="0"/>
                  </a:moveTo>
                  <a:lnTo>
                    <a:pt x="0" y="2647"/>
                  </a:lnTo>
                  <a:lnTo>
                    <a:pt x="529" y="2647"/>
                  </a:lnTo>
                  <a:lnTo>
                    <a:pt x="529" y="1538"/>
                  </a:lnTo>
                  <a:lnTo>
                    <a:pt x="1613" y="1538"/>
                  </a:lnTo>
                  <a:lnTo>
                    <a:pt x="1613" y="1160"/>
                  </a:lnTo>
                  <a:lnTo>
                    <a:pt x="504" y="1160"/>
                  </a:lnTo>
                  <a:lnTo>
                    <a:pt x="504" y="404"/>
                  </a:lnTo>
                  <a:lnTo>
                    <a:pt x="1815" y="404"/>
                  </a:lnTo>
                  <a:lnTo>
                    <a:pt x="18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2"/>
            <p:cNvSpPr/>
            <p:nvPr/>
          </p:nvSpPr>
          <p:spPr>
            <a:xfrm>
              <a:off x="6319400" y="4754125"/>
              <a:ext cx="42875" cy="66175"/>
            </a:xfrm>
            <a:custGeom>
              <a:avLst/>
              <a:gdLst/>
              <a:ahLst/>
              <a:cxnLst/>
              <a:rect l="l" t="t" r="r" b="b"/>
              <a:pathLst>
                <a:path w="1715" h="2647" extrusionOk="0">
                  <a:moveTo>
                    <a:pt x="0" y="0"/>
                  </a:moveTo>
                  <a:lnTo>
                    <a:pt x="0" y="2647"/>
                  </a:lnTo>
                  <a:lnTo>
                    <a:pt x="1714" y="2647"/>
                  </a:lnTo>
                  <a:lnTo>
                    <a:pt x="1714" y="2244"/>
                  </a:lnTo>
                  <a:lnTo>
                    <a:pt x="530" y="2244"/>
                  </a:lnTo>
                  <a:lnTo>
                    <a:pt x="5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2"/>
            <p:cNvSpPr/>
            <p:nvPr/>
          </p:nvSpPr>
          <p:spPr>
            <a:xfrm>
              <a:off x="6373575" y="4753425"/>
              <a:ext cx="56125" cy="67525"/>
            </a:xfrm>
            <a:custGeom>
              <a:avLst/>
              <a:gdLst/>
              <a:ahLst/>
              <a:cxnLst/>
              <a:rect l="l" t="t" r="r" b="b"/>
              <a:pathLst>
                <a:path w="2245" h="2701" extrusionOk="0">
                  <a:moveTo>
                    <a:pt x="1135" y="407"/>
                  </a:moveTo>
                  <a:cubicBezTo>
                    <a:pt x="1286" y="407"/>
                    <a:pt x="1463" y="482"/>
                    <a:pt x="1564" y="608"/>
                  </a:cubicBezTo>
                  <a:cubicBezTo>
                    <a:pt x="1664" y="759"/>
                    <a:pt x="1715" y="936"/>
                    <a:pt x="1715" y="1112"/>
                  </a:cubicBezTo>
                  <a:lnTo>
                    <a:pt x="1715" y="1591"/>
                  </a:lnTo>
                  <a:cubicBezTo>
                    <a:pt x="1715" y="1768"/>
                    <a:pt x="1664" y="1944"/>
                    <a:pt x="1564" y="2095"/>
                  </a:cubicBezTo>
                  <a:cubicBezTo>
                    <a:pt x="1463" y="2221"/>
                    <a:pt x="1286" y="2297"/>
                    <a:pt x="1135" y="2297"/>
                  </a:cubicBezTo>
                  <a:cubicBezTo>
                    <a:pt x="959" y="2297"/>
                    <a:pt x="807" y="2221"/>
                    <a:pt x="707" y="2095"/>
                  </a:cubicBezTo>
                  <a:cubicBezTo>
                    <a:pt x="606" y="1944"/>
                    <a:pt x="555" y="1768"/>
                    <a:pt x="555" y="1591"/>
                  </a:cubicBezTo>
                  <a:lnTo>
                    <a:pt x="555" y="1112"/>
                  </a:lnTo>
                  <a:cubicBezTo>
                    <a:pt x="555" y="936"/>
                    <a:pt x="606" y="759"/>
                    <a:pt x="707" y="608"/>
                  </a:cubicBezTo>
                  <a:cubicBezTo>
                    <a:pt x="807" y="482"/>
                    <a:pt x="959" y="407"/>
                    <a:pt x="1135" y="407"/>
                  </a:cubicBezTo>
                  <a:close/>
                  <a:moveTo>
                    <a:pt x="1058" y="0"/>
                  </a:moveTo>
                  <a:cubicBezTo>
                    <a:pt x="782" y="0"/>
                    <a:pt x="513" y="121"/>
                    <a:pt x="329" y="306"/>
                  </a:cubicBezTo>
                  <a:cubicBezTo>
                    <a:pt x="127" y="533"/>
                    <a:pt x="1" y="810"/>
                    <a:pt x="26" y="1112"/>
                  </a:cubicBezTo>
                  <a:lnTo>
                    <a:pt x="26" y="1591"/>
                  </a:lnTo>
                  <a:cubicBezTo>
                    <a:pt x="1" y="1894"/>
                    <a:pt x="127" y="2171"/>
                    <a:pt x="329" y="2398"/>
                  </a:cubicBezTo>
                  <a:cubicBezTo>
                    <a:pt x="555" y="2599"/>
                    <a:pt x="845" y="2700"/>
                    <a:pt x="1132" y="2700"/>
                  </a:cubicBezTo>
                  <a:cubicBezTo>
                    <a:pt x="1419" y="2700"/>
                    <a:pt x="1702" y="2599"/>
                    <a:pt x="1916" y="2398"/>
                  </a:cubicBezTo>
                  <a:cubicBezTo>
                    <a:pt x="2143" y="2171"/>
                    <a:pt x="2244" y="1894"/>
                    <a:pt x="2244" y="1591"/>
                  </a:cubicBezTo>
                  <a:lnTo>
                    <a:pt x="2244" y="1112"/>
                  </a:lnTo>
                  <a:cubicBezTo>
                    <a:pt x="2244" y="810"/>
                    <a:pt x="2143" y="533"/>
                    <a:pt x="1916" y="306"/>
                  </a:cubicBezTo>
                  <a:cubicBezTo>
                    <a:pt x="1732" y="121"/>
                    <a:pt x="1463" y="0"/>
                    <a:pt x="1206" y="0"/>
                  </a:cubicBezTo>
                  <a:cubicBezTo>
                    <a:pt x="1183" y="0"/>
                    <a:pt x="1159" y="1"/>
                    <a:pt x="1135" y="3"/>
                  </a:cubicBezTo>
                  <a:cubicBezTo>
                    <a:pt x="1109" y="1"/>
                    <a:pt x="1084" y="0"/>
                    <a:pt x="10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2"/>
            <p:cNvSpPr/>
            <p:nvPr/>
          </p:nvSpPr>
          <p:spPr>
            <a:xfrm>
              <a:off x="6447300" y="4753375"/>
              <a:ext cx="51075" cy="67050"/>
            </a:xfrm>
            <a:custGeom>
              <a:avLst/>
              <a:gdLst/>
              <a:ahLst/>
              <a:cxnLst/>
              <a:rect l="l" t="t" r="r" b="b"/>
              <a:pathLst>
                <a:path w="2043" h="2682" extrusionOk="0">
                  <a:moveTo>
                    <a:pt x="938" y="0"/>
                  </a:moveTo>
                  <a:cubicBezTo>
                    <a:pt x="719" y="0"/>
                    <a:pt x="505" y="75"/>
                    <a:pt x="328" y="207"/>
                  </a:cubicBezTo>
                  <a:cubicBezTo>
                    <a:pt x="152" y="333"/>
                    <a:pt x="51" y="509"/>
                    <a:pt x="51" y="736"/>
                  </a:cubicBezTo>
                  <a:cubicBezTo>
                    <a:pt x="51" y="938"/>
                    <a:pt x="152" y="1114"/>
                    <a:pt x="303" y="1240"/>
                  </a:cubicBezTo>
                  <a:cubicBezTo>
                    <a:pt x="505" y="1392"/>
                    <a:pt x="757" y="1492"/>
                    <a:pt x="1009" y="1568"/>
                  </a:cubicBezTo>
                  <a:cubicBezTo>
                    <a:pt x="1160" y="1593"/>
                    <a:pt x="1286" y="1644"/>
                    <a:pt x="1387" y="1744"/>
                  </a:cubicBezTo>
                  <a:cubicBezTo>
                    <a:pt x="1463" y="1795"/>
                    <a:pt x="1488" y="1896"/>
                    <a:pt x="1488" y="1971"/>
                  </a:cubicBezTo>
                  <a:cubicBezTo>
                    <a:pt x="1488" y="2072"/>
                    <a:pt x="1463" y="2148"/>
                    <a:pt x="1387" y="2198"/>
                  </a:cubicBezTo>
                  <a:cubicBezTo>
                    <a:pt x="1286" y="2274"/>
                    <a:pt x="1185" y="2299"/>
                    <a:pt x="1059" y="2299"/>
                  </a:cubicBezTo>
                  <a:cubicBezTo>
                    <a:pt x="933" y="2299"/>
                    <a:pt x="782" y="2248"/>
                    <a:pt x="656" y="2173"/>
                  </a:cubicBezTo>
                  <a:cubicBezTo>
                    <a:pt x="555" y="2097"/>
                    <a:pt x="505" y="1971"/>
                    <a:pt x="530" y="1820"/>
                  </a:cubicBezTo>
                  <a:lnTo>
                    <a:pt x="1" y="1820"/>
                  </a:lnTo>
                  <a:cubicBezTo>
                    <a:pt x="1" y="2072"/>
                    <a:pt x="102" y="2324"/>
                    <a:pt x="328" y="2450"/>
                  </a:cubicBezTo>
                  <a:cubicBezTo>
                    <a:pt x="555" y="2601"/>
                    <a:pt x="807" y="2677"/>
                    <a:pt x="1085" y="2677"/>
                  </a:cubicBezTo>
                  <a:cubicBezTo>
                    <a:pt x="1114" y="2680"/>
                    <a:pt x="1144" y="2682"/>
                    <a:pt x="1174" y="2682"/>
                  </a:cubicBezTo>
                  <a:cubicBezTo>
                    <a:pt x="1376" y="2682"/>
                    <a:pt x="1593" y="2610"/>
                    <a:pt x="1790" y="2501"/>
                  </a:cubicBezTo>
                  <a:cubicBezTo>
                    <a:pt x="1942" y="2374"/>
                    <a:pt x="2042" y="2173"/>
                    <a:pt x="2042" y="1946"/>
                  </a:cubicBezTo>
                  <a:cubicBezTo>
                    <a:pt x="2042" y="1744"/>
                    <a:pt x="1967" y="1568"/>
                    <a:pt x="1816" y="1417"/>
                  </a:cubicBezTo>
                  <a:cubicBezTo>
                    <a:pt x="1639" y="1265"/>
                    <a:pt x="1412" y="1165"/>
                    <a:pt x="1160" y="1114"/>
                  </a:cubicBezTo>
                  <a:cubicBezTo>
                    <a:pt x="1009" y="1064"/>
                    <a:pt x="858" y="1013"/>
                    <a:pt x="732" y="938"/>
                  </a:cubicBezTo>
                  <a:cubicBezTo>
                    <a:pt x="656" y="887"/>
                    <a:pt x="606" y="812"/>
                    <a:pt x="606" y="711"/>
                  </a:cubicBezTo>
                  <a:cubicBezTo>
                    <a:pt x="606" y="610"/>
                    <a:pt x="656" y="535"/>
                    <a:pt x="732" y="459"/>
                  </a:cubicBezTo>
                  <a:cubicBezTo>
                    <a:pt x="807" y="409"/>
                    <a:pt x="933" y="383"/>
                    <a:pt x="1034" y="383"/>
                  </a:cubicBezTo>
                  <a:cubicBezTo>
                    <a:pt x="1057" y="379"/>
                    <a:pt x="1079" y="377"/>
                    <a:pt x="1101" y="377"/>
                  </a:cubicBezTo>
                  <a:cubicBezTo>
                    <a:pt x="1204" y="377"/>
                    <a:pt x="1304" y="422"/>
                    <a:pt x="1387" y="484"/>
                  </a:cubicBezTo>
                  <a:cubicBezTo>
                    <a:pt x="1463" y="560"/>
                    <a:pt x="1513" y="686"/>
                    <a:pt x="1513" y="812"/>
                  </a:cubicBezTo>
                  <a:lnTo>
                    <a:pt x="2017" y="812"/>
                  </a:lnTo>
                  <a:cubicBezTo>
                    <a:pt x="2017" y="585"/>
                    <a:pt x="1916" y="358"/>
                    <a:pt x="1765" y="232"/>
                  </a:cubicBezTo>
                  <a:cubicBezTo>
                    <a:pt x="1584" y="96"/>
                    <a:pt x="1343" y="1"/>
                    <a:pt x="1113" y="1"/>
                  </a:cubicBezTo>
                  <a:cubicBezTo>
                    <a:pt x="1087" y="1"/>
                    <a:pt x="1060" y="3"/>
                    <a:pt x="1034" y="5"/>
                  </a:cubicBezTo>
                  <a:cubicBezTo>
                    <a:pt x="1002" y="2"/>
                    <a:pt x="970" y="0"/>
                    <a:pt x="9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2"/>
            <p:cNvSpPr/>
            <p:nvPr/>
          </p:nvSpPr>
          <p:spPr>
            <a:xfrm>
              <a:off x="6515350" y="4753375"/>
              <a:ext cx="51700" cy="67050"/>
            </a:xfrm>
            <a:custGeom>
              <a:avLst/>
              <a:gdLst/>
              <a:ahLst/>
              <a:cxnLst/>
              <a:rect l="l" t="t" r="r" b="b"/>
              <a:pathLst>
                <a:path w="2068" h="2682" extrusionOk="0">
                  <a:moveTo>
                    <a:pt x="964" y="0"/>
                  </a:moveTo>
                  <a:cubicBezTo>
                    <a:pt x="744" y="0"/>
                    <a:pt x="530" y="75"/>
                    <a:pt x="354" y="207"/>
                  </a:cubicBezTo>
                  <a:cubicBezTo>
                    <a:pt x="177" y="333"/>
                    <a:pt x="51" y="509"/>
                    <a:pt x="77" y="736"/>
                  </a:cubicBezTo>
                  <a:cubicBezTo>
                    <a:pt x="51" y="938"/>
                    <a:pt x="152" y="1114"/>
                    <a:pt x="303" y="1240"/>
                  </a:cubicBezTo>
                  <a:cubicBezTo>
                    <a:pt x="530" y="1392"/>
                    <a:pt x="757" y="1492"/>
                    <a:pt x="1009" y="1568"/>
                  </a:cubicBezTo>
                  <a:cubicBezTo>
                    <a:pt x="1160" y="1593"/>
                    <a:pt x="1286" y="1644"/>
                    <a:pt x="1387" y="1744"/>
                  </a:cubicBezTo>
                  <a:cubicBezTo>
                    <a:pt x="1463" y="1795"/>
                    <a:pt x="1513" y="1896"/>
                    <a:pt x="1513" y="1971"/>
                  </a:cubicBezTo>
                  <a:cubicBezTo>
                    <a:pt x="1488" y="2072"/>
                    <a:pt x="1463" y="2148"/>
                    <a:pt x="1387" y="2198"/>
                  </a:cubicBezTo>
                  <a:cubicBezTo>
                    <a:pt x="1286" y="2248"/>
                    <a:pt x="1186" y="2299"/>
                    <a:pt x="1060" y="2299"/>
                  </a:cubicBezTo>
                  <a:cubicBezTo>
                    <a:pt x="933" y="2299"/>
                    <a:pt x="782" y="2248"/>
                    <a:pt x="656" y="2173"/>
                  </a:cubicBezTo>
                  <a:cubicBezTo>
                    <a:pt x="555" y="2097"/>
                    <a:pt x="505" y="1971"/>
                    <a:pt x="530" y="1820"/>
                  </a:cubicBezTo>
                  <a:lnTo>
                    <a:pt x="1" y="1820"/>
                  </a:lnTo>
                  <a:cubicBezTo>
                    <a:pt x="1" y="2072"/>
                    <a:pt x="102" y="2324"/>
                    <a:pt x="329" y="2450"/>
                  </a:cubicBezTo>
                  <a:cubicBezTo>
                    <a:pt x="555" y="2601"/>
                    <a:pt x="807" y="2677"/>
                    <a:pt x="1085" y="2677"/>
                  </a:cubicBezTo>
                  <a:cubicBezTo>
                    <a:pt x="1117" y="2680"/>
                    <a:pt x="1148" y="2682"/>
                    <a:pt x="1180" y="2682"/>
                  </a:cubicBezTo>
                  <a:cubicBezTo>
                    <a:pt x="1394" y="2682"/>
                    <a:pt x="1592" y="2607"/>
                    <a:pt x="1790" y="2475"/>
                  </a:cubicBezTo>
                  <a:cubicBezTo>
                    <a:pt x="1967" y="2374"/>
                    <a:pt x="2068" y="2173"/>
                    <a:pt x="2042" y="1946"/>
                  </a:cubicBezTo>
                  <a:cubicBezTo>
                    <a:pt x="2068" y="1744"/>
                    <a:pt x="1967" y="1568"/>
                    <a:pt x="1816" y="1417"/>
                  </a:cubicBezTo>
                  <a:cubicBezTo>
                    <a:pt x="1639" y="1265"/>
                    <a:pt x="1412" y="1165"/>
                    <a:pt x="1160" y="1114"/>
                  </a:cubicBezTo>
                  <a:cubicBezTo>
                    <a:pt x="1009" y="1064"/>
                    <a:pt x="858" y="1013"/>
                    <a:pt x="732" y="938"/>
                  </a:cubicBezTo>
                  <a:cubicBezTo>
                    <a:pt x="656" y="887"/>
                    <a:pt x="606" y="787"/>
                    <a:pt x="606" y="711"/>
                  </a:cubicBezTo>
                  <a:cubicBezTo>
                    <a:pt x="606" y="610"/>
                    <a:pt x="656" y="535"/>
                    <a:pt x="732" y="459"/>
                  </a:cubicBezTo>
                  <a:cubicBezTo>
                    <a:pt x="794" y="418"/>
                    <a:pt x="889" y="377"/>
                    <a:pt x="977" y="377"/>
                  </a:cubicBezTo>
                  <a:cubicBezTo>
                    <a:pt x="996" y="377"/>
                    <a:pt x="1016" y="379"/>
                    <a:pt x="1034" y="383"/>
                  </a:cubicBezTo>
                  <a:cubicBezTo>
                    <a:pt x="1057" y="379"/>
                    <a:pt x="1079" y="377"/>
                    <a:pt x="1101" y="377"/>
                  </a:cubicBezTo>
                  <a:cubicBezTo>
                    <a:pt x="1204" y="377"/>
                    <a:pt x="1304" y="422"/>
                    <a:pt x="1387" y="484"/>
                  </a:cubicBezTo>
                  <a:cubicBezTo>
                    <a:pt x="1463" y="560"/>
                    <a:pt x="1513" y="686"/>
                    <a:pt x="1513" y="812"/>
                  </a:cubicBezTo>
                  <a:lnTo>
                    <a:pt x="2017" y="812"/>
                  </a:lnTo>
                  <a:cubicBezTo>
                    <a:pt x="2017" y="585"/>
                    <a:pt x="1942" y="358"/>
                    <a:pt x="1765" y="232"/>
                  </a:cubicBezTo>
                  <a:cubicBezTo>
                    <a:pt x="1584" y="96"/>
                    <a:pt x="1363" y="1"/>
                    <a:pt x="1137" y="1"/>
                  </a:cubicBezTo>
                  <a:cubicBezTo>
                    <a:pt x="1112" y="1"/>
                    <a:pt x="1086" y="3"/>
                    <a:pt x="1060" y="5"/>
                  </a:cubicBezTo>
                  <a:cubicBezTo>
                    <a:pt x="1027" y="2"/>
                    <a:pt x="995" y="0"/>
                    <a:pt x="9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2"/>
            <p:cNvSpPr/>
            <p:nvPr/>
          </p:nvSpPr>
          <p:spPr>
            <a:xfrm>
              <a:off x="4510975" y="3660775"/>
              <a:ext cx="1545050" cy="1569400"/>
            </a:xfrm>
            <a:custGeom>
              <a:avLst/>
              <a:gdLst/>
              <a:ahLst/>
              <a:cxnLst/>
              <a:rect l="l" t="t" r="r" b="b"/>
              <a:pathLst>
                <a:path w="61802" h="62776" extrusionOk="0">
                  <a:moveTo>
                    <a:pt x="13975" y="1"/>
                  </a:moveTo>
                  <a:cubicBezTo>
                    <a:pt x="12235" y="1"/>
                    <a:pt x="10342" y="448"/>
                    <a:pt x="8217" y="1643"/>
                  </a:cubicBezTo>
                  <a:cubicBezTo>
                    <a:pt x="0" y="6306"/>
                    <a:pt x="404" y="22336"/>
                    <a:pt x="3050" y="35997"/>
                  </a:cubicBezTo>
                  <a:cubicBezTo>
                    <a:pt x="5697" y="49632"/>
                    <a:pt x="12325" y="62764"/>
                    <a:pt x="15905" y="62764"/>
                  </a:cubicBezTo>
                  <a:cubicBezTo>
                    <a:pt x="19480" y="62764"/>
                    <a:pt x="21443" y="45924"/>
                    <a:pt x="26026" y="45924"/>
                  </a:cubicBezTo>
                  <a:cubicBezTo>
                    <a:pt x="26063" y="45924"/>
                    <a:pt x="26100" y="45925"/>
                    <a:pt x="26138" y="45927"/>
                  </a:cubicBezTo>
                  <a:cubicBezTo>
                    <a:pt x="30704" y="46200"/>
                    <a:pt x="31165" y="62776"/>
                    <a:pt x="38519" y="62776"/>
                  </a:cubicBezTo>
                  <a:cubicBezTo>
                    <a:pt x="38633" y="62776"/>
                    <a:pt x="38749" y="62772"/>
                    <a:pt x="38866" y="62764"/>
                  </a:cubicBezTo>
                  <a:cubicBezTo>
                    <a:pt x="46553" y="62235"/>
                    <a:pt x="44965" y="52304"/>
                    <a:pt x="51065" y="42071"/>
                  </a:cubicBezTo>
                  <a:cubicBezTo>
                    <a:pt x="57164" y="31863"/>
                    <a:pt x="61802" y="6003"/>
                    <a:pt x="53585" y="1618"/>
                  </a:cubicBezTo>
                  <a:cubicBezTo>
                    <a:pt x="51605" y="567"/>
                    <a:pt x="49377" y="170"/>
                    <a:pt x="47055" y="170"/>
                  </a:cubicBezTo>
                  <a:cubicBezTo>
                    <a:pt x="39915" y="170"/>
                    <a:pt x="31881" y="3918"/>
                    <a:pt x="27391" y="3918"/>
                  </a:cubicBezTo>
                  <a:cubicBezTo>
                    <a:pt x="27282" y="3918"/>
                    <a:pt x="27175" y="3916"/>
                    <a:pt x="27070" y="3911"/>
                  </a:cubicBezTo>
                  <a:cubicBezTo>
                    <a:pt x="22730" y="3706"/>
                    <a:pt x="18987" y="1"/>
                    <a:pt x="139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2"/>
            <p:cNvSpPr/>
            <p:nvPr/>
          </p:nvSpPr>
          <p:spPr>
            <a:xfrm>
              <a:off x="5277825" y="3687350"/>
              <a:ext cx="778200" cy="1544100"/>
            </a:xfrm>
            <a:custGeom>
              <a:avLst/>
              <a:gdLst/>
              <a:ahLst/>
              <a:cxnLst/>
              <a:rect l="l" t="t" r="r" b="b"/>
              <a:pathLst>
                <a:path w="31128" h="61764" extrusionOk="0">
                  <a:moveTo>
                    <a:pt x="21651" y="0"/>
                  </a:moveTo>
                  <a:lnTo>
                    <a:pt x="21651" y="0"/>
                  </a:lnTo>
                  <a:cubicBezTo>
                    <a:pt x="22306" y="3831"/>
                    <a:pt x="23718" y="14644"/>
                    <a:pt x="21374" y="26767"/>
                  </a:cubicBezTo>
                  <a:cubicBezTo>
                    <a:pt x="18450" y="41890"/>
                    <a:pt x="12703" y="53535"/>
                    <a:pt x="7763" y="54795"/>
                  </a:cubicBezTo>
                  <a:cubicBezTo>
                    <a:pt x="7355" y="54899"/>
                    <a:pt x="6944" y="54946"/>
                    <a:pt x="6533" y="54946"/>
                  </a:cubicBezTo>
                  <a:cubicBezTo>
                    <a:pt x="4149" y="54946"/>
                    <a:pt x="1763" y="53347"/>
                    <a:pt x="0" y="51821"/>
                  </a:cubicBezTo>
                  <a:lnTo>
                    <a:pt x="0" y="51821"/>
                  </a:lnTo>
                  <a:cubicBezTo>
                    <a:pt x="1742" y="56482"/>
                    <a:pt x="3699" y="61763"/>
                    <a:pt x="7845" y="61763"/>
                  </a:cubicBezTo>
                  <a:cubicBezTo>
                    <a:pt x="7959" y="61763"/>
                    <a:pt x="8075" y="61759"/>
                    <a:pt x="8192" y="61751"/>
                  </a:cubicBezTo>
                  <a:cubicBezTo>
                    <a:pt x="15904" y="61222"/>
                    <a:pt x="14291" y="51266"/>
                    <a:pt x="20416" y="41058"/>
                  </a:cubicBezTo>
                  <a:cubicBezTo>
                    <a:pt x="26515" y="30851"/>
                    <a:pt x="31128" y="4966"/>
                    <a:pt x="22911" y="580"/>
                  </a:cubicBezTo>
                  <a:cubicBezTo>
                    <a:pt x="22508" y="378"/>
                    <a:pt x="22079" y="177"/>
                    <a:pt x="216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2"/>
            <p:cNvSpPr/>
            <p:nvPr/>
          </p:nvSpPr>
          <p:spPr>
            <a:xfrm>
              <a:off x="4255150" y="4227875"/>
              <a:ext cx="477650" cy="531275"/>
            </a:xfrm>
            <a:custGeom>
              <a:avLst/>
              <a:gdLst/>
              <a:ahLst/>
              <a:cxnLst/>
              <a:rect l="l" t="t" r="r" b="b"/>
              <a:pathLst>
                <a:path w="19106" h="21251" extrusionOk="0">
                  <a:moveTo>
                    <a:pt x="14033" y="1"/>
                  </a:moveTo>
                  <a:cubicBezTo>
                    <a:pt x="13683" y="1"/>
                    <a:pt x="13323" y="83"/>
                    <a:pt x="12981" y="232"/>
                  </a:cubicBezTo>
                  <a:cubicBezTo>
                    <a:pt x="9074" y="1920"/>
                    <a:pt x="3050" y="2903"/>
                    <a:pt x="1160" y="7289"/>
                  </a:cubicBezTo>
                  <a:cubicBezTo>
                    <a:pt x="0" y="9961"/>
                    <a:pt x="1689" y="12052"/>
                    <a:pt x="3882" y="13414"/>
                  </a:cubicBezTo>
                  <a:cubicBezTo>
                    <a:pt x="5016" y="14119"/>
                    <a:pt x="6176" y="14699"/>
                    <a:pt x="7259" y="15480"/>
                  </a:cubicBezTo>
                  <a:cubicBezTo>
                    <a:pt x="8268" y="16236"/>
                    <a:pt x="9225" y="17068"/>
                    <a:pt x="10133" y="17976"/>
                  </a:cubicBezTo>
                  <a:cubicBezTo>
                    <a:pt x="10464" y="20029"/>
                    <a:pt x="12211" y="21250"/>
                    <a:pt x="14002" y="21250"/>
                  </a:cubicBezTo>
                  <a:cubicBezTo>
                    <a:pt x="15070" y="21250"/>
                    <a:pt x="16154" y="20816"/>
                    <a:pt x="16963" y="19866"/>
                  </a:cubicBezTo>
                  <a:cubicBezTo>
                    <a:pt x="19105" y="17345"/>
                    <a:pt x="17316" y="13439"/>
                    <a:pt x="13989" y="13439"/>
                  </a:cubicBezTo>
                  <a:cubicBezTo>
                    <a:pt x="13208" y="13439"/>
                    <a:pt x="12426" y="13666"/>
                    <a:pt x="11796" y="14119"/>
                  </a:cubicBezTo>
                  <a:cubicBezTo>
                    <a:pt x="10536" y="12960"/>
                    <a:pt x="9175" y="11926"/>
                    <a:pt x="7738" y="11019"/>
                  </a:cubicBezTo>
                  <a:cubicBezTo>
                    <a:pt x="6957" y="10540"/>
                    <a:pt x="6125" y="10137"/>
                    <a:pt x="5344" y="9633"/>
                  </a:cubicBezTo>
                  <a:cubicBezTo>
                    <a:pt x="5142" y="9507"/>
                    <a:pt x="4966" y="9330"/>
                    <a:pt x="4789" y="9154"/>
                  </a:cubicBezTo>
                  <a:cubicBezTo>
                    <a:pt x="4764" y="9078"/>
                    <a:pt x="4764" y="9053"/>
                    <a:pt x="4739" y="9003"/>
                  </a:cubicBezTo>
                  <a:cubicBezTo>
                    <a:pt x="4764" y="8902"/>
                    <a:pt x="4815" y="8801"/>
                    <a:pt x="4890" y="8725"/>
                  </a:cubicBezTo>
                  <a:cubicBezTo>
                    <a:pt x="5797" y="7264"/>
                    <a:pt x="7864" y="6432"/>
                    <a:pt x="9377" y="5827"/>
                  </a:cubicBezTo>
                  <a:cubicBezTo>
                    <a:pt x="11242" y="5071"/>
                    <a:pt x="13157" y="4466"/>
                    <a:pt x="14997" y="3685"/>
                  </a:cubicBezTo>
                  <a:cubicBezTo>
                    <a:pt x="15980" y="3231"/>
                    <a:pt x="16207" y="1794"/>
                    <a:pt x="15703" y="963"/>
                  </a:cubicBezTo>
                  <a:cubicBezTo>
                    <a:pt x="15308" y="289"/>
                    <a:pt x="14689" y="1"/>
                    <a:pt x="140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2"/>
            <p:cNvSpPr/>
            <p:nvPr/>
          </p:nvSpPr>
          <p:spPr>
            <a:xfrm>
              <a:off x="5676450" y="4227875"/>
              <a:ext cx="469050" cy="530975"/>
            </a:xfrm>
            <a:custGeom>
              <a:avLst/>
              <a:gdLst/>
              <a:ahLst/>
              <a:cxnLst/>
              <a:rect l="l" t="t" r="r" b="b"/>
              <a:pathLst>
                <a:path w="18762" h="21239" extrusionOk="0">
                  <a:moveTo>
                    <a:pt x="4738" y="1"/>
                  </a:moveTo>
                  <a:cubicBezTo>
                    <a:pt x="4077" y="1"/>
                    <a:pt x="3463" y="289"/>
                    <a:pt x="3085" y="963"/>
                  </a:cubicBezTo>
                  <a:cubicBezTo>
                    <a:pt x="2581" y="1794"/>
                    <a:pt x="2782" y="3231"/>
                    <a:pt x="3790" y="3685"/>
                  </a:cubicBezTo>
                  <a:cubicBezTo>
                    <a:pt x="5630" y="4466"/>
                    <a:pt x="7546" y="5071"/>
                    <a:pt x="9386" y="5802"/>
                  </a:cubicBezTo>
                  <a:cubicBezTo>
                    <a:pt x="10898" y="6432"/>
                    <a:pt x="12965" y="7264"/>
                    <a:pt x="13872" y="8725"/>
                  </a:cubicBezTo>
                  <a:cubicBezTo>
                    <a:pt x="13948" y="8801"/>
                    <a:pt x="13998" y="8902"/>
                    <a:pt x="14049" y="9003"/>
                  </a:cubicBezTo>
                  <a:cubicBezTo>
                    <a:pt x="14023" y="9053"/>
                    <a:pt x="13998" y="9078"/>
                    <a:pt x="13973" y="9154"/>
                  </a:cubicBezTo>
                  <a:cubicBezTo>
                    <a:pt x="13822" y="9330"/>
                    <a:pt x="13620" y="9507"/>
                    <a:pt x="13419" y="9633"/>
                  </a:cubicBezTo>
                  <a:cubicBezTo>
                    <a:pt x="12637" y="10137"/>
                    <a:pt x="11831" y="10540"/>
                    <a:pt x="11049" y="11019"/>
                  </a:cubicBezTo>
                  <a:cubicBezTo>
                    <a:pt x="9587" y="11926"/>
                    <a:pt x="8226" y="12960"/>
                    <a:pt x="6991" y="14119"/>
                  </a:cubicBezTo>
                  <a:cubicBezTo>
                    <a:pt x="6281" y="13636"/>
                    <a:pt x="5528" y="13424"/>
                    <a:pt x="4802" y="13424"/>
                  </a:cubicBezTo>
                  <a:cubicBezTo>
                    <a:pt x="2231" y="13424"/>
                    <a:pt x="1" y="16092"/>
                    <a:pt x="1220" y="18883"/>
                  </a:cubicBezTo>
                  <a:cubicBezTo>
                    <a:pt x="1908" y="20485"/>
                    <a:pt x="3344" y="21239"/>
                    <a:pt x="4776" y="21239"/>
                  </a:cubicBezTo>
                  <a:cubicBezTo>
                    <a:pt x="6544" y="21239"/>
                    <a:pt x="8307" y="20092"/>
                    <a:pt x="8655" y="17976"/>
                  </a:cubicBezTo>
                  <a:cubicBezTo>
                    <a:pt x="9537" y="17068"/>
                    <a:pt x="10520" y="16236"/>
                    <a:pt x="11528" y="15480"/>
                  </a:cubicBezTo>
                  <a:cubicBezTo>
                    <a:pt x="12587" y="14699"/>
                    <a:pt x="13771" y="14119"/>
                    <a:pt x="14906" y="13414"/>
                  </a:cubicBezTo>
                  <a:cubicBezTo>
                    <a:pt x="17098" y="12052"/>
                    <a:pt x="18762" y="9961"/>
                    <a:pt x="17602" y="7289"/>
                  </a:cubicBezTo>
                  <a:cubicBezTo>
                    <a:pt x="15712" y="2903"/>
                    <a:pt x="9688" y="1920"/>
                    <a:pt x="5807" y="232"/>
                  </a:cubicBezTo>
                  <a:cubicBezTo>
                    <a:pt x="5456" y="83"/>
                    <a:pt x="5090" y="1"/>
                    <a:pt x="47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2"/>
            <p:cNvSpPr/>
            <p:nvPr/>
          </p:nvSpPr>
          <p:spPr>
            <a:xfrm>
              <a:off x="5022000" y="4446000"/>
              <a:ext cx="272850" cy="108400"/>
            </a:xfrm>
            <a:custGeom>
              <a:avLst/>
              <a:gdLst/>
              <a:ahLst/>
              <a:cxnLst/>
              <a:rect l="l" t="t" r="r" b="b"/>
              <a:pathLst>
                <a:path w="10914" h="4336" extrusionOk="0">
                  <a:moveTo>
                    <a:pt x="0" y="0"/>
                  </a:moveTo>
                  <a:cubicBezTo>
                    <a:pt x="0" y="0"/>
                    <a:pt x="1008" y="4336"/>
                    <a:pt x="5444" y="4336"/>
                  </a:cubicBezTo>
                  <a:cubicBezTo>
                    <a:pt x="9906" y="4336"/>
                    <a:pt x="10914" y="0"/>
                    <a:pt x="109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2"/>
            <p:cNvSpPr/>
            <p:nvPr/>
          </p:nvSpPr>
          <p:spPr>
            <a:xfrm>
              <a:off x="4092625" y="4670125"/>
              <a:ext cx="546375" cy="441325"/>
            </a:xfrm>
            <a:custGeom>
              <a:avLst/>
              <a:gdLst/>
              <a:ahLst/>
              <a:cxnLst/>
              <a:rect l="l" t="t" r="r" b="b"/>
              <a:pathLst>
                <a:path w="21855" h="17653" extrusionOk="0">
                  <a:moveTo>
                    <a:pt x="21492" y="1"/>
                  </a:moveTo>
                  <a:cubicBezTo>
                    <a:pt x="21434" y="1"/>
                    <a:pt x="21374" y="25"/>
                    <a:pt x="21322" y="84"/>
                  </a:cubicBezTo>
                  <a:cubicBezTo>
                    <a:pt x="19331" y="2352"/>
                    <a:pt x="18045" y="5074"/>
                    <a:pt x="16205" y="7418"/>
                  </a:cubicBezTo>
                  <a:cubicBezTo>
                    <a:pt x="15273" y="8679"/>
                    <a:pt x="14138" y="9788"/>
                    <a:pt x="12651" y="10393"/>
                  </a:cubicBezTo>
                  <a:cubicBezTo>
                    <a:pt x="11727" y="10756"/>
                    <a:pt x="10716" y="10859"/>
                    <a:pt x="9704" y="10859"/>
                  </a:cubicBezTo>
                  <a:cubicBezTo>
                    <a:pt x="9170" y="10859"/>
                    <a:pt x="8636" y="10831"/>
                    <a:pt x="8115" y="10796"/>
                  </a:cubicBezTo>
                  <a:cubicBezTo>
                    <a:pt x="7672" y="10765"/>
                    <a:pt x="7169" y="10742"/>
                    <a:pt x="6640" y="10742"/>
                  </a:cubicBezTo>
                  <a:cubicBezTo>
                    <a:pt x="3733" y="10742"/>
                    <a:pt x="1" y="11425"/>
                    <a:pt x="704" y="15156"/>
                  </a:cubicBezTo>
                  <a:cubicBezTo>
                    <a:pt x="1015" y="16812"/>
                    <a:pt x="2609" y="17653"/>
                    <a:pt x="4215" y="17653"/>
                  </a:cubicBezTo>
                  <a:cubicBezTo>
                    <a:pt x="5346" y="17653"/>
                    <a:pt x="6484" y="17235"/>
                    <a:pt x="7182" y="16391"/>
                  </a:cubicBezTo>
                  <a:cubicBezTo>
                    <a:pt x="8039" y="15433"/>
                    <a:pt x="7787" y="13946"/>
                    <a:pt x="6678" y="13316"/>
                  </a:cubicBezTo>
                  <a:cubicBezTo>
                    <a:pt x="6339" y="13090"/>
                    <a:pt x="5856" y="12943"/>
                    <a:pt x="5411" y="12943"/>
                  </a:cubicBezTo>
                  <a:cubicBezTo>
                    <a:pt x="4766" y="12943"/>
                    <a:pt x="4199" y="13252"/>
                    <a:pt x="4258" y="14072"/>
                  </a:cubicBezTo>
                  <a:cubicBezTo>
                    <a:pt x="4271" y="14236"/>
                    <a:pt x="4409" y="14318"/>
                    <a:pt x="4542" y="14318"/>
                  </a:cubicBezTo>
                  <a:cubicBezTo>
                    <a:pt x="4674" y="14318"/>
                    <a:pt x="4800" y="14236"/>
                    <a:pt x="4788" y="14072"/>
                  </a:cubicBezTo>
                  <a:cubicBezTo>
                    <a:pt x="4757" y="13610"/>
                    <a:pt x="5000" y="13452"/>
                    <a:pt x="5328" y="13452"/>
                  </a:cubicBezTo>
                  <a:cubicBezTo>
                    <a:pt x="5823" y="13452"/>
                    <a:pt x="6511" y="13810"/>
                    <a:pt x="6754" y="14022"/>
                  </a:cubicBezTo>
                  <a:cubicBezTo>
                    <a:pt x="7459" y="14602"/>
                    <a:pt x="7182" y="15559"/>
                    <a:pt x="6678" y="16190"/>
                  </a:cubicBezTo>
                  <a:cubicBezTo>
                    <a:pt x="6109" y="16865"/>
                    <a:pt x="5190" y="17114"/>
                    <a:pt x="4291" y="17114"/>
                  </a:cubicBezTo>
                  <a:cubicBezTo>
                    <a:pt x="3914" y="17114"/>
                    <a:pt x="3542" y="17070"/>
                    <a:pt x="3200" y="16996"/>
                  </a:cubicBezTo>
                  <a:cubicBezTo>
                    <a:pt x="1587" y="16618"/>
                    <a:pt x="1007" y="15257"/>
                    <a:pt x="1309" y="13720"/>
                  </a:cubicBezTo>
                  <a:cubicBezTo>
                    <a:pt x="1662" y="11880"/>
                    <a:pt x="3653" y="11350"/>
                    <a:pt x="5241" y="11224"/>
                  </a:cubicBezTo>
                  <a:cubicBezTo>
                    <a:pt x="5652" y="11189"/>
                    <a:pt x="6062" y="11176"/>
                    <a:pt x="6468" y="11176"/>
                  </a:cubicBezTo>
                  <a:cubicBezTo>
                    <a:pt x="7600" y="11176"/>
                    <a:pt x="8713" y="11276"/>
                    <a:pt x="9806" y="11276"/>
                  </a:cubicBezTo>
                  <a:cubicBezTo>
                    <a:pt x="11428" y="11276"/>
                    <a:pt x="13003" y="11056"/>
                    <a:pt x="14516" y="9964"/>
                  </a:cubicBezTo>
                  <a:cubicBezTo>
                    <a:pt x="17717" y="7645"/>
                    <a:pt x="19129" y="3386"/>
                    <a:pt x="21700" y="462"/>
                  </a:cubicBezTo>
                  <a:cubicBezTo>
                    <a:pt x="21855" y="268"/>
                    <a:pt x="21683" y="1"/>
                    <a:pt x="214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2"/>
            <p:cNvSpPr/>
            <p:nvPr/>
          </p:nvSpPr>
          <p:spPr>
            <a:xfrm>
              <a:off x="5764450" y="4656850"/>
              <a:ext cx="539850" cy="521100"/>
            </a:xfrm>
            <a:custGeom>
              <a:avLst/>
              <a:gdLst/>
              <a:ahLst/>
              <a:cxnLst/>
              <a:rect l="l" t="t" r="r" b="b"/>
              <a:pathLst>
                <a:path w="21594" h="20844" extrusionOk="0">
                  <a:moveTo>
                    <a:pt x="406" y="0"/>
                  </a:moveTo>
                  <a:cubicBezTo>
                    <a:pt x="192" y="0"/>
                    <a:pt x="1" y="259"/>
                    <a:pt x="220" y="438"/>
                  </a:cubicBezTo>
                  <a:cubicBezTo>
                    <a:pt x="1581" y="1522"/>
                    <a:pt x="2740" y="2833"/>
                    <a:pt x="3673" y="4320"/>
                  </a:cubicBezTo>
                  <a:cubicBezTo>
                    <a:pt x="4606" y="5832"/>
                    <a:pt x="4908" y="7521"/>
                    <a:pt x="5337" y="9210"/>
                  </a:cubicBezTo>
                  <a:cubicBezTo>
                    <a:pt x="6042" y="11831"/>
                    <a:pt x="7933" y="13948"/>
                    <a:pt x="10629" y="14477"/>
                  </a:cubicBezTo>
                  <a:cubicBezTo>
                    <a:pt x="11050" y="14561"/>
                    <a:pt x="11471" y="14593"/>
                    <a:pt x="11892" y="14593"/>
                  </a:cubicBezTo>
                  <a:cubicBezTo>
                    <a:pt x="13407" y="14593"/>
                    <a:pt x="14910" y="14169"/>
                    <a:pt x="16303" y="14169"/>
                  </a:cubicBezTo>
                  <a:cubicBezTo>
                    <a:pt x="17676" y="14169"/>
                    <a:pt x="18941" y="14581"/>
                    <a:pt x="20006" y="16216"/>
                  </a:cubicBezTo>
                  <a:cubicBezTo>
                    <a:pt x="20989" y="17729"/>
                    <a:pt x="20258" y="19543"/>
                    <a:pt x="18619" y="20148"/>
                  </a:cubicBezTo>
                  <a:cubicBezTo>
                    <a:pt x="18356" y="20239"/>
                    <a:pt x="18084" y="20284"/>
                    <a:pt x="17815" y="20284"/>
                  </a:cubicBezTo>
                  <a:cubicBezTo>
                    <a:pt x="17261" y="20284"/>
                    <a:pt x="16717" y="20093"/>
                    <a:pt x="16275" y="19720"/>
                  </a:cubicBezTo>
                  <a:cubicBezTo>
                    <a:pt x="15796" y="19367"/>
                    <a:pt x="15544" y="18787"/>
                    <a:pt x="15645" y="18208"/>
                  </a:cubicBezTo>
                  <a:cubicBezTo>
                    <a:pt x="15725" y="17712"/>
                    <a:pt x="16163" y="16966"/>
                    <a:pt x="16715" y="16966"/>
                  </a:cubicBezTo>
                  <a:cubicBezTo>
                    <a:pt x="16864" y="16966"/>
                    <a:pt x="17022" y="17020"/>
                    <a:pt x="17183" y="17149"/>
                  </a:cubicBezTo>
                  <a:cubicBezTo>
                    <a:pt x="17240" y="17191"/>
                    <a:pt x="17302" y="17209"/>
                    <a:pt x="17360" y="17209"/>
                  </a:cubicBezTo>
                  <a:cubicBezTo>
                    <a:pt x="17581" y="17209"/>
                    <a:pt x="17760" y="16951"/>
                    <a:pt x="17561" y="16771"/>
                  </a:cubicBezTo>
                  <a:lnTo>
                    <a:pt x="17561" y="16771"/>
                  </a:lnTo>
                  <a:lnTo>
                    <a:pt x="17561" y="16796"/>
                  </a:lnTo>
                  <a:cubicBezTo>
                    <a:pt x="17273" y="16567"/>
                    <a:pt x="16992" y="16469"/>
                    <a:pt x="16728" y="16469"/>
                  </a:cubicBezTo>
                  <a:cubicBezTo>
                    <a:pt x="15976" y="16469"/>
                    <a:pt x="15365" y="17267"/>
                    <a:pt x="15141" y="18107"/>
                  </a:cubicBezTo>
                  <a:cubicBezTo>
                    <a:pt x="14763" y="19493"/>
                    <a:pt x="16200" y="20627"/>
                    <a:pt x="17409" y="20804"/>
                  </a:cubicBezTo>
                  <a:cubicBezTo>
                    <a:pt x="17561" y="20830"/>
                    <a:pt x="17711" y="20843"/>
                    <a:pt x="17861" y="20843"/>
                  </a:cubicBezTo>
                  <a:cubicBezTo>
                    <a:pt x="18983" y="20843"/>
                    <a:pt x="20032" y="20125"/>
                    <a:pt x="20610" y="19191"/>
                  </a:cubicBezTo>
                  <a:cubicBezTo>
                    <a:pt x="21593" y="17628"/>
                    <a:pt x="20535" y="15788"/>
                    <a:pt x="19375" y="14654"/>
                  </a:cubicBezTo>
                  <a:cubicBezTo>
                    <a:pt x="18522" y="13817"/>
                    <a:pt x="17454" y="13566"/>
                    <a:pt x="16346" y="13566"/>
                  </a:cubicBezTo>
                  <a:cubicBezTo>
                    <a:pt x="15719" y="13566"/>
                    <a:pt x="15080" y="13646"/>
                    <a:pt x="14461" y="13746"/>
                  </a:cubicBezTo>
                  <a:cubicBezTo>
                    <a:pt x="13603" y="13888"/>
                    <a:pt x="12764" y="13991"/>
                    <a:pt x="11956" y="13991"/>
                  </a:cubicBezTo>
                  <a:cubicBezTo>
                    <a:pt x="10318" y="13991"/>
                    <a:pt x="8804" y="13568"/>
                    <a:pt x="7504" y="12184"/>
                  </a:cubicBezTo>
                  <a:cubicBezTo>
                    <a:pt x="5740" y="10344"/>
                    <a:pt x="5740" y="7672"/>
                    <a:pt x="4807" y="5429"/>
                  </a:cubicBezTo>
                  <a:cubicBezTo>
                    <a:pt x="3925" y="3261"/>
                    <a:pt x="2362" y="1547"/>
                    <a:pt x="573" y="60"/>
                  </a:cubicBezTo>
                  <a:cubicBezTo>
                    <a:pt x="520" y="18"/>
                    <a:pt x="462" y="0"/>
                    <a:pt x="4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2"/>
            <p:cNvSpPr/>
            <p:nvPr/>
          </p:nvSpPr>
          <p:spPr>
            <a:xfrm>
              <a:off x="4975175" y="4716475"/>
              <a:ext cx="860775" cy="421425"/>
            </a:xfrm>
            <a:custGeom>
              <a:avLst/>
              <a:gdLst/>
              <a:ahLst/>
              <a:cxnLst/>
              <a:rect l="l" t="t" r="r" b="b"/>
              <a:pathLst>
                <a:path w="34431" h="16857" extrusionOk="0">
                  <a:moveTo>
                    <a:pt x="34106" y="0"/>
                  </a:moveTo>
                  <a:cubicBezTo>
                    <a:pt x="34076" y="0"/>
                    <a:pt x="34044" y="6"/>
                    <a:pt x="34009" y="19"/>
                  </a:cubicBezTo>
                  <a:cubicBezTo>
                    <a:pt x="30808" y="1229"/>
                    <a:pt x="29119" y="4556"/>
                    <a:pt x="27582" y="7379"/>
                  </a:cubicBezTo>
                  <a:cubicBezTo>
                    <a:pt x="25540" y="11160"/>
                    <a:pt x="22113" y="14487"/>
                    <a:pt x="18004" y="15848"/>
                  </a:cubicBezTo>
                  <a:cubicBezTo>
                    <a:pt x="17047" y="16175"/>
                    <a:pt x="15999" y="16355"/>
                    <a:pt x="14953" y="16355"/>
                  </a:cubicBezTo>
                  <a:cubicBezTo>
                    <a:pt x="13740" y="16355"/>
                    <a:pt x="12532" y="16112"/>
                    <a:pt x="11476" y="15571"/>
                  </a:cubicBezTo>
                  <a:cubicBezTo>
                    <a:pt x="9460" y="14537"/>
                    <a:pt x="9989" y="12218"/>
                    <a:pt x="8679" y="10731"/>
                  </a:cubicBezTo>
                  <a:cubicBezTo>
                    <a:pt x="7446" y="9318"/>
                    <a:pt x="5323" y="8579"/>
                    <a:pt x="3290" y="8579"/>
                  </a:cubicBezTo>
                  <a:cubicBezTo>
                    <a:pt x="2205" y="8579"/>
                    <a:pt x="1146" y="8789"/>
                    <a:pt x="260" y="9219"/>
                  </a:cubicBezTo>
                  <a:cubicBezTo>
                    <a:pt x="0" y="9349"/>
                    <a:pt x="169" y="9703"/>
                    <a:pt x="414" y="9703"/>
                  </a:cubicBezTo>
                  <a:cubicBezTo>
                    <a:pt x="454" y="9703"/>
                    <a:pt x="495" y="9694"/>
                    <a:pt x="537" y="9673"/>
                  </a:cubicBezTo>
                  <a:lnTo>
                    <a:pt x="537" y="9648"/>
                  </a:lnTo>
                  <a:cubicBezTo>
                    <a:pt x="1315" y="9270"/>
                    <a:pt x="2170" y="9119"/>
                    <a:pt x="3035" y="9119"/>
                  </a:cubicBezTo>
                  <a:cubicBezTo>
                    <a:pt x="4020" y="9119"/>
                    <a:pt x="5019" y="9315"/>
                    <a:pt x="5931" y="9597"/>
                  </a:cubicBezTo>
                  <a:cubicBezTo>
                    <a:pt x="6965" y="9874"/>
                    <a:pt x="7847" y="10479"/>
                    <a:pt x="8477" y="11336"/>
                  </a:cubicBezTo>
                  <a:cubicBezTo>
                    <a:pt x="9031" y="12143"/>
                    <a:pt x="9031" y="13201"/>
                    <a:pt x="9460" y="14084"/>
                  </a:cubicBezTo>
                  <a:cubicBezTo>
                    <a:pt x="10432" y="16144"/>
                    <a:pt x="12601" y="16857"/>
                    <a:pt x="14797" y="16857"/>
                  </a:cubicBezTo>
                  <a:cubicBezTo>
                    <a:pt x="15958" y="16857"/>
                    <a:pt x="17127" y="16657"/>
                    <a:pt x="18130" y="16352"/>
                  </a:cubicBezTo>
                  <a:cubicBezTo>
                    <a:pt x="21709" y="15319"/>
                    <a:pt x="24658" y="12546"/>
                    <a:pt x="26801" y="9597"/>
                  </a:cubicBezTo>
                  <a:cubicBezTo>
                    <a:pt x="29044" y="6522"/>
                    <a:pt x="30228" y="1985"/>
                    <a:pt x="34160" y="524"/>
                  </a:cubicBezTo>
                  <a:cubicBezTo>
                    <a:pt x="34431" y="433"/>
                    <a:pt x="34358" y="0"/>
                    <a:pt x="341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2"/>
            <p:cNvSpPr/>
            <p:nvPr/>
          </p:nvSpPr>
          <p:spPr>
            <a:xfrm>
              <a:off x="4636375" y="4757875"/>
              <a:ext cx="501575" cy="472650"/>
            </a:xfrm>
            <a:custGeom>
              <a:avLst/>
              <a:gdLst/>
              <a:ahLst/>
              <a:cxnLst/>
              <a:rect l="l" t="t" r="r" b="b"/>
              <a:pathLst>
                <a:path w="20063" h="18906" extrusionOk="0">
                  <a:moveTo>
                    <a:pt x="332" y="1"/>
                  </a:moveTo>
                  <a:cubicBezTo>
                    <a:pt x="219" y="1"/>
                    <a:pt x="109" y="10"/>
                    <a:pt x="0" y="27"/>
                  </a:cubicBezTo>
                  <a:cubicBezTo>
                    <a:pt x="3176" y="10436"/>
                    <a:pt x="8015" y="18905"/>
                    <a:pt x="10889" y="18905"/>
                  </a:cubicBezTo>
                  <a:cubicBezTo>
                    <a:pt x="14190" y="18905"/>
                    <a:pt x="16156" y="4438"/>
                    <a:pt x="20063" y="2321"/>
                  </a:cubicBezTo>
                  <a:cubicBezTo>
                    <a:pt x="19684" y="1853"/>
                    <a:pt x="19109" y="1602"/>
                    <a:pt x="18511" y="1602"/>
                  </a:cubicBezTo>
                  <a:cubicBezTo>
                    <a:pt x="18432" y="1602"/>
                    <a:pt x="18353" y="1606"/>
                    <a:pt x="18273" y="1615"/>
                  </a:cubicBezTo>
                  <a:cubicBezTo>
                    <a:pt x="15022" y="1892"/>
                    <a:pt x="12098" y="9151"/>
                    <a:pt x="9351" y="9403"/>
                  </a:cubicBezTo>
                  <a:cubicBezTo>
                    <a:pt x="9273" y="9411"/>
                    <a:pt x="9196" y="9415"/>
                    <a:pt x="9119" y="9415"/>
                  </a:cubicBezTo>
                  <a:cubicBezTo>
                    <a:pt x="6509" y="9415"/>
                    <a:pt x="4874" y="4894"/>
                    <a:pt x="2621" y="1539"/>
                  </a:cubicBezTo>
                  <a:cubicBezTo>
                    <a:pt x="1858" y="383"/>
                    <a:pt x="1056" y="1"/>
                    <a:pt x="3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2"/>
            <p:cNvSpPr/>
            <p:nvPr/>
          </p:nvSpPr>
          <p:spPr>
            <a:xfrm>
              <a:off x="4952050" y="4231750"/>
              <a:ext cx="47275" cy="47300"/>
            </a:xfrm>
            <a:custGeom>
              <a:avLst/>
              <a:gdLst/>
              <a:ahLst/>
              <a:cxnLst/>
              <a:rect l="l" t="t" r="r" b="b"/>
              <a:pathLst>
                <a:path w="1891" h="1892" extrusionOk="0">
                  <a:moveTo>
                    <a:pt x="958" y="1"/>
                  </a:moveTo>
                  <a:cubicBezTo>
                    <a:pt x="429" y="1"/>
                    <a:pt x="1" y="429"/>
                    <a:pt x="1" y="959"/>
                  </a:cubicBezTo>
                  <a:cubicBezTo>
                    <a:pt x="1" y="1463"/>
                    <a:pt x="429" y="1891"/>
                    <a:pt x="958" y="1891"/>
                  </a:cubicBezTo>
                  <a:cubicBezTo>
                    <a:pt x="1462" y="1891"/>
                    <a:pt x="1891" y="1463"/>
                    <a:pt x="1891" y="959"/>
                  </a:cubicBezTo>
                  <a:cubicBezTo>
                    <a:pt x="1891" y="429"/>
                    <a:pt x="1462" y="1"/>
                    <a:pt x="9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2"/>
            <p:cNvSpPr/>
            <p:nvPr/>
          </p:nvSpPr>
          <p:spPr>
            <a:xfrm>
              <a:off x="5349025" y="4121500"/>
              <a:ext cx="107775" cy="153125"/>
            </a:xfrm>
            <a:custGeom>
              <a:avLst/>
              <a:gdLst/>
              <a:ahLst/>
              <a:cxnLst/>
              <a:rect l="l" t="t" r="r" b="b"/>
              <a:pathLst>
                <a:path w="4311" h="6125" extrusionOk="0">
                  <a:moveTo>
                    <a:pt x="2168" y="0"/>
                  </a:moveTo>
                  <a:cubicBezTo>
                    <a:pt x="983" y="0"/>
                    <a:pt x="0" y="1361"/>
                    <a:pt x="0" y="3075"/>
                  </a:cubicBezTo>
                  <a:cubicBezTo>
                    <a:pt x="0" y="4764"/>
                    <a:pt x="983" y="6125"/>
                    <a:pt x="2168" y="6125"/>
                  </a:cubicBezTo>
                  <a:cubicBezTo>
                    <a:pt x="3353" y="6125"/>
                    <a:pt x="4310" y="4764"/>
                    <a:pt x="4310" y="3075"/>
                  </a:cubicBezTo>
                  <a:cubicBezTo>
                    <a:pt x="4310" y="1361"/>
                    <a:pt x="3353" y="0"/>
                    <a:pt x="21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2"/>
            <p:cNvSpPr/>
            <p:nvPr/>
          </p:nvSpPr>
          <p:spPr>
            <a:xfrm>
              <a:off x="5379900" y="4140400"/>
              <a:ext cx="62400" cy="52975"/>
            </a:xfrm>
            <a:custGeom>
              <a:avLst/>
              <a:gdLst/>
              <a:ahLst/>
              <a:cxnLst/>
              <a:rect l="l" t="t" r="r" b="b"/>
              <a:pathLst>
                <a:path w="2496" h="2119" extrusionOk="0">
                  <a:moveTo>
                    <a:pt x="1437" y="0"/>
                  </a:moveTo>
                  <a:cubicBezTo>
                    <a:pt x="479" y="0"/>
                    <a:pt x="0" y="1135"/>
                    <a:pt x="681" y="1815"/>
                  </a:cubicBezTo>
                  <a:cubicBezTo>
                    <a:pt x="890" y="2024"/>
                    <a:pt x="1151" y="2118"/>
                    <a:pt x="1409" y="2118"/>
                  </a:cubicBezTo>
                  <a:cubicBezTo>
                    <a:pt x="1959" y="2118"/>
                    <a:pt x="2496" y="1694"/>
                    <a:pt x="2496" y="1059"/>
                  </a:cubicBezTo>
                  <a:cubicBezTo>
                    <a:pt x="2496" y="454"/>
                    <a:pt x="2017" y="0"/>
                    <a:pt x="14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2"/>
            <p:cNvSpPr/>
            <p:nvPr/>
          </p:nvSpPr>
          <p:spPr>
            <a:xfrm>
              <a:off x="5279700" y="4225050"/>
              <a:ext cx="328325" cy="155225"/>
            </a:xfrm>
            <a:custGeom>
              <a:avLst/>
              <a:gdLst/>
              <a:ahLst/>
              <a:cxnLst/>
              <a:rect l="l" t="t" r="r" b="b"/>
              <a:pathLst>
                <a:path w="13133" h="6209" extrusionOk="0">
                  <a:moveTo>
                    <a:pt x="7598" y="1"/>
                  </a:moveTo>
                  <a:cubicBezTo>
                    <a:pt x="7169" y="1"/>
                    <a:pt x="6727" y="22"/>
                    <a:pt x="6277" y="67"/>
                  </a:cubicBezTo>
                  <a:cubicBezTo>
                    <a:pt x="2748" y="420"/>
                    <a:pt x="1" y="2058"/>
                    <a:pt x="177" y="3747"/>
                  </a:cubicBezTo>
                  <a:cubicBezTo>
                    <a:pt x="309" y="5198"/>
                    <a:pt x="2609" y="6208"/>
                    <a:pt x="5536" y="6208"/>
                  </a:cubicBezTo>
                  <a:cubicBezTo>
                    <a:pt x="5964" y="6208"/>
                    <a:pt x="6406" y="6187"/>
                    <a:pt x="6857" y="6142"/>
                  </a:cubicBezTo>
                  <a:cubicBezTo>
                    <a:pt x="10410" y="5789"/>
                    <a:pt x="13132" y="4150"/>
                    <a:pt x="12956" y="2462"/>
                  </a:cubicBezTo>
                  <a:cubicBezTo>
                    <a:pt x="12824" y="1011"/>
                    <a:pt x="10525" y="1"/>
                    <a:pt x="75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2"/>
            <p:cNvSpPr/>
            <p:nvPr/>
          </p:nvSpPr>
          <p:spPr>
            <a:xfrm>
              <a:off x="4885250" y="4121500"/>
              <a:ext cx="107775" cy="153125"/>
            </a:xfrm>
            <a:custGeom>
              <a:avLst/>
              <a:gdLst/>
              <a:ahLst/>
              <a:cxnLst/>
              <a:rect l="l" t="t" r="r" b="b"/>
              <a:pathLst>
                <a:path w="4311" h="6125" extrusionOk="0">
                  <a:moveTo>
                    <a:pt x="2143" y="0"/>
                  </a:moveTo>
                  <a:cubicBezTo>
                    <a:pt x="959" y="0"/>
                    <a:pt x="1" y="1361"/>
                    <a:pt x="1" y="3075"/>
                  </a:cubicBezTo>
                  <a:cubicBezTo>
                    <a:pt x="1" y="4764"/>
                    <a:pt x="959" y="6125"/>
                    <a:pt x="2143" y="6125"/>
                  </a:cubicBezTo>
                  <a:cubicBezTo>
                    <a:pt x="3328" y="6125"/>
                    <a:pt x="4311" y="4764"/>
                    <a:pt x="4311" y="3075"/>
                  </a:cubicBezTo>
                  <a:cubicBezTo>
                    <a:pt x="4311" y="1361"/>
                    <a:pt x="3353" y="0"/>
                    <a:pt x="21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2"/>
            <p:cNvSpPr/>
            <p:nvPr/>
          </p:nvSpPr>
          <p:spPr>
            <a:xfrm>
              <a:off x="4926425" y="4140400"/>
              <a:ext cx="62200" cy="52975"/>
            </a:xfrm>
            <a:custGeom>
              <a:avLst/>
              <a:gdLst/>
              <a:ahLst/>
              <a:cxnLst/>
              <a:rect l="l" t="t" r="r" b="b"/>
              <a:pathLst>
                <a:path w="2488" h="2119" extrusionOk="0">
                  <a:moveTo>
                    <a:pt x="1076" y="0"/>
                  </a:moveTo>
                  <a:cubicBezTo>
                    <a:pt x="471" y="0"/>
                    <a:pt x="17" y="454"/>
                    <a:pt x="17" y="1059"/>
                  </a:cubicBezTo>
                  <a:cubicBezTo>
                    <a:pt x="0" y="1694"/>
                    <a:pt x="532" y="2118"/>
                    <a:pt x="1079" y="2118"/>
                  </a:cubicBezTo>
                  <a:cubicBezTo>
                    <a:pt x="1337" y="2118"/>
                    <a:pt x="1598" y="2024"/>
                    <a:pt x="1807" y="1815"/>
                  </a:cubicBezTo>
                  <a:cubicBezTo>
                    <a:pt x="2487" y="1135"/>
                    <a:pt x="2009" y="0"/>
                    <a:pt x="1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2"/>
            <p:cNvSpPr/>
            <p:nvPr/>
          </p:nvSpPr>
          <p:spPr>
            <a:xfrm>
              <a:off x="4734675" y="4225025"/>
              <a:ext cx="327675" cy="155250"/>
            </a:xfrm>
            <a:custGeom>
              <a:avLst/>
              <a:gdLst/>
              <a:ahLst/>
              <a:cxnLst/>
              <a:rect l="l" t="t" r="r" b="b"/>
              <a:pathLst>
                <a:path w="13107" h="6210" extrusionOk="0">
                  <a:moveTo>
                    <a:pt x="5506" y="1"/>
                  </a:moveTo>
                  <a:cubicBezTo>
                    <a:pt x="2572" y="1"/>
                    <a:pt x="283" y="993"/>
                    <a:pt x="151" y="2463"/>
                  </a:cubicBezTo>
                  <a:cubicBezTo>
                    <a:pt x="0" y="4151"/>
                    <a:pt x="2697" y="5790"/>
                    <a:pt x="6251" y="6143"/>
                  </a:cubicBezTo>
                  <a:cubicBezTo>
                    <a:pt x="6701" y="6188"/>
                    <a:pt x="7143" y="6209"/>
                    <a:pt x="7572" y="6209"/>
                  </a:cubicBezTo>
                  <a:cubicBezTo>
                    <a:pt x="10499" y="6209"/>
                    <a:pt x="12798" y="5199"/>
                    <a:pt x="12930" y="3748"/>
                  </a:cubicBezTo>
                  <a:cubicBezTo>
                    <a:pt x="13106" y="2059"/>
                    <a:pt x="10384" y="421"/>
                    <a:pt x="6856" y="68"/>
                  </a:cubicBezTo>
                  <a:cubicBezTo>
                    <a:pt x="6395" y="23"/>
                    <a:pt x="5943" y="1"/>
                    <a:pt x="55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2" name="Google Shape;482;p22"/>
          <p:cNvGrpSpPr/>
          <p:nvPr/>
        </p:nvGrpSpPr>
        <p:grpSpPr>
          <a:xfrm>
            <a:off x="2455490" y="1296081"/>
            <a:ext cx="897410" cy="717710"/>
            <a:chOff x="922500" y="3441925"/>
            <a:chExt cx="2544400" cy="2034325"/>
          </a:xfrm>
        </p:grpSpPr>
        <p:sp>
          <p:nvSpPr>
            <p:cNvPr id="483" name="Google Shape;483;p22"/>
            <p:cNvSpPr/>
            <p:nvPr/>
          </p:nvSpPr>
          <p:spPr>
            <a:xfrm>
              <a:off x="2893750" y="4232300"/>
              <a:ext cx="469175" cy="531175"/>
            </a:xfrm>
            <a:custGeom>
              <a:avLst/>
              <a:gdLst/>
              <a:ahLst/>
              <a:cxnLst/>
              <a:rect l="l" t="t" r="r" b="b"/>
              <a:pathLst>
                <a:path w="18767" h="21247" extrusionOk="0">
                  <a:moveTo>
                    <a:pt x="4735" y="0"/>
                  </a:moveTo>
                  <a:cubicBezTo>
                    <a:pt x="4079" y="0"/>
                    <a:pt x="3459" y="288"/>
                    <a:pt x="3065" y="962"/>
                  </a:cubicBezTo>
                  <a:cubicBezTo>
                    <a:pt x="2586" y="1794"/>
                    <a:pt x="2787" y="3256"/>
                    <a:pt x="3795" y="3684"/>
                  </a:cubicBezTo>
                  <a:cubicBezTo>
                    <a:pt x="5635" y="4465"/>
                    <a:pt x="7551" y="5070"/>
                    <a:pt x="9391" y="5801"/>
                  </a:cubicBezTo>
                  <a:cubicBezTo>
                    <a:pt x="10903" y="6431"/>
                    <a:pt x="12970" y="7263"/>
                    <a:pt x="13877" y="8725"/>
                  </a:cubicBezTo>
                  <a:cubicBezTo>
                    <a:pt x="13953" y="8801"/>
                    <a:pt x="14003" y="8901"/>
                    <a:pt x="14028" y="9002"/>
                  </a:cubicBezTo>
                  <a:lnTo>
                    <a:pt x="13978" y="9153"/>
                  </a:lnTo>
                  <a:cubicBezTo>
                    <a:pt x="13802" y="9330"/>
                    <a:pt x="13625" y="9506"/>
                    <a:pt x="13424" y="9632"/>
                  </a:cubicBezTo>
                  <a:cubicBezTo>
                    <a:pt x="12642" y="10136"/>
                    <a:pt x="11836" y="10540"/>
                    <a:pt x="11029" y="11019"/>
                  </a:cubicBezTo>
                  <a:cubicBezTo>
                    <a:pt x="9593" y="11926"/>
                    <a:pt x="8231" y="12959"/>
                    <a:pt x="6996" y="14119"/>
                  </a:cubicBezTo>
                  <a:cubicBezTo>
                    <a:pt x="6280" y="13636"/>
                    <a:pt x="5524" y="13423"/>
                    <a:pt x="4796" y="13423"/>
                  </a:cubicBezTo>
                  <a:cubicBezTo>
                    <a:pt x="2219" y="13423"/>
                    <a:pt x="0" y="16091"/>
                    <a:pt x="1199" y="18882"/>
                  </a:cubicBezTo>
                  <a:cubicBezTo>
                    <a:pt x="1889" y="20488"/>
                    <a:pt x="3330" y="21247"/>
                    <a:pt x="4766" y="21247"/>
                  </a:cubicBezTo>
                  <a:cubicBezTo>
                    <a:pt x="6530" y="21247"/>
                    <a:pt x="8287" y="20101"/>
                    <a:pt x="8635" y="17975"/>
                  </a:cubicBezTo>
                  <a:cubicBezTo>
                    <a:pt x="9542" y="17068"/>
                    <a:pt x="10500" y="16236"/>
                    <a:pt x="11508" y="15480"/>
                  </a:cubicBezTo>
                  <a:cubicBezTo>
                    <a:pt x="12592" y="14698"/>
                    <a:pt x="13751" y="14119"/>
                    <a:pt x="14885" y="13413"/>
                  </a:cubicBezTo>
                  <a:cubicBezTo>
                    <a:pt x="17078" y="12052"/>
                    <a:pt x="18767" y="9960"/>
                    <a:pt x="17608" y="7288"/>
                  </a:cubicBezTo>
                  <a:cubicBezTo>
                    <a:pt x="15717" y="2903"/>
                    <a:pt x="9693" y="1920"/>
                    <a:pt x="5787" y="231"/>
                  </a:cubicBezTo>
                  <a:cubicBezTo>
                    <a:pt x="5445" y="82"/>
                    <a:pt x="5084" y="0"/>
                    <a:pt x="4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2"/>
            <p:cNvSpPr/>
            <p:nvPr/>
          </p:nvSpPr>
          <p:spPr>
            <a:xfrm>
              <a:off x="1287325" y="4232300"/>
              <a:ext cx="477650" cy="531250"/>
            </a:xfrm>
            <a:custGeom>
              <a:avLst/>
              <a:gdLst/>
              <a:ahLst/>
              <a:cxnLst/>
              <a:rect l="l" t="t" r="r" b="b"/>
              <a:pathLst>
                <a:path w="19106" h="21250" extrusionOk="0">
                  <a:moveTo>
                    <a:pt x="14008" y="0"/>
                  </a:moveTo>
                  <a:cubicBezTo>
                    <a:pt x="13658" y="0"/>
                    <a:pt x="13297" y="82"/>
                    <a:pt x="12955" y="231"/>
                  </a:cubicBezTo>
                  <a:cubicBezTo>
                    <a:pt x="9074" y="1920"/>
                    <a:pt x="3050" y="2903"/>
                    <a:pt x="1160" y="7288"/>
                  </a:cubicBezTo>
                  <a:cubicBezTo>
                    <a:pt x="0" y="9960"/>
                    <a:pt x="1689" y="12052"/>
                    <a:pt x="3882" y="13413"/>
                  </a:cubicBezTo>
                  <a:cubicBezTo>
                    <a:pt x="5016" y="14119"/>
                    <a:pt x="6175" y="14698"/>
                    <a:pt x="7259" y="15480"/>
                  </a:cubicBezTo>
                  <a:cubicBezTo>
                    <a:pt x="8267" y="16236"/>
                    <a:pt x="9225" y="17068"/>
                    <a:pt x="10133" y="17975"/>
                  </a:cubicBezTo>
                  <a:cubicBezTo>
                    <a:pt x="10464" y="20028"/>
                    <a:pt x="12211" y="21250"/>
                    <a:pt x="14002" y="21250"/>
                  </a:cubicBezTo>
                  <a:cubicBezTo>
                    <a:pt x="15070" y="21250"/>
                    <a:pt x="16154" y="20816"/>
                    <a:pt x="16963" y="19865"/>
                  </a:cubicBezTo>
                  <a:cubicBezTo>
                    <a:pt x="19105" y="17345"/>
                    <a:pt x="17316" y="13438"/>
                    <a:pt x="13989" y="13438"/>
                  </a:cubicBezTo>
                  <a:lnTo>
                    <a:pt x="13964" y="13438"/>
                  </a:lnTo>
                  <a:cubicBezTo>
                    <a:pt x="13182" y="13438"/>
                    <a:pt x="12401" y="13665"/>
                    <a:pt x="11771" y="14119"/>
                  </a:cubicBezTo>
                  <a:cubicBezTo>
                    <a:pt x="10511" y="12959"/>
                    <a:pt x="9150" y="11926"/>
                    <a:pt x="7713" y="11019"/>
                  </a:cubicBezTo>
                  <a:cubicBezTo>
                    <a:pt x="6932" y="10565"/>
                    <a:pt x="6100" y="10136"/>
                    <a:pt x="5344" y="9632"/>
                  </a:cubicBezTo>
                  <a:cubicBezTo>
                    <a:pt x="5117" y="9506"/>
                    <a:pt x="4940" y="9330"/>
                    <a:pt x="4789" y="9153"/>
                  </a:cubicBezTo>
                  <a:cubicBezTo>
                    <a:pt x="4764" y="9078"/>
                    <a:pt x="4739" y="9053"/>
                    <a:pt x="4714" y="9002"/>
                  </a:cubicBezTo>
                  <a:cubicBezTo>
                    <a:pt x="4739" y="8901"/>
                    <a:pt x="4789" y="8801"/>
                    <a:pt x="4865" y="8725"/>
                  </a:cubicBezTo>
                  <a:cubicBezTo>
                    <a:pt x="5772" y="7263"/>
                    <a:pt x="7839" y="6431"/>
                    <a:pt x="9351" y="5826"/>
                  </a:cubicBezTo>
                  <a:cubicBezTo>
                    <a:pt x="11216" y="5070"/>
                    <a:pt x="13132" y="4465"/>
                    <a:pt x="14972" y="3684"/>
                  </a:cubicBezTo>
                  <a:cubicBezTo>
                    <a:pt x="15955" y="3256"/>
                    <a:pt x="16182" y="1794"/>
                    <a:pt x="15678" y="962"/>
                  </a:cubicBezTo>
                  <a:cubicBezTo>
                    <a:pt x="15283" y="288"/>
                    <a:pt x="14664" y="0"/>
                    <a:pt x="140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2"/>
            <p:cNvSpPr/>
            <p:nvPr/>
          </p:nvSpPr>
          <p:spPr>
            <a:xfrm>
              <a:off x="1482650" y="3673950"/>
              <a:ext cx="1573425" cy="1647925"/>
            </a:xfrm>
            <a:custGeom>
              <a:avLst/>
              <a:gdLst/>
              <a:ahLst/>
              <a:cxnLst/>
              <a:rect l="l" t="t" r="r" b="b"/>
              <a:pathLst>
                <a:path w="62937" h="65917" extrusionOk="0">
                  <a:moveTo>
                    <a:pt x="49001" y="0"/>
                  </a:moveTo>
                  <a:cubicBezTo>
                    <a:pt x="43034" y="0"/>
                    <a:pt x="39324" y="3009"/>
                    <a:pt x="31632" y="3132"/>
                  </a:cubicBezTo>
                  <a:cubicBezTo>
                    <a:pt x="31475" y="3135"/>
                    <a:pt x="31317" y="3137"/>
                    <a:pt x="31158" y="3137"/>
                  </a:cubicBezTo>
                  <a:cubicBezTo>
                    <a:pt x="26605" y="3137"/>
                    <a:pt x="21188" y="1970"/>
                    <a:pt x="16325" y="1970"/>
                  </a:cubicBezTo>
                  <a:cubicBezTo>
                    <a:pt x="11205" y="1970"/>
                    <a:pt x="6699" y="3264"/>
                    <a:pt x="4462" y="8577"/>
                  </a:cubicBezTo>
                  <a:cubicBezTo>
                    <a:pt x="1" y="19112"/>
                    <a:pt x="8570" y="44821"/>
                    <a:pt x="12527" y="53894"/>
                  </a:cubicBezTo>
                  <a:cubicBezTo>
                    <a:pt x="16485" y="62943"/>
                    <a:pt x="18450" y="65917"/>
                    <a:pt x="21425" y="65917"/>
                  </a:cubicBezTo>
                  <a:cubicBezTo>
                    <a:pt x="24399" y="65917"/>
                    <a:pt x="29490" y="45652"/>
                    <a:pt x="35917" y="45325"/>
                  </a:cubicBezTo>
                  <a:cubicBezTo>
                    <a:pt x="35968" y="45322"/>
                    <a:pt x="36019" y="45321"/>
                    <a:pt x="36070" y="45321"/>
                  </a:cubicBezTo>
                  <a:cubicBezTo>
                    <a:pt x="42209" y="45321"/>
                    <a:pt x="44563" y="64324"/>
                    <a:pt x="50855" y="64324"/>
                  </a:cubicBezTo>
                  <a:cubicBezTo>
                    <a:pt x="51031" y="64324"/>
                    <a:pt x="51210" y="64309"/>
                    <a:pt x="51393" y="64278"/>
                  </a:cubicBezTo>
                  <a:cubicBezTo>
                    <a:pt x="58148" y="63119"/>
                    <a:pt x="61626" y="40208"/>
                    <a:pt x="62281" y="27682"/>
                  </a:cubicBezTo>
                  <a:cubicBezTo>
                    <a:pt x="62936" y="15155"/>
                    <a:pt x="62281" y="2477"/>
                    <a:pt x="53384" y="511"/>
                  </a:cubicBezTo>
                  <a:cubicBezTo>
                    <a:pt x="51766" y="149"/>
                    <a:pt x="50327" y="0"/>
                    <a:pt x="490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2"/>
            <p:cNvSpPr/>
            <p:nvPr/>
          </p:nvSpPr>
          <p:spPr>
            <a:xfrm>
              <a:off x="2252650" y="4398750"/>
              <a:ext cx="270975" cy="122475"/>
            </a:xfrm>
            <a:custGeom>
              <a:avLst/>
              <a:gdLst/>
              <a:ahLst/>
              <a:cxnLst/>
              <a:rect l="l" t="t" r="r" b="b"/>
              <a:pathLst>
                <a:path w="10839" h="4899" extrusionOk="0">
                  <a:moveTo>
                    <a:pt x="10839" y="0"/>
                  </a:moveTo>
                  <a:lnTo>
                    <a:pt x="1" y="1109"/>
                  </a:lnTo>
                  <a:cubicBezTo>
                    <a:pt x="1" y="1109"/>
                    <a:pt x="1294" y="4899"/>
                    <a:pt x="5216" y="4899"/>
                  </a:cubicBezTo>
                  <a:cubicBezTo>
                    <a:pt x="5427" y="4899"/>
                    <a:pt x="5646" y="4888"/>
                    <a:pt x="5873" y="4865"/>
                  </a:cubicBezTo>
                  <a:cubicBezTo>
                    <a:pt x="10284" y="4411"/>
                    <a:pt x="10839" y="0"/>
                    <a:pt x="108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2"/>
            <p:cNvSpPr/>
            <p:nvPr/>
          </p:nvSpPr>
          <p:spPr>
            <a:xfrm>
              <a:off x="2534950" y="3706875"/>
              <a:ext cx="519850" cy="1574625"/>
            </a:xfrm>
            <a:custGeom>
              <a:avLst/>
              <a:gdLst/>
              <a:ahLst/>
              <a:cxnLst/>
              <a:rect l="l" t="t" r="r" b="b"/>
              <a:pathLst>
                <a:path w="20794" h="62985" extrusionOk="0">
                  <a:moveTo>
                    <a:pt x="13560" y="1"/>
                  </a:moveTo>
                  <a:cubicBezTo>
                    <a:pt x="15778" y="8797"/>
                    <a:pt x="16988" y="17820"/>
                    <a:pt x="17164" y="26894"/>
                  </a:cubicBezTo>
                  <a:cubicBezTo>
                    <a:pt x="17517" y="44008"/>
                    <a:pt x="13636" y="53031"/>
                    <a:pt x="8721" y="53308"/>
                  </a:cubicBezTo>
                  <a:cubicBezTo>
                    <a:pt x="8607" y="53314"/>
                    <a:pt x="8495" y="53317"/>
                    <a:pt x="8383" y="53317"/>
                  </a:cubicBezTo>
                  <a:cubicBezTo>
                    <a:pt x="4960" y="53317"/>
                    <a:pt x="2449" y="50614"/>
                    <a:pt x="441" y="50614"/>
                  </a:cubicBezTo>
                  <a:cubicBezTo>
                    <a:pt x="291" y="50614"/>
                    <a:pt x="144" y="50629"/>
                    <a:pt x="0" y="50662"/>
                  </a:cubicBezTo>
                  <a:cubicBezTo>
                    <a:pt x="2622" y="56146"/>
                    <a:pt x="4991" y="62984"/>
                    <a:pt x="8773" y="62984"/>
                  </a:cubicBezTo>
                  <a:cubicBezTo>
                    <a:pt x="8954" y="62984"/>
                    <a:pt x="9138" y="62968"/>
                    <a:pt x="9326" y="62936"/>
                  </a:cubicBezTo>
                  <a:cubicBezTo>
                    <a:pt x="16081" y="61802"/>
                    <a:pt x="19534" y="38891"/>
                    <a:pt x="20189" y="26365"/>
                  </a:cubicBezTo>
                  <a:cubicBezTo>
                    <a:pt x="20794" y="14997"/>
                    <a:pt x="20290" y="3504"/>
                    <a:pt x="13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2"/>
            <p:cNvSpPr/>
            <p:nvPr/>
          </p:nvSpPr>
          <p:spPr>
            <a:xfrm>
              <a:off x="1764950" y="4836250"/>
              <a:ext cx="537500" cy="485625"/>
            </a:xfrm>
            <a:custGeom>
              <a:avLst/>
              <a:gdLst/>
              <a:ahLst/>
              <a:cxnLst/>
              <a:rect l="l" t="t" r="r" b="b"/>
              <a:pathLst>
                <a:path w="21500" h="19425" extrusionOk="0">
                  <a:moveTo>
                    <a:pt x="19770" y="1"/>
                  </a:moveTo>
                  <a:cubicBezTo>
                    <a:pt x="19505" y="1"/>
                    <a:pt x="19240" y="32"/>
                    <a:pt x="18979" y="93"/>
                  </a:cubicBezTo>
                  <a:cubicBezTo>
                    <a:pt x="14064" y="1227"/>
                    <a:pt x="11821" y="10906"/>
                    <a:pt x="7713" y="11258"/>
                  </a:cubicBezTo>
                  <a:cubicBezTo>
                    <a:pt x="7645" y="11265"/>
                    <a:pt x="7578" y="11268"/>
                    <a:pt x="7511" y="11268"/>
                  </a:cubicBezTo>
                  <a:cubicBezTo>
                    <a:pt x="4554" y="11268"/>
                    <a:pt x="2687" y="5388"/>
                    <a:pt x="0" y="4352"/>
                  </a:cubicBezTo>
                  <a:lnTo>
                    <a:pt x="0" y="4352"/>
                  </a:lnTo>
                  <a:cubicBezTo>
                    <a:pt x="454" y="5512"/>
                    <a:pt x="857" y="6520"/>
                    <a:pt x="1261" y="7402"/>
                  </a:cubicBezTo>
                  <a:cubicBezTo>
                    <a:pt x="5193" y="16451"/>
                    <a:pt x="7158" y="19425"/>
                    <a:pt x="10133" y="19425"/>
                  </a:cubicBezTo>
                  <a:cubicBezTo>
                    <a:pt x="12603" y="19425"/>
                    <a:pt x="16560" y="5386"/>
                    <a:pt x="21500" y="496"/>
                  </a:cubicBezTo>
                  <a:cubicBezTo>
                    <a:pt x="20974" y="163"/>
                    <a:pt x="20374" y="1"/>
                    <a:pt x="197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2"/>
            <p:cNvSpPr/>
            <p:nvPr/>
          </p:nvSpPr>
          <p:spPr>
            <a:xfrm>
              <a:off x="1219275" y="3441925"/>
              <a:ext cx="2247625" cy="2034325"/>
            </a:xfrm>
            <a:custGeom>
              <a:avLst/>
              <a:gdLst/>
              <a:ahLst/>
              <a:cxnLst/>
              <a:rect l="l" t="t" r="r" b="b"/>
              <a:pathLst>
                <a:path w="89905" h="81373" extrusionOk="0">
                  <a:moveTo>
                    <a:pt x="32086" y="3365"/>
                  </a:moveTo>
                  <a:lnTo>
                    <a:pt x="32086" y="3365"/>
                  </a:lnTo>
                  <a:cubicBezTo>
                    <a:pt x="32039" y="3376"/>
                    <a:pt x="31993" y="3388"/>
                    <a:pt x="31947" y="3399"/>
                  </a:cubicBezTo>
                  <a:lnTo>
                    <a:pt x="31947" y="3399"/>
                  </a:lnTo>
                  <a:cubicBezTo>
                    <a:pt x="31994" y="3388"/>
                    <a:pt x="32040" y="3377"/>
                    <a:pt x="32086" y="3365"/>
                  </a:cubicBezTo>
                  <a:close/>
                  <a:moveTo>
                    <a:pt x="29000" y="8309"/>
                  </a:moveTo>
                  <a:lnTo>
                    <a:pt x="29000" y="8309"/>
                  </a:lnTo>
                  <a:cubicBezTo>
                    <a:pt x="29003" y="8324"/>
                    <a:pt x="29007" y="8340"/>
                    <a:pt x="29011" y="8355"/>
                  </a:cubicBezTo>
                  <a:cubicBezTo>
                    <a:pt x="29007" y="8340"/>
                    <a:pt x="29003" y="8324"/>
                    <a:pt x="29000" y="8309"/>
                  </a:cubicBezTo>
                  <a:close/>
                  <a:moveTo>
                    <a:pt x="80125" y="20050"/>
                  </a:moveTo>
                  <a:cubicBezTo>
                    <a:pt x="80130" y="20072"/>
                    <a:pt x="80135" y="20093"/>
                    <a:pt x="80140" y="20114"/>
                  </a:cubicBezTo>
                  <a:lnTo>
                    <a:pt x="80140" y="20114"/>
                  </a:lnTo>
                  <a:cubicBezTo>
                    <a:pt x="80135" y="20093"/>
                    <a:pt x="80130" y="20072"/>
                    <a:pt x="80125" y="20050"/>
                  </a:cubicBezTo>
                  <a:close/>
                  <a:moveTo>
                    <a:pt x="85116" y="23150"/>
                  </a:moveTo>
                  <a:cubicBezTo>
                    <a:pt x="85115" y="23151"/>
                    <a:pt x="85114" y="23151"/>
                    <a:pt x="85112" y="23151"/>
                  </a:cubicBezTo>
                  <a:lnTo>
                    <a:pt x="85112" y="23151"/>
                  </a:lnTo>
                  <a:cubicBezTo>
                    <a:pt x="85114" y="23151"/>
                    <a:pt x="85115" y="23151"/>
                    <a:pt x="85116" y="23150"/>
                  </a:cubicBezTo>
                  <a:close/>
                  <a:moveTo>
                    <a:pt x="81941" y="27839"/>
                  </a:moveTo>
                  <a:lnTo>
                    <a:pt x="81941" y="27839"/>
                  </a:lnTo>
                  <a:cubicBezTo>
                    <a:pt x="81962" y="27939"/>
                    <a:pt x="81987" y="28040"/>
                    <a:pt x="82016" y="28141"/>
                  </a:cubicBezTo>
                  <a:cubicBezTo>
                    <a:pt x="81992" y="28038"/>
                    <a:pt x="81967" y="27937"/>
                    <a:pt x="81941" y="27839"/>
                  </a:cubicBezTo>
                  <a:close/>
                  <a:moveTo>
                    <a:pt x="11090" y="55387"/>
                  </a:moveTo>
                  <a:cubicBezTo>
                    <a:pt x="11090" y="55463"/>
                    <a:pt x="11091" y="55538"/>
                    <a:pt x="11093" y="55612"/>
                  </a:cubicBezTo>
                  <a:lnTo>
                    <a:pt x="11093" y="55612"/>
                  </a:lnTo>
                  <a:cubicBezTo>
                    <a:pt x="11093" y="55537"/>
                    <a:pt x="11093" y="55462"/>
                    <a:pt x="11090" y="55387"/>
                  </a:cubicBezTo>
                  <a:close/>
                  <a:moveTo>
                    <a:pt x="50712" y="76055"/>
                  </a:moveTo>
                  <a:lnTo>
                    <a:pt x="50712" y="76055"/>
                  </a:lnTo>
                  <a:cubicBezTo>
                    <a:pt x="50739" y="76065"/>
                    <a:pt x="50766" y="76074"/>
                    <a:pt x="50793" y="76084"/>
                  </a:cubicBezTo>
                  <a:lnTo>
                    <a:pt x="50793" y="76084"/>
                  </a:lnTo>
                  <a:cubicBezTo>
                    <a:pt x="50766" y="76074"/>
                    <a:pt x="50739" y="76064"/>
                    <a:pt x="50712" y="76055"/>
                  </a:cubicBezTo>
                  <a:close/>
                  <a:moveTo>
                    <a:pt x="44935" y="542"/>
                  </a:moveTo>
                  <a:cubicBezTo>
                    <a:pt x="59557" y="542"/>
                    <a:pt x="73511" y="8830"/>
                    <a:pt x="80125" y="22848"/>
                  </a:cubicBezTo>
                  <a:cubicBezTo>
                    <a:pt x="79722" y="23932"/>
                    <a:pt x="78714" y="24638"/>
                    <a:pt x="77025" y="25041"/>
                  </a:cubicBezTo>
                  <a:cubicBezTo>
                    <a:pt x="77608" y="24907"/>
                    <a:pt x="78134" y="24838"/>
                    <a:pt x="78607" y="24838"/>
                  </a:cubicBezTo>
                  <a:cubicBezTo>
                    <a:pt x="80363" y="24838"/>
                    <a:pt x="81397" y="25783"/>
                    <a:pt x="81941" y="27839"/>
                  </a:cubicBezTo>
                  <a:lnTo>
                    <a:pt x="81941" y="27839"/>
                  </a:lnTo>
                  <a:cubicBezTo>
                    <a:pt x="81888" y="27587"/>
                    <a:pt x="81857" y="27334"/>
                    <a:pt x="81839" y="27082"/>
                  </a:cubicBezTo>
                  <a:lnTo>
                    <a:pt x="81839" y="27082"/>
                  </a:lnTo>
                  <a:cubicBezTo>
                    <a:pt x="88871" y="48027"/>
                    <a:pt x="77050" y="70636"/>
                    <a:pt x="55828" y="76811"/>
                  </a:cubicBezTo>
                  <a:cubicBezTo>
                    <a:pt x="55475" y="75954"/>
                    <a:pt x="55576" y="74920"/>
                    <a:pt x="56055" y="73610"/>
                  </a:cubicBezTo>
                  <a:lnTo>
                    <a:pt x="56055" y="73610"/>
                  </a:lnTo>
                  <a:cubicBezTo>
                    <a:pt x="55333" y="75559"/>
                    <a:pt x="54314" y="76487"/>
                    <a:pt x="52785" y="76487"/>
                  </a:cubicBezTo>
                  <a:cubicBezTo>
                    <a:pt x="52200" y="76487"/>
                    <a:pt x="51539" y="76351"/>
                    <a:pt x="50793" y="76084"/>
                  </a:cubicBezTo>
                  <a:lnTo>
                    <a:pt x="50793" y="76084"/>
                  </a:lnTo>
                  <a:cubicBezTo>
                    <a:pt x="51809" y="76457"/>
                    <a:pt x="52539" y="76927"/>
                    <a:pt x="53005" y="77517"/>
                  </a:cubicBezTo>
                  <a:cubicBezTo>
                    <a:pt x="50333" y="78078"/>
                    <a:pt x="47649" y="78351"/>
                    <a:pt x="44990" y="78351"/>
                  </a:cubicBezTo>
                  <a:cubicBezTo>
                    <a:pt x="31903" y="78351"/>
                    <a:pt x="19448" y="71736"/>
                    <a:pt x="12199" y="60403"/>
                  </a:cubicBezTo>
                  <a:cubicBezTo>
                    <a:pt x="12880" y="59823"/>
                    <a:pt x="13863" y="59546"/>
                    <a:pt x="15224" y="59546"/>
                  </a:cubicBezTo>
                  <a:cubicBezTo>
                    <a:pt x="12401" y="59546"/>
                    <a:pt x="11156" y="58374"/>
                    <a:pt x="11093" y="55612"/>
                  </a:cubicBezTo>
                  <a:lnTo>
                    <a:pt x="11093" y="55612"/>
                  </a:lnTo>
                  <a:cubicBezTo>
                    <a:pt x="11087" y="56364"/>
                    <a:pt x="10935" y="57091"/>
                    <a:pt x="10637" y="57756"/>
                  </a:cubicBezTo>
                  <a:cubicBezTo>
                    <a:pt x="530" y="38853"/>
                    <a:pt x="7662" y="15312"/>
                    <a:pt x="26566" y="5180"/>
                  </a:cubicBezTo>
                  <a:cubicBezTo>
                    <a:pt x="27815" y="5505"/>
                    <a:pt x="28569" y="6523"/>
                    <a:pt x="29000" y="8309"/>
                  </a:cubicBezTo>
                  <a:lnTo>
                    <a:pt x="29000" y="8309"/>
                  </a:lnTo>
                  <a:cubicBezTo>
                    <a:pt x="28351" y="5563"/>
                    <a:pt x="29248" y="4091"/>
                    <a:pt x="31947" y="3399"/>
                  </a:cubicBezTo>
                  <a:lnTo>
                    <a:pt x="31947" y="3399"/>
                  </a:lnTo>
                  <a:cubicBezTo>
                    <a:pt x="31489" y="3508"/>
                    <a:pt x="31019" y="3571"/>
                    <a:pt x="30547" y="3571"/>
                  </a:cubicBezTo>
                  <a:cubicBezTo>
                    <a:pt x="30363" y="3571"/>
                    <a:pt x="30178" y="3561"/>
                    <a:pt x="29994" y="3541"/>
                  </a:cubicBezTo>
                  <a:cubicBezTo>
                    <a:pt x="34875" y="1508"/>
                    <a:pt x="39944" y="542"/>
                    <a:pt x="44935" y="542"/>
                  </a:cubicBezTo>
                  <a:close/>
                  <a:moveTo>
                    <a:pt x="58493" y="78925"/>
                  </a:moveTo>
                  <a:cubicBezTo>
                    <a:pt x="58495" y="78926"/>
                    <a:pt x="58498" y="78927"/>
                    <a:pt x="58500" y="78928"/>
                  </a:cubicBezTo>
                  <a:cubicBezTo>
                    <a:pt x="58498" y="78927"/>
                    <a:pt x="58495" y="78926"/>
                    <a:pt x="58493" y="78925"/>
                  </a:cubicBezTo>
                  <a:close/>
                  <a:moveTo>
                    <a:pt x="44929" y="1"/>
                  </a:moveTo>
                  <a:cubicBezTo>
                    <a:pt x="39642" y="1"/>
                    <a:pt x="34274" y="1068"/>
                    <a:pt x="29137" y="3315"/>
                  </a:cubicBezTo>
                  <a:cubicBezTo>
                    <a:pt x="28129" y="2886"/>
                    <a:pt x="27473" y="1903"/>
                    <a:pt x="27095" y="290"/>
                  </a:cubicBezTo>
                  <a:lnTo>
                    <a:pt x="27095" y="290"/>
                  </a:lnTo>
                  <a:cubicBezTo>
                    <a:pt x="27750" y="3113"/>
                    <a:pt x="26843" y="4600"/>
                    <a:pt x="23995" y="5255"/>
                  </a:cubicBezTo>
                  <a:cubicBezTo>
                    <a:pt x="24549" y="5129"/>
                    <a:pt x="25104" y="5054"/>
                    <a:pt x="25658" y="5054"/>
                  </a:cubicBezTo>
                  <a:cubicBezTo>
                    <a:pt x="6831" y="15614"/>
                    <a:pt x="0" y="39357"/>
                    <a:pt x="10334" y="58311"/>
                  </a:cubicBezTo>
                  <a:cubicBezTo>
                    <a:pt x="9679" y="59168"/>
                    <a:pt x="8570" y="59571"/>
                    <a:pt x="6932" y="59571"/>
                  </a:cubicBezTo>
                  <a:cubicBezTo>
                    <a:pt x="9830" y="59571"/>
                    <a:pt x="11065" y="60806"/>
                    <a:pt x="11065" y="63704"/>
                  </a:cubicBezTo>
                  <a:cubicBezTo>
                    <a:pt x="11065" y="62444"/>
                    <a:pt x="11317" y="61512"/>
                    <a:pt x="11821" y="60831"/>
                  </a:cubicBezTo>
                  <a:cubicBezTo>
                    <a:pt x="19177" y="72230"/>
                    <a:pt x="31753" y="78890"/>
                    <a:pt x="44963" y="78890"/>
                  </a:cubicBezTo>
                  <a:cubicBezTo>
                    <a:pt x="47731" y="78890"/>
                    <a:pt x="50526" y="78598"/>
                    <a:pt x="53308" y="77995"/>
                  </a:cubicBezTo>
                  <a:lnTo>
                    <a:pt x="53308" y="77995"/>
                  </a:lnTo>
                  <a:cubicBezTo>
                    <a:pt x="53736" y="78878"/>
                    <a:pt x="53686" y="79961"/>
                    <a:pt x="53157" y="81373"/>
                  </a:cubicBezTo>
                  <a:cubicBezTo>
                    <a:pt x="53896" y="79424"/>
                    <a:pt x="54921" y="78496"/>
                    <a:pt x="56442" y="78496"/>
                  </a:cubicBezTo>
                  <a:cubicBezTo>
                    <a:pt x="57043" y="78496"/>
                    <a:pt x="57723" y="78641"/>
                    <a:pt x="58493" y="78925"/>
                  </a:cubicBezTo>
                  <a:lnTo>
                    <a:pt x="58493" y="78925"/>
                  </a:lnTo>
                  <a:cubicBezTo>
                    <a:pt x="57337" y="78497"/>
                    <a:pt x="56533" y="77969"/>
                    <a:pt x="56080" y="77290"/>
                  </a:cubicBezTo>
                  <a:cubicBezTo>
                    <a:pt x="78033" y="70812"/>
                    <a:pt x="89905" y="47120"/>
                    <a:pt x="81915" y="25671"/>
                  </a:cubicBezTo>
                  <a:cubicBezTo>
                    <a:pt x="82217" y="24386"/>
                    <a:pt x="83249" y="23580"/>
                    <a:pt x="85112" y="23151"/>
                  </a:cubicBezTo>
                  <a:lnTo>
                    <a:pt x="85112" y="23151"/>
                  </a:lnTo>
                  <a:cubicBezTo>
                    <a:pt x="84537" y="23283"/>
                    <a:pt x="84018" y="23351"/>
                    <a:pt x="83549" y="23351"/>
                  </a:cubicBezTo>
                  <a:cubicBezTo>
                    <a:pt x="81717" y="23351"/>
                    <a:pt x="80668" y="22322"/>
                    <a:pt x="80140" y="20114"/>
                  </a:cubicBezTo>
                  <a:lnTo>
                    <a:pt x="80140" y="20114"/>
                  </a:lnTo>
                  <a:cubicBezTo>
                    <a:pt x="80282" y="20725"/>
                    <a:pt x="80350" y="21358"/>
                    <a:pt x="80302" y="21991"/>
                  </a:cubicBezTo>
                  <a:cubicBezTo>
                    <a:pt x="73476" y="8118"/>
                    <a:pt x="59510" y="1"/>
                    <a:pt x="449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2"/>
            <p:cNvSpPr/>
            <p:nvPr/>
          </p:nvSpPr>
          <p:spPr>
            <a:xfrm>
              <a:off x="1115300" y="3660875"/>
              <a:ext cx="280425" cy="250075"/>
            </a:xfrm>
            <a:custGeom>
              <a:avLst/>
              <a:gdLst/>
              <a:ahLst/>
              <a:cxnLst/>
              <a:rect l="l" t="t" r="r" b="b"/>
              <a:pathLst>
                <a:path w="11217" h="10003" extrusionOk="0">
                  <a:moveTo>
                    <a:pt x="4966" y="1"/>
                  </a:moveTo>
                  <a:lnTo>
                    <a:pt x="4966" y="2244"/>
                  </a:lnTo>
                  <a:lnTo>
                    <a:pt x="2571" y="782"/>
                  </a:lnTo>
                  <a:lnTo>
                    <a:pt x="3025" y="3706"/>
                  </a:lnTo>
                  <a:lnTo>
                    <a:pt x="1" y="5924"/>
                  </a:lnTo>
                  <a:lnTo>
                    <a:pt x="2571" y="6705"/>
                  </a:lnTo>
                  <a:lnTo>
                    <a:pt x="3277" y="9377"/>
                  </a:lnTo>
                  <a:lnTo>
                    <a:pt x="5394" y="7612"/>
                  </a:lnTo>
                  <a:cubicBezTo>
                    <a:pt x="5394" y="7612"/>
                    <a:pt x="7078" y="10002"/>
                    <a:pt x="7311" y="10002"/>
                  </a:cubicBezTo>
                  <a:cubicBezTo>
                    <a:pt x="7323" y="10002"/>
                    <a:pt x="7331" y="9995"/>
                    <a:pt x="7335" y="9982"/>
                  </a:cubicBezTo>
                  <a:cubicBezTo>
                    <a:pt x="7436" y="9730"/>
                    <a:pt x="8671" y="7260"/>
                    <a:pt x="8671" y="7260"/>
                  </a:cubicBezTo>
                  <a:lnTo>
                    <a:pt x="11217" y="7260"/>
                  </a:lnTo>
                  <a:lnTo>
                    <a:pt x="9729" y="5117"/>
                  </a:lnTo>
                  <a:lnTo>
                    <a:pt x="11217" y="2395"/>
                  </a:lnTo>
                  <a:lnTo>
                    <a:pt x="8318" y="3176"/>
                  </a:lnTo>
                  <a:lnTo>
                    <a:pt x="8318" y="3176"/>
                  </a:lnTo>
                  <a:lnTo>
                    <a:pt x="8948" y="1"/>
                  </a:lnTo>
                  <a:lnTo>
                    <a:pt x="8948" y="1"/>
                  </a:lnTo>
                  <a:lnTo>
                    <a:pt x="7184" y="2471"/>
                  </a:lnTo>
                  <a:lnTo>
                    <a:pt x="496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2"/>
            <p:cNvSpPr/>
            <p:nvPr/>
          </p:nvSpPr>
          <p:spPr>
            <a:xfrm>
              <a:off x="1229975" y="3739025"/>
              <a:ext cx="52325" cy="47900"/>
            </a:xfrm>
            <a:custGeom>
              <a:avLst/>
              <a:gdLst/>
              <a:ahLst/>
              <a:cxnLst/>
              <a:rect l="l" t="t" r="r" b="b"/>
              <a:pathLst>
                <a:path w="2093" h="1916" extrusionOk="0">
                  <a:moveTo>
                    <a:pt x="177" y="0"/>
                  </a:moveTo>
                  <a:lnTo>
                    <a:pt x="1" y="176"/>
                  </a:lnTo>
                  <a:lnTo>
                    <a:pt x="1916" y="1916"/>
                  </a:lnTo>
                  <a:lnTo>
                    <a:pt x="2093" y="1714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2"/>
            <p:cNvSpPr/>
            <p:nvPr/>
          </p:nvSpPr>
          <p:spPr>
            <a:xfrm>
              <a:off x="1256450" y="3785650"/>
              <a:ext cx="15775" cy="35925"/>
            </a:xfrm>
            <a:custGeom>
              <a:avLst/>
              <a:gdLst/>
              <a:ahLst/>
              <a:cxnLst/>
              <a:rect l="l" t="t" r="r" b="b"/>
              <a:pathLst>
                <a:path w="631" h="1437" extrusionOk="0">
                  <a:moveTo>
                    <a:pt x="303" y="0"/>
                  </a:moveTo>
                  <a:cubicBezTo>
                    <a:pt x="126" y="0"/>
                    <a:pt x="0" y="328"/>
                    <a:pt x="0" y="706"/>
                  </a:cubicBezTo>
                  <a:cubicBezTo>
                    <a:pt x="0" y="1109"/>
                    <a:pt x="152" y="1437"/>
                    <a:pt x="303" y="1437"/>
                  </a:cubicBezTo>
                  <a:cubicBezTo>
                    <a:pt x="479" y="1437"/>
                    <a:pt x="630" y="1109"/>
                    <a:pt x="630" y="706"/>
                  </a:cubicBezTo>
                  <a:cubicBezTo>
                    <a:pt x="630" y="328"/>
                    <a:pt x="479" y="0"/>
                    <a:pt x="303" y="0"/>
                  </a:cubicBez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2"/>
            <p:cNvSpPr/>
            <p:nvPr/>
          </p:nvSpPr>
          <p:spPr>
            <a:xfrm>
              <a:off x="1304975" y="3744675"/>
              <a:ext cx="51675" cy="47925"/>
            </a:xfrm>
            <a:custGeom>
              <a:avLst/>
              <a:gdLst/>
              <a:ahLst/>
              <a:cxnLst/>
              <a:rect l="l" t="t" r="r" b="b"/>
              <a:pathLst>
                <a:path w="2067" h="1917" extrusionOk="0">
                  <a:moveTo>
                    <a:pt x="1890" y="1"/>
                  </a:moveTo>
                  <a:lnTo>
                    <a:pt x="0" y="1715"/>
                  </a:lnTo>
                  <a:lnTo>
                    <a:pt x="177" y="1916"/>
                  </a:lnTo>
                  <a:lnTo>
                    <a:pt x="2067" y="177"/>
                  </a:lnTo>
                  <a:lnTo>
                    <a:pt x="1890" y="1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2"/>
            <p:cNvSpPr/>
            <p:nvPr/>
          </p:nvSpPr>
          <p:spPr>
            <a:xfrm>
              <a:off x="1318200" y="3785650"/>
              <a:ext cx="15775" cy="35925"/>
            </a:xfrm>
            <a:custGeom>
              <a:avLst/>
              <a:gdLst/>
              <a:ahLst/>
              <a:cxnLst/>
              <a:rect l="l" t="t" r="r" b="b"/>
              <a:pathLst>
                <a:path w="631" h="1437" extrusionOk="0">
                  <a:moveTo>
                    <a:pt x="303" y="0"/>
                  </a:moveTo>
                  <a:cubicBezTo>
                    <a:pt x="126" y="0"/>
                    <a:pt x="0" y="328"/>
                    <a:pt x="0" y="706"/>
                  </a:cubicBezTo>
                  <a:cubicBezTo>
                    <a:pt x="0" y="1109"/>
                    <a:pt x="126" y="1437"/>
                    <a:pt x="303" y="1437"/>
                  </a:cubicBezTo>
                  <a:cubicBezTo>
                    <a:pt x="479" y="1437"/>
                    <a:pt x="631" y="1109"/>
                    <a:pt x="631" y="706"/>
                  </a:cubicBezTo>
                  <a:cubicBezTo>
                    <a:pt x="631" y="328"/>
                    <a:pt x="479" y="0"/>
                    <a:pt x="303" y="0"/>
                  </a:cubicBez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2"/>
            <p:cNvSpPr/>
            <p:nvPr/>
          </p:nvSpPr>
          <p:spPr>
            <a:xfrm>
              <a:off x="922500" y="4141650"/>
              <a:ext cx="304975" cy="286725"/>
            </a:xfrm>
            <a:custGeom>
              <a:avLst/>
              <a:gdLst/>
              <a:ahLst/>
              <a:cxnLst/>
              <a:rect l="l" t="t" r="r" b="b"/>
              <a:pathLst>
                <a:path w="12199" h="11469" extrusionOk="0">
                  <a:moveTo>
                    <a:pt x="7738" y="1"/>
                  </a:moveTo>
                  <a:lnTo>
                    <a:pt x="6578" y="3101"/>
                  </a:lnTo>
                  <a:lnTo>
                    <a:pt x="3554" y="1110"/>
                  </a:lnTo>
                  <a:lnTo>
                    <a:pt x="4184" y="3504"/>
                  </a:lnTo>
                  <a:lnTo>
                    <a:pt x="1260" y="2622"/>
                  </a:lnTo>
                  <a:lnTo>
                    <a:pt x="2546" y="5571"/>
                  </a:lnTo>
                  <a:lnTo>
                    <a:pt x="0" y="8747"/>
                  </a:lnTo>
                  <a:lnTo>
                    <a:pt x="2924" y="8873"/>
                  </a:lnTo>
                  <a:lnTo>
                    <a:pt x="4411" y="11469"/>
                  </a:lnTo>
                  <a:lnTo>
                    <a:pt x="6150" y="8999"/>
                  </a:lnTo>
                  <a:cubicBezTo>
                    <a:pt x="6150" y="8999"/>
                    <a:pt x="8520" y="10992"/>
                    <a:pt x="8837" y="10992"/>
                  </a:cubicBezTo>
                  <a:cubicBezTo>
                    <a:pt x="8858" y="10992"/>
                    <a:pt x="8870" y="10984"/>
                    <a:pt x="8872" y="10965"/>
                  </a:cubicBezTo>
                  <a:cubicBezTo>
                    <a:pt x="8897" y="10662"/>
                    <a:pt x="9502" y="7713"/>
                    <a:pt x="9502" y="7713"/>
                  </a:cubicBezTo>
                  <a:lnTo>
                    <a:pt x="12199" y="6982"/>
                  </a:lnTo>
                  <a:lnTo>
                    <a:pt x="10031" y="5168"/>
                  </a:lnTo>
                  <a:lnTo>
                    <a:pt x="10813" y="1866"/>
                  </a:lnTo>
                  <a:lnTo>
                    <a:pt x="10813" y="1866"/>
                  </a:lnTo>
                  <a:lnTo>
                    <a:pt x="7990" y="3529"/>
                  </a:lnTo>
                  <a:lnTo>
                    <a:pt x="77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2"/>
            <p:cNvSpPr/>
            <p:nvPr/>
          </p:nvSpPr>
          <p:spPr>
            <a:xfrm>
              <a:off x="1029600" y="4258850"/>
              <a:ext cx="65575" cy="38475"/>
            </a:xfrm>
            <a:custGeom>
              <a:avLst/>
              <a:gdLst/>
              <a:ahLst/>
              <a:cxnLst/>
              <a:rect l="l" t="t" r="r" b="b"/>
              <a:pathLst>
                <a:path w="2623" h="1539" extrusionOk="0">
                  <a:moveTo>
                    <a:pt x="152" y="1"/>
                  </a:moveTo>
                  <a:lnTo>
                    <a:pt x="1" y="253"/>
                  </a:lnTo>
                  <a:lnTo>
                    <a:pt x="2496" y="1538"/>
                  </a:lnTo>
                  <a:lnTo>
                    <a:pt x="2622" y="1261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2"/>
            <p:cNvSpPr/>
            <p:nvPr/>
          </p:nvSpPr>
          <p:spPr>
            <a:xfrm>
              <a:off x="1066150" y="4294625"/>
              <a:ext cx="22075" cy="37475"/>
            </a:xfrm>
            <a:custGeom>
              <a:avLst/>
              <a:gdLst/>
              <a:ahLst/>
              <a:cxnLst/>
              <a:rect l="l" t="t" r="r" b="b"/>
              <a:pathLst>
                <a:path w="883" h="1499" extrusionOk="0">
                  <a:moveTo>
                    <a:pt x="296" y="1"/>
                  </a:moveTo>
                  <a:cubicBezTo>
                    <a:pt x="281" y="1"/>
                    <a:pt x="267" y="2"/>
                    <a:pt x="253" y="6"/>
                  </a:cubicBezTo>
                  <a:cubicBezTo>
                    <a:pt x="51" y="57"/>
                    <a:pt x="1" y="410"/>
                    <a:pt x="101" y="838"/>
                  </a:cubicBezTo>
                  <a:cubicBezTo>
                    <a:pt x="218" y="1212"/>
                    <a:pt x="422" y="1499"/>
                    <a:pt x="591" y="1499"/>
                  </a:cubicBezTo>
                  <a:cubicBezTo>
                    <a:pt x="605" y="1499"/>
                    <a:pt x="618" y="1497"/>
                    <a:pt x="631" y="1493"/>
                  </a:cubicBezTo>
                  <a:cubicBezTo>
                    <a:pt x="832" y="1443"/>
                    <a:pt x="883" y="1065"/>
                    <a:pt x="782" y="662"/>
                  </a:cubicBezTo>
                  <a:cubicBezTo>
                    <a:pt x="689" y="267"/>
                    <a:pt x="468" y="1"/>
                    <a:pt x="296" y="1"/>
                  </a:cubicBez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2"/>
            <p:cNvSpPr/>
            <p:nvPr/>
          </p:nvSpPr>
          <p:spPr>
            <a:xfrm>
              <a:off x="1115300" y="4216000"/>
              <a:ext cx="44125" cy="62425"/>
            </a:xfrm>
            <a:custGeom>
              <a:avLst/>
              <a:gdLst/>
              <a:ahLst/>
              <a:cxnLst/>
              <a:rect l="l" t="t" r="r" b="b"/>
              <a:pathLst>
                <a:path w="1765" h="2497" extrusionOk="0">
                  <a:moveTo>
                    <a:pt x="1513" y="1"/>
                  </a:moveTo>
                  <a:lnTo>
                    <a:pt x="1" y="2345"/>
                  </a:lnTo>
                  <a:lnTo>
                    <a:pt x="253" y="2496"/>
                  </a:lnTo>
                  <a:lnTo>
                    <a:pt x="1765" y="152"/>
                  </a:lnTo>
                  <a:lnTo>
                    <a:pt x="1513" y="1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2"/>
            <p:cNvSpPr/>
            <p:nvPr/>
          </p:nvSpPr>
          <p:spPr>
            <a:xfrm>
              <a:off x="1131050" y="4277000"/>
              <a:ext cx="22725" cy="37475"/>
            </a:xfrm>
            <a:custGeom>
              <a:avLst/>
              <a:gdLst/>
              <a:ahLst/>
              <a:cxnLst/>
              <a:rect l="l" t="t" r="r" b="b"/>
              <a:pathLst>
                <a:path w="909" h="1499" extrusionOk="0">
                  <a:moveTo>
                    <a:pt x="297" y="0"/>
                  </a:moveTo>
                  <a:cubicBezTo>
                    <a:pt x="282" y="0"/>
                    <a:pt x="268" y="2"/>
                    <a:pt x="253" y="6"/>
                  </a:cubicBezTo>
                  <a:cubicBezTo>
                    <a:pt x="76" y="56"/>
                    <a:pt x="1" y="434"/>
                    <a:pt x="127" y="837"/>
                  </a:cubicBezTo>
                  <a:cubicBezTo>
                    <a:pt x="220" y="1211"/>
                    <a:pt x="443" y="1498"/>
                    <a:pt x="616" y="1498"/>
                  </a:cubicBezTo>
                  <a:cubicBezTo>
                    <a:pt x="630" y="1498"/>
                    <a:pt x="643" y="1496"/>
                    <a:pt x="656" y="1493"/>
                  </a:cubicBezTo>
                  <a:cubicBezTo>
                    <a:pt x="832" y="1442"/>
                    <a:pt x="908" y="1064"/>
                    <a:pt x="807" y="661"/>
                  </a:cubicBezTo>
                  <a:cubicBezTo>
                    <a:pt x="690" y="287"/>
                    <a:pt x="487" y="0"/>
                    <a:pt x="297" y="0"/>
                  </a:cubicBez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2"/>
            <p:cNvSpPr/>
            <p:nvPr/>
          </p:nvSpPr>
          <p:spPr>
            <a:xfrm>
              <a:off x="2543125" y="4045875"/>
              <a:ext cx="105900" cy="150625"/>
            </a:xfrm>
            <a:custGeom>
              <a:avLst/>
              <a:gdLst/>
              <a:ahLst/>
              <a:cxnLst/>
              <a:rect l="l" t="t" r="r" b="b"/>
              <a:pathLst>
                <a:path w="4236" h="6025" extrusionOk="0">
                  <a:moveTo>
                    <a:pt x="2118" y="1"/>
                  </a:moveTo>
                  <a:cubicBezTo>
                    <a:pt x="933" y="1"/>
                    <a:pt x="1" y="1362"/>
                    <a:pt x="1" y="3025"/>
                  </a:cubicBezTo>
                  <a:cubicBezTo>
                    <a:pt x="1" y="4689"/>
                    <a:pt x="933" y="6025"/>
                    <a:pt x="2118" y="6025"/>
                  </a:cubicBezTo>
                  <a:cubicBezTo>
                    <a:pt x="3277" y="6025"/>
                    <a:pt x="4235" y="4689"/>
                    <a:pt x="4235" y="3025"/>
                  </a:cubicBezTo>
                  <a:cubicBezTo>
                    <a:pt x="4235" y="1362"/>
                    <a:pt x="3277" y="1"/>
                    <a:pt x="21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2"/>
            <p:cNvSpPr/>
            <p:nvPr/>
          </p:nvSpPr>
          <p:spPr>
            <a:xfrm>
              <a:off x="2573375" y="4064775"/>
              <a:ext cx="60525" cy="51875"/>
            </a:xfrm>
            <a:custGeom>
              <a:avLst/>
              <a:gdLst/>
              <a:ahLst/>
              <a:cxnLst/>
              <a:rect l="l" t="t" r="r" b="b"/>
              <a:pathLst>
                <a:path w="2421" h="2075" extrusionOk="0">
                  <a:moveTo>
                    <a:pt x="1387" y="1"/>
                  </a:moveTo>
                  <a:cubicBezTo>
                    <a:pt x="454" y="1"/>
                    <a:pt x="1" y="1110"/>
                    <a:pt x="656" y="1765"/>
                  </a:cubicBezTo>
                  <a:cubicBezTo>
                    <a:pt x="869" y="1978"/>
                    <a:pt x="1131" y="2074"/>
                    <a:pt x="1386" y="2074"/>
                  </a:cubicBezTo>
                  <a:cubicBezTo>
                    <a:pt x="1916" y="2074"/>
                    <a:pt x="2420" y="1663"/>
                    <a:pt x="2420" y="1034"/>
                  </a:cubicBezTo>
                  <a:cubicBezTo>
                    <a:pt x="2420" y="454"/>
                    <a:pt x="1967" y="1"/>
                    <a:pt x="13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2"/>
            <p:cNvSpPr/>
            <p:nvPr/>
          </p:nvSpPr>
          <p:spPr>
            <a:xfrm>
              <a:off x="1968500" y="4161125"/>
              <a:ext cx="252900" cy="64175"/>
            </a:xfrm>
            <a:custGeom>
              <a:avLst/>
              <a:gdLst/>
              <a:ahLst/>
              <a:cxnLst/>
              <a:rect l="l" t="t" r="r" b="b"/>
              <a:pathLst>
                <a:path w="10116" h="2567" extrusionOk="0">
                  <a:moveTo>
                    <a:pt x="5477" y="1"/>
                  </a:moveTo>
                  <a:cubicBezTo>
                    <a:pt x="3748" y="1"/>
                    <a:pt x="2029" y="486"/>
                    <a:pt x="529" y="1440"/>
                  </a:cubicBezTo>
                  <a:cubicBezTo>
                    <a:pt x="0" y="1799"/>
                    <a:pt x="323" y="2566"/>
                    <a:pt x="813" y="2566"/>
                  </a:cubicBezTo>
                  <a:cubicBezTo>
                    <a:pt x="907" y="2566"/>
                    <a:pt x="1007" y="2538"/>
                    <a:pt x="1108" y="2473"/>
                  </a:cubicBezTo>
                  <a:cubicBezTo>
                    <a:pt x="2439" y="1615"/>
                    <a:pt x="3964" y="1179"/>
                    <a:pt x="5496" y="1179"/>
                  </a:cubicBezTo>
                  <a:cubicBezTo>
                    <a:pt x="6662" y="1179"/>
                    <a:pt x="7832" y="1432"/>
                    <a:pt x="8922" y="1944"/>
                  </a:cubicBezTo>
                  <a:cubicBezTo>
                    <a:pt x="9013" y="1988"/>
                    <a:pt x="9103" y="2007"/>
                    <a:pt x="9189" y="2007"/>
                  </a:cubicBezTo>
                  <a:cubicBezTo>
                    <a:pt x="9742" y="2007"/>
                    <a:pt x="10116" y="1197"/>
                    <a:pt x="9527" y="936"/>
                  </a:cubicBezTo>
                  <a:cubicBezTo>
                    <a:pt x="8241" y="309"/>
                    <a:pt x="6856" y="1"/>
                    <a:pt x="54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3" name="Google Shape;503;p22"/>
          <p:cNvSpPr/>
          <p:nvPr/>
        </p:nvSpPr>
        <p:spPr>
          <a:xfrm>
            <a:off x="3482925" y="1766742"/>
            <a:ext cx="2091600" cy="2091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22"/>
          <p:cNvSpPr txBox="1">
            <a:spLocks noGrp="1"/>
          </p:cNvSpPr>
          <p:nvPr>
            <p:ph type="title"/>
          </p:nvPr>
        </p:nvSpPr>
        <p:spPr>
          <a:xfrm>
            <a:off x="3481550" y="2371000"/>
            <a:ext cx="2106300" cy="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lt1"/>
                </a:solidFill>
              </a:rPr>
              <a:t>Mouth</a:t>
            </a:r>
            <a:endParaRPr sz="25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lt1"/>
                </a:solidFill>
              </a:rPr>
              <a:t> cleaning</a:t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4"/>
          <p:cNvSpPr/>
          <p:nvPr/>
        </p:nvSpPr>
        <p:spPr>
          <a:xfrm rot="-5400000">
            <a:off x="4881495" y="1952904"/>
            <a:ext cx="1539600" cy="800400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24"/>
          <p:cNvSpPr/>
          <p:nvPr/>
        </p:nvSpPr>
        <p:spPr>
          <a:xfrm rot="-5400000">
            <a:off x="5338995" y="2410404"/>
            <a:ext cx="624600" cy="800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24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Dental Infographics</a:t>
            </a:r>
            <a:endParaRPr/>
          </a:p>
        </p:txBody>
      </p:sp>
      <p:sp>
        <p:nvSpPr>
          <p:cNvPr id="627" name="Google Shape;627;p24"/>
          <p:cNvSpPr txBox="1"/>
          <p:nvPr/>
        </p:nvSpPr>
        <p:spPr>
          <a:xfrm>
            <a:off x="5251085" y="2534304"/>
            <a:ext cx="795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45%</a:t>
            </a:r>
            <a:endParaRPr sz="2000">
              <a:solidFill>
                <a:srgbClr val="00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28" name="Google Shape;628;p24"/>
          <p:cNvSpPr txBox="1"/>
          <p:nvPr/>
        </p:nvSpPr>
        <p:spPr>
          <a:xfrm>
            <a:off x="4699086" y="3591303"/>
            <a:ext cx="1899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a cold place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9" name="Google Shape;629;p24"/>
          <p:cNvSpPr txBox="1"/>
          <p:nvPr/>
        </p:nvSpPr>
        <p:spPr>
          <a:xfrm>
            <a:off x="6786457" y="3577549"/>
            <a:ext cx="189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Saturn is the ringed one and a gas giant</a:t>
            </a:r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0" name="Google Shape;630;p24"/>
          <p:cNvSpPr txBox="1"/>
          <p:nvPr/>
        </p:nvSpPr>
        <p:spPr>
          <a:xfrm>
            <a:off x="457201" y="3575306"/>
            <a:ext cx="18996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p24"/>
          <p:cNvSpPr/>
          <p:nvPr/>
        </p:nvSpPr>
        <p:spPr>
          <a:xfrm rot="-5400000">
            <a:off x="637209" y="1948100"/>
            <a:ext cx="1539600" cy="800400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24"/>
          <p:cNvSpPr/>
          <p:nvPr/>
        </p:nvSpPr>
        <p:spPr>
          <a:xfrm rot="-5400000">
            <a:off x="641250" y="1952150"/>
            <a:ext cx="1531500" cy="800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24"/>
          <p:cNvSpPr txBox="1"/>
          <p:nvPr/>
        </p:nvSpPr>
        <p:spPr>
          <a:xfrm>
            <a:off x="1006799" y="2529500"/>
            <a:ext cx="795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100%</a:t>
            </a:r>
            <a:endParaRPr sz="2000">
              <a:solidFill>
                <a:srgbClr val="00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34" name="Google Shape;634;p24"/>
          <p:cNvSpPr/>
          <p:nvPr/>
        </p:nvSpPr>
        <p:spPr>
          <a:xfrm rot="-5400000">
            <a:off x="6966466" y="1936650"/>
            <a:ext cx="1539600" cy="800400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24"/>
          <p:cNvSpPr/>
          <p:nvPr/>
        </p:nvSpPr>
        <p:spPr>
          <a:xfrm rot="-5400000">
            <a:off x="7218150" y="2188350"/>
            <a:ext cx="1036200" cy="800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24"/>
          <p:cNvSpPr txBox="1"/>
          <p:nvPr/>
        </p:nvSpPr>
        <p:spPr>
          <a:xfrm>
            <a:off x="7336055" y="2518050"/>
            <a:ext cx="795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75%</a:t>
            </a:r>
            <a:endParaRPr sz="2000">
              <a:solidFill>
                <a:srgbClr val="00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37" name="Google Shape;637;p24"/>
          <p:cNvSpPr/>
          <p:nvPr/>
        </p:nvSpPr>
        <p:spPr>
          <a:xfrm rot="-5400000">
            <a:off x="2749891" y="1948879"/>
            <a:ext cx="1539600" cy="800400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24"/>
          <p:cNvSpPr/>
          <p:nvPr/>
        </p:nvSpPr>
        <p:spPr>
          <a:xfrm rot="-5400000">
            <a:off x="3079150" y="2278125"/>
            <a:ext cx="881100" cy="800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24"/>
          <p:cNvSpPr txBox="1"/>
          <p:nvPr/>
        </p:nvSpPr>
        <p:spPr>
          <a:xfrm>
            <a:off x="3119481" y="2530279"/>
            <a:ext cx="795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60%</a:t>
            </a:r>
            <a:endParaRPr sz="2000">
              <a:solidFill>
                <a:srgbClr val="00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40" name="Google Shape;640;p24"/>
          <p:cNvSpPr txBox="1"/>
          <p:nvPr/>
        </p:nvSpPr>
        <p:spPr>
          <a:xfrm>
            <a:off x="2567463" y="3587278"/>
            <a:ext cx="1899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24"/>
          <p:cNvSpPr txBox="1"/>
          <p:nvPr/>
        </p:nvSpPr>
        <p:spPr>
          <a:xfrm>
            <a:off x="457196" y="3256208"/>
            <a:ext cx="18996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CAVITIES</a:t>
            </a:r>
            <a:endParaRPr sz="1600">
              <a:solidFill>
                <a:srgbClr val="00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42" name="Google Shape;642;p24"/>
          <p:cNvSpPr txBox="1"/>
          <p:nvPr/>
        </p:nvSpPr>
        <p:spPr>
          <a:xfrm>
            <a:off x="4701506" y="3255172"/>
            <a:ext cx="18996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TOOTH LOSS</a:t>
            </a:r>
            <a:endParaRPr sz="1600">
              <a:solidFill>
                <a:srgbClr val="00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43" name="Google Shape;643;p24"/>
          <p:cNvSpPr txBox="1"/>
          <p:nvPr/>
        </p:nvSpPr>
        <p:spPr>
          <a:xfrm>
            <a:off x="2567463" y="3256194"/>
            <a:ext cx="18996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GINGIVITIS</a:t>
            </a:r>
            <a:endParaRPr sz="1600">
              <a:solidFill>
                <a:srgbClr val="00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44" name="Google Shape;644;p24"/>
          <p:cNvSpPr txBox="1"/>
          <p:nvPr/>
        </p:nvSpPr>
        <p:spPr>
          <a:xfrm>
            <a:off x="6784056" y="3256197"/>
            <a:ext cx="18996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HALITOSIS</a:t>
            </a:r>
            <a:endParaRPr sz="1600">
              <a:solidFill>
                <a:srgbClr val="00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5"/>
          <p:cNvSpPr/>
          <p:nvPr/>
        </p:nvSpPr>
        <p:spPr>
          <a:xfrm>
            <a:off x="808975" y="1248925"/>
            <a:ext cx="1220100" cy="12201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25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Dental Infographics</a:t>
            </a:r>
            <a:endParaRPr/>
          </a:p>
        </p:txBody>
      </p:sp>
      <p:sp>
        <p:nvSpPr>
          <p:cNvPr id="651" name="Google Shape;651;p25"/>
          <p:cNvSpPr/>
          <p:nvPr/>
        </p:nvSpPr>
        <p:spPr>
          <a:xfrm>
            <a:off x="6783353" y="2594900"/>
            <a:ext cx="1903448" cy="2069727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25"/>
          <p:cNvSpPr/>
          <p:nvPr/>
        </p:nvSpPr>
        <p:spPr>
          <a:xfrm>
            <a:off x="4674635" y="2594900"/>
            <a:ext cx="1903448" cy="2069727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25"/>
          <p:cNvSpPr/>
          <p:nvPr/>
        </p:nvSpPr>
        <p:spPr>
          <a:xfrm>
            <a:off x="2565918" y="2594900"/>
            <a:ext cx="1903448" cy="2069727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25"/>
          <p:cNvSpPr/>
          <p:nvPr/>
        </p:nvSpPr>
        <p:spPr>
          <a:xfrm>
            <a:off x="457200" y="2594900"/>
            <a:ext cx="1903448" cy="2069727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25"/>
          <p:cNvSpPr txBox="1"/>
          <p:nvPr/>
        </p:nvSpPr>
        <p:spPr>
          <a:xfrm>
            <a:off x="4709238" y="3209472"/>
            <a:ext cx="1834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600">
              <a:solidFill>
                <a:srgbClr val="00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56" name="Google Shape;656;p25"/>
          <p:cNvSpPr txBox="1"/>
          <p:nvPr/>
        </p:nvSpPr>
        <p:spPr>
          <a:xfrm>
            <a:off x="4739538" y="3485208"/>
            <a:ext cx="1773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a cold place</a:t>
            </a:r>
            <a:endParaRPr sz="16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7" name="Google Shape;657;p25"/>
          <p:cNvSpPr txBox="1"/>
          <p:nvPr/>
        </p:nvSpPr>
        <p:spPr>
          <a:xfrm>
            <a:off x="6822241" y="3220000"/>
            <a:ext cx="1834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600">
              <a:solidFill>
                <a:srgbClr val="00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58" name="Google Shape;658;p25"/>
          <p:cNvSpPr txBox="1"/>
          <p:nvPr/>
        </p:nvSpPr>
        <p:spPr>
          <a:xfrm>
            <a:off x="6847028" y="3508745"/>
            <a:ext cx="17736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</a:t>
            </a:r>
            <a:endParaRPr sz="16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9" name="Google Shape;659;p25"/>
          <p:cNvSpPr txBox="1"/>
          <p:nvPr/>
        </p:nvSpPr>
        <p:spPr>
          <a:xfrm>
            <a:off x="539366" y="3206391"/>
            <a:ext cx="17391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600">
              <a:solidFill>
                <a:srgbClr val="00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60" name="Google Shape;660;p25"/>
          <p:cNvSpPr txBox="1"/>
          <p:nvPr/>
        </p:nvSpPr>
        <p:spPr>
          <a:xfrm>
            <a:off x="567866" y="3538651"/>
            <a:ext cx="1682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</a:t>
            </a:r>
            <a:endParaRPr sz="16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1" name="Google Shape;661;p25"/>
          <p:cNvSpPr txBox="1"/>
          <p:nvPr/>
        </p:nvSpPr>
        <p:spPr>
          <a:xfrm>
            <a:off x="2600538" y="3209484"/>
            <a:ext cx="1834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600">
              <a:solidFill>
                <a:srgbClr val="00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62" name="Google Shape;662;p25"/>
          <p:cNvSpPr txBox="1"/>
          <p:nvPr/>
        </p:nvSpPr>
        <p:spPr>
          <a:xfrm>
            <a:off x="2630838" y="3542780"/>
            <a:ext cx="17736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63" name="Google Shape;663;p25"/>
          <p:cNvGrpSpPr/>
          <p:nvPr/>
        </p:nvGrpSpPr>
        <p:grpSpPr>
          <a:xfrm>
            <a:off x="1065109" y="1441506"/>
            <a:ext cx="682249" cy="834937"/>
            <a:chOff x="926158" y="1841200"/>
            <a:chExt cx="1161867" cy="1421895"/>
          </a:xfrm>
        </p:grpSpPr>
        <p:sp>
          <p:nvSpPr>
            <p:cNvPr id="664" name="Google Shape;664;p25"/>
            <p:cNvSpPr/>
            <p:nvPr/>
          </p:nvSpPr>
          <p:spPr>
            <a:xfrm>
              <a:off x="1075294" y="2026767"/>
              <a:ext cx="37980" cy="193602"/>
            </a:xfrm>
            <a:custGeom>
              <a:avLst/>
              <a:gdLst/>
              <a:ahLst/>
              <a:cxnLst/>
              <a:rect l="l" t="t" r="r" b="b"/>
              <a:pathLst>
                <a:path w="586" h="2987" extrusionOk="0">
                  <a:moveTo>
                    <a:pt x="0" y="0"/>
                  </a:moveTo>
                  <a:lnTo>
                    <a:pt x="0" y="2738"/>
                  </a:lnTo>
                  <a:cubicBezTo>
                    <a:pt x="27" y="2904"/>
                    <a:pt x="160" y="2987"/>
                    <a:pt x="293" y="2987"/>
                  </a:cubicBezTo>
                  <a:cubicBezTo>
                    <a:pt x="426" y="2987"/>
                    <a:pt x="559" y="2904"/>
                    <a:pt x="586" y="2738"/>
                  </a:cubicBezTo>
                  <a:lnTo>
                    <a:pt x="5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5"/>
            <p:cNvSpPr/>
            <p:nvPr/>
          </p:nvSpPr>
          <p:spPr>
            <a:xfrm>
              <a:off x="1022707" y="2026413"/>
              <a:ext cx="37980" cy="193991"/>
            </a:xfrm>
            <a:custGeom>
              <a:avLst/>
              <a:gdLst/>
              <a:ahLst/>
              <a:cxnLst/>
              <a:rect l="l" t="t" r="r" b="b"/>
              <a:pathLst>
                <a:path w="586" h="2993" extrusionOk="0">
                  <a:moveTo>
                    <a:pt x="1" y="0"/>
                  </a:moveTo>
                  <a:lnTo>
                    <a:pt x="1" y="2744"/>
                  </a:lnTo>
                  <a:cubicBezTo>
                    <a:pt x="27" y="2910"/>
                    <a:pt x="160" y="2993"/>
                    <a:pt x="293" y="2993"/>
                  </a:cubicBezTo>
                  <a:cubicBezTo>
                    <a:pt x="426" y="2993"/>
                    <a:pt x="559" y="2910"/>
                    <a:pt x="586" y="2744"/>
                  </a:cubicBezTo>
                  <a:lnTo>
                    <a:pt x="586" y="6"/>
                  </a:lnTo>
                  <a:lnTo>
                    <a:pt x="101" y="6"/>
                  </a:lnTo>
                  <a:cubicBezTo>
                    <a:pt x="66" y="6"/>
                    <a:pt x="36" y="6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66" name="Google Shape;666;p25"/>
            <p:cNvGrpSpPr/>
            <p:nvPr/>
          </p:nvGrpSpPr>
          <p:grpSpPr>
            <a:xfrm>
              <a:off x="926158" y="1841200"/>
              <a:ext cx="1161867" cy="1421895"/>
              <a:chOff x="931635" y="1760383"/>
              <a:chExt cx="1562070" cy="1911664"/>
            </a:xfrm>
          </p:grpSpPr>
          <p:sp>
            <p:nvSpPr>
              <p:cNvPr id="667" name="Google Shape;667;p25"/>
              <p:cNvSpPr/>
              <p:nvPr/>
            </p:nvSpPr>
            <p:spPr>
              <a:xfrm>
                <a:off x="931635" y="2233975"/>
                <a:ext cx="1142601" cy="1438071"/>
              </a:xfrm>
              <a:custGeom>
                <a:avLst/>
                <a:gdLst/>
                <a:ahLst/>
                <a:cxnLst/>
                <a:rect l="l" t="t" r="r" b="b"/>
                <a:pathLst>
                  <a:path w="13113" h="16503" extrusionOk="0">
                    <a:moveTo>
                      <a:pt x="4158" y="1"/>
                    </a:moveTo>
                    <a:cubicBezTo>
                      <a:pt x="3454" y="1"/>
                      <a:pt x="2768" y="220"/>
                      <a:pt x="2065" y="663"/>
                    </a:cubicBezTo>
                    <a:cubicBezTo>
                      <a:pt x="1" y="1970"/>
                      <a:pt x="935" y="4833"/>
                      <a:pt x="1556" y="6731"/>
                    </a:cubicBezTo>
                    <a:cubicBezTo>
                      <a:pt x="1751" y="7317"/>
                      <a:pt x="1929" y="7873"/>
                      <a:pt x="1958" y="8168"/>
                    </a:cubicBezTo>
                    <a:cubicBezTo>
                      <a:pt x="2005" y="8695"/>
                      <a:pt x="1952" y="9369"/>
                      <a:pt x="1893" y="10084"/>
                    </a:cubicBezTo>
                    <a:cubicBezTo>
                      <a:pt x="1804" y="11220"/>
                      <a:pt x="1716" y="12391"/>
                      <a:pt x="1982" y="13379"/>
                    </a:cubicBezTo>
                    <a:cubicBezTo>
                      <a:pt x="2437" y="15052"/>
                      <a:pt x="3892" y="16265"/>
                      <a:pt x="3951" y="16318"/>
                    </a:cubicBezTo>
                    <a:cubicBezTo>
                      <a:pt x="4087" y="16424"/>
                      <a:pt x="4247" y="16489"/>
                      <a:pt x="4418" y="16501"/>
                    </a:cubicBezTo>
                    <a:lnTo>
                      <a:pt x="4466" y="16501"/>
                    </a:lnTo>
                    <a:cubicBezTo>
                      <a:pt x="4992" y="16501"/>
                      <a:pt x="5371" y="15999"/>
                      <a:pt x="5235" y="15490"/>
                    </a:cubicBezTo>
                    <a:cubicBezTo>
                      <a:pt x="5164" y="15094"/>
                      <a:pt x="4821" y="12829"/>
                      <a:pt x="5341" y="11386"/>
                    </a:cubicBezTo>
                    <a:cubicBezTo>
                      <a:pt x="5731" y="10309"/>
                      <a:pt x="6311" y="9747"/>
                      <a:pt x="6553" y="9594"/>
                    </a:cubicBezTo>
                    <a:cubicBezTo>
                      <a:pt x="6802" y="9741"/>
                      <a:pt x="7375" y="10309"/>
                      <a:pt x="7766" y="11386"/>
                    </a:cubicBezTo>
                    <a:cubicBezTo>
                      <a:pt x="8339" y="12965"/>
                      <a:pt x="7872" y="15525"/>
                      <a:pt x="7866" y="15555"/>
                    </a:cubicBezTo>
                    <a:cubicBezTo>
                      <a:pt x="7767" y="16090"/>
                      <a:pt x="8194" y="16502"/>
                      <a:pt x="8654" y="16502"/>
                    </a:cubicBezTo>
                    <a:cubicBezTo>
                      <a:pt x="8825" y="16502"/>
                      <a:pt x="9001" y="16446"/>
                      <a:pt x="9156" y="16318"/>
                    </a:cubicBezTo>
                    <a:cubicBezTo>
                      <a:pt x="9221" y="16265"/>
                      <a:pt x="10670" y="15052"/>
                      <a:pt x="11125" y="13379"/>
                    </a:cubicBezTo>
                    <a:cubicBezTo>
                      <a:pt x="11397" y="12391"/>
                      <a:pt x="11302" y="11214"/>
                      <a:pt x="11214" y="10084"/>
                    </a:cubicBezTo>
                    <a:cubicBezTo>
                      <a:pt x="11155" y="9369"/>
                      <a:pt x="11101" y="8695"/>
                      <a:pt x="11155" y="8168"/>
                    </a:cubicBezTo>
                    <a:cubicBezTo>
                      <a:pt x="11178" y="7873"/>
                      <a:pt x="11362" y="7317"/>
                      <a:pt x="11551" y="6731"/>
                    </a:cubicBezTo>
                    <a:cubicBezTo>
                      <a:pt x="12172" y="4833"/>
                      <a:pt x="13112" y="1970"/>
                      <a:pt x="11048" y="663"/>
                    </a:cubicBezTo>
                    <a:cubicBezTo>
                      <a:pt x="10344" y="220"/>
                      <a:pt x="9658" y="1"/>
                      <a:pt x="8955" y="1"/>
                    </a:cubicBezTo>
                    <a:cubicBezTo>
                      <a:pt x="8192" y="1"/>
                      <a:pt x="7577" y="267"/>
                      <a:pt x="7121" y="456"/>
                    </a:cubicBezTo>
                    <a:cubicBezTo>
                      <a:pt x="6914" y="545"/>
                      <a:pt x="6660" y="657"/>
                      <a:pt x="6553" y="657"/>
                    </a:cubicBezTo>
                    <a:cubicBezTo>
                      <a:pt x="6453" y="657"/>
                      <a:pt x="6193" y="545"/>
                      <a:pt x="5986" y="456"/>
                    </a:cubicBezTo>
                    <a:cubicBezTo>
                      <a:pt x="5536" y="267"/>
                      <a:pt x="4915" y="1"/>
                      <a:pt x="415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25"/>
              <p:cNvSpPr/>
              <p:nvPr/>
            </p:nvSpPr>
            <p:spPr>
              <a:xfrm>
                <a:off x="1286714" y="2310918"/>
                <a:ext cx="432451" cy="63351"/>
              </a:xfrm>
              <a:custGeom>
                <a:avLst/>
                <a:gdLst/>
                <a:ahLst/>
                <a:cxnLst/>
                <a:rect l="l" t="t" r="r" b="b"/>
                <a:pathLst>
                  <a:path w="4963" h="727" extrusionOk="0">
                    <a:moveTo>
                      <a:pt x="620" y="1"/>
                    </a:moveTo>
                    <a:cubicBezTo>
                      <a:pt x="234" y="1"/>
                      <a:pt x="0" y="29"/>
                      <a:pt x="0" y="135"/>
                    </a:cubicBezTo>
                    <a:cubicBezTo>
                      <a:pt x="0" y="372"/>
                      <a:pt x="1106" y="726"/>
                      <a:pt x="2478" y="726"/>
                    </a:cubicBezTo>
                    <a:cubicBezTo>
                      <a:pt x="3850" y="726"/>
                      <a:pt x="4962" y="372"/>
                      <a:pt x="4962" y="135"/>
                    </a:cubicBezTo>
                    <a:cubicBezTo>
                      <a:pt x="4962" y="29"/>
                      <a:pt x="4728" y="1"/>
                      <a:pt x="4342" y="1"/>
                    </a:cubicBezTo>
                    <a:cubicBezTo>
                      <a:pt x="3887" y="1"/>
                      <a:pt x="3221" y="40"/>
                      <a:pt x="2478" y="40"/>
                    </a:cubicBezTo>
                    <a:cubicBezTo>
                      <a:pt x="1739" y="40"/>
                      <a:pt x="1074" y="1"/>
                      <a:pt x="620" y="1"/>
                    </a:cubicBezTo>
                    <a:close/>
                  </a:path>
                </a:pathLst>
              </a:custGeom>
              <a:solidFill>
                <a:srgbClr val="ECEC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25"/>
              <p:cNvSpPr/>
              <p:nvPr/>
            </p:nvSpPr>
            <p:spPr>
              <a:xfrm>
                <a:off x="1158363" y="2304644"/>
                <a:ext cx="381477" cy="124959"/>
              </a:xfrm>
              <a:custGeom>
                <a:avLst/>
                <a:gdLst/>
                <a:ahLst/>
                <a:cxnLst/>
                <a:rect l="l" t="t" r="r" b="b"/>
                <a:pathLst>
                  <a:path w="4378" h="1434" extrusionOk="0">
                    <a:moveTo>
                      <a:pt x="433" y="0"/>
                    </a:moveTo>
                    <a:cubicBezTo>
                      <a:pt x="0" y="1166"/>
                      <a:pt x="1193" y="1433"/>
                      <a:pt x="2378" y="1433"/>
                    </a:cubicBezTo>
                    <a:cubicBezTo>
                      <a:pt x="3381" y="1433"/>
                      <a:pt x="4377" y="1242"/>
                      <a:pt x="4377" y="1242"/>
                    </a:cubicBezTo>
                    <a:lnTo>
                      <a:pt x="4377" y="1242"/>
                    </a:lnTo>
                    <a:cubicBezTo>
                      <a:pt x="4377" y="1242"/>
                      <a:pt x="4204" y="1254"/>
                      <a:pt x="3929" y="1254"/>
                    </a:cubicBezTo>
                    <a:cubicBezTo>
                      <a:pt x="3030" y="1254"/>
                      <a:pt x="1044" y="1123"/>
                      <a:pt x="433" y="0"/>
                    </a:cubicBezTo>
                    <a:close/>
                  </a:path>
                </a:pathLst>
              </a:custGeom>
              <a:solidFill>
                <a:srgbClr val="ECEC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25"/>
              <p:cNvSpPr/>
              <p:nvPr/>
            </p:nvSpPr>
            <p:spPr>
              <a:xfrm>
                <a:off x="1630988" y="2321636"/>
                <a:ext cx="377295" cy="468552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5377" extrusionOk="0">
                    <a:moveTo>
                      <a:pt x="1822" y="0"/>
                    </a:moveTo>
                    <a:cubicBezTo>
                      <a:pt x="1079" y="917"/>
                      <a:pt x="204" y="965"/>
                      <a:pt x="31" y="965"/>
                    </a:cubicBezTo>
                    <a:cubicBezTo>
                      <a:pt x="11" y="965"/>
                      <a:pt x="0" y="964"/>
                      <a:pt x="0" y="964"/>
                    </a:cubicBezTo>
                    <a:lnTo>
                      <a:pt x="0" y="964"/>
                    </a:lnTo>
                    <a:cubicBezTo>
                      <a:pt x="810" y="1142"/>
                      <a:pt x="1532" y="1615"/>
                      <a:pt x="2011" y="2289"/>
                    </a:cubicBezTo>
                    <a:cubicBezTo>
                      <a:pt x="2815" y="3419"/>
                      <a:pt x="2815" y="5376"/>
                      <a:pt x="2815" y="5376"/>
                    </a:cubicBezTo>
                    <a:cubicBezTo>
                      <a:pt x="2815" y="5376"/>
                      <a:pt x="4329" y="633"/>
                      <a:pt x="1822" y="0"/>
                    </a:cubicBezTo>
                    <a:close/>
                  </a:path>
                </a:pathLst>
              </a:custGeom>
              <a:solidFill>
                <a:srgbClr val="ECEC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25"/>
              <p:cNvSpPr/>
              <p:nvPr/>
            </p:nvSpPr>
            <p:spPr>
              <a:xfrm>
                <a:off x="977992" y="1760383"/>
                <a:ext cx="1515713" cy="226825"/>
              </a:xfrm>
              <a:custGeom>
                <a:avLst/>
                <a:gdLst/>
                <a:ahLst/>
                <a:cxnLst/>
                <a:rect l="l" t="t" r="r" b="b"/>
                <a:pathLst>
                  <a:path w="17395" h="2603" extrusionOk="0">
                    <a:moveTo>
                      <a:pt x="1089" y="1"/>
                    </a:moveTo>
                    <a:cubicBezTo>
                      <a:pt x="486" y="1"/>
                      <a:pt x="1" y="486"/>
                      <a:pt x="1" y="1083"/>
                    </a:cubicBezTo>
                    <a:lnTo>
                      <a:pt x="1" y="1521"/>
                    </a:lnTo>
                    <a:cubicBezTo>
                      <a:pt x="1" y="2118"/>
                      <a:pt x="486" y="2603"/>
                      <a:pt x="1089" y="2603"/>
                    </a:cubicBezTo>
                    <a:lnTo>
                      <a:pt x="10830" y="2603"/>
                    </a:lnTo>
                    <a:cubicBezTo>
                      <a:pt x="11409" y="2603"/>
                      <a:pt x="11888" y="2142"/>
                      <a:pt x="11912" y="1562"/>
                    </a:cubicBezTo>
                    <a:lnTo>
                      <a:pt x="16744" y="1562"/>
                    </a:lnTo>
                    <a:cubicBezTo>
                      <a:pt x="17104" y="1562"/>
                      <a:pt x="17394" y="1272"/>
                      <a:pt x="17394" y="911"/>
                    </a:cubicBezTo>
                    <a:lnTo>
                      <a:pt x="17394" y="651"/>
                    </a:lnTo>
                    <a:cubicBezTo>
                      <a:pt x="17394" y="290"/>
                      <a:pt x="17104" y="1"/>
                      <a:pt x="1674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25"/>
              <p:cNvSpPr/>
              <p:nvPr/>
            </p:nvSpPr>
            <p:spPr>
              <a:xfrm>
                <a:off x="1200101" y="2009858"/>
                <a:ext cx="50625" cy="260287"/>
              </a:xfrm>
              <a:custGeom>
                <a:avLst/>
                <a:gdLst/>
                <a:ahLst/>
                <a:cxnLst/>
                <a:rect l="l" t="t" r="r" b="b"/>
                <a:pathLst>
                  <a:path w="581" h="2987" extrusionOk="0">
                    <a:moveTo>
                      <a:pt x="1" y="0"/>
                    </a:moveTo>
                    <a:lnTo>
                      <a:pt x="1" y="2738"/>
                    </a:lnTo>
                    <a:cubicBezTo>
                      <a:pt x="24" y="2904"/>
                      <a:pt x="158" y="2987"/>
                      <a:pt x="291" y="2987"/>
                    </a:cubicBezTo>
                    <a:cubicBezTo>
                      <a:pt x="424" y="2987"/>
                      <a:pt x="557" y="2904"/>
                      <a:pt x="580" y="2738"/>
                    </a:cubicBezTo>
                    <a:lnTo>
                      <a:pt x="58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25"/>
              <p:cNvSpPr/>
              <p:nvPr/>
            </p:nvSpPr>
            <p:spPr>
              <a:xfrm>
                <a:off x="1879325" y="2009335"/>
                <a:ext cx="51148" cy="26081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2993" extrusionOk="0">
                    <a:moveTo>
                      <a:pt x="586" y="0"/>
                    </a:moveTo>
                    <a:cubicBezTo>
                      <a:pt x="551" y="0"/>
                      <a:pt x="521" y="6"/>
                      <a:pt x="486" y="6"/>
                    </a:cubicBezTo>
                    <a:lnTo>
                      <a:pt x="1" y="6"/>
                    </a:lnTo>
                    <a:lnTo>
                      <a:pt x="1" y="2744"/>
                    </a:lnTo>
                    <a:cubicBezTo>
                      <a:pt x="27" y="2910"/>
                      <a:pt x="160" y="2993"/>
                      <a:pt x="293" y="2993"/>
                    </a:cubicBezTo>
                    <a:cubicBezTo>
                      <a:pt x="426" y="2993"/>
                      <a:pt x="560" y="2910"/>
                      <a:pt x="586" y="2744"/>
                    </a:cubicBezTo>
                    <a:lnTo>
                      <a:pt x="58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25"/>
              <p:cNvSpPr/>
              <p:nvPr/>
            </p:nvSpPr>
            <p:spPr>
              <a:xfrm>
                <a:off x="1335684" y="2009858"/>
                <a:ext cx="51061" cy="260287"/>
              </a:xfrm>
              <a:custGeom>
                <a:avLst/>
                <a:gdLst/>
                <a:ahLst/>
                <a:cxnLst/>
                <a:rect l="l" t="t" r="r" b="b"/>
                <a:pathLst>
                  <a:path w="586" h="2987" extrusionOk="0">
                    <a:moveTo>
                      <a:pt x="0" y="0"/>
                    </a:moveTo>
                    <a:lnTo>
                      <a:pt x="0" y="2738"/>
                    </a:lnTo>
                    <a:cubicBezTo>
                      <a:pt x="27" y="2904"/>
                      <a:pt x="161" y="2987"/>
                      <a:pt x="295" y="2987"/>
                    </a:cubicBezTo>
                    <a:cubicBezTo>
                      <a:pt x="429" y="2987"/>
                      <a:pt x="562" y="2904"/>
                      <a:pt x="586" y="2738"/>
                    </a:cubicBezTo>
                    <a:lnTo>
                      <a:pt x="58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25"/>
              <p:cNvSpPr/>
              <p:nvPr/>
            </p:nvSpPr>
            <p:spPr>
              <a:xfrm>
                <a:off x="1403650" y="2009858"/>
                <a:ext cx="51148" cy="260287"/>
              </a:xfrm>
              <a:custGeom>
                <a:avLst/>
                <a:gdLst/>
                <a:ahLst/>
                <a:cxnLst/>
                <a:rect l="l" t="t" r="r" b="b"/>
                <a:pathLst>
                  <a:path w="587" h="2987" extrusionOk="0">
                    <a:moveTo>
                      <a:pt x="1" y="0"/>
                    </a:moveTo>
                    <a:lnTo>
                      <a:pt x="1" y="2738"/>
                    </a:lnTo>
                    <a:cubicBezTo>
                      <a:pt x="28" y="2904"/>
                      <a:pt x="161" y="2987"/>
                      <a:pt x="294" y="2987"/>
                    </a:cubicBezTo>
                    <a:cubicBezTo>
                      <a:pt x="427" y="2987"/>
                      <a:pt x="560" y="2904"/>
                      <a:pt x="586" y="2738"/>
                    </a:cubicBezTo>
                    <a:lnTo>
                      <a:pt x="58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25"/>
              <p:cNvSpPr/>
              <p:nvPr/>
            </p:nvSpPr>
            <p:spPr>
              <a:xfrm>
                <a:off x="1268154" y="2009858"/>
                <a:ext cx="50625" cy="260287"/>
              </a:xfrm>
              <a:custGeom>
                <a:avLst/>
                <a:gdLst/>
                <a:ahLst/>
                <a:cxnLst/>
                <a:rect l="l" t="t" r="r" b="b"/>
                <a:pathLst>
                  <a:path w="581" h="2987" extrusionOk="0">
                    <a:moveTo>
                      <a:pt x="0" y="0"/>
                    </a:moveTo>
                    <a:lnTo>
                      <a:pt x="0" y="2738"/>
                    </a:lnTo>
                    <a:cubicBezTo>
                      <a:pt x="24" y="2904"/>
                      <a:pt x="157" y="2987"/>
                      <a:pt x="290" y="2987"/>
                    </a:cubicBezTo>
                    <a:cubicBezTo>
                      <a:pt x="423" y="2987"/>
                      <a:pt x="556" y="2904"/>
                      <a:pt x="580" y="2738"/>
                    </a:cubicBezTo>
                    <a:lnTo>
                      <a:pt x="58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25"/>
              <p:cNvSpPr/>
              <p:nvPr/>
            </p:nvSpPr>
            <p:spPr>
              <a:xfrm>
                <a:off x="1675253" y="2009858"/>
                <a:ext cx="51148" cy="260287"/>
              </a:xfrm>
              <a:custGeom>
                <a:avLst/>
                <a:gdLst/>
                <a:ahLst/>
                <a:cxnLst/>
                <a:rect l="l" t="t" r="r" b="b"/>
                <a:pathLst>
                  <a:path w="587" h="2987" extrusionOk="0">
                    <a:moveTo>
                      <a:pt x="1" y="0"/>
                    </a:moveTo>
                    <a:lnTo>
                      <a:pt x="1" y="2738"/>
                    </a:lnTo>
                    <a:cubicBezTo>
                      <a:pt x="27" y="2904"/>
                      <a:pt x="162" y="2987"/>
                      <a:pt x="296" y="2987"/>
                    </a:cubicBezTo>
                    <a:cubicBezTo>
                      <a:pt x="429" y="2987"/>
                      <a:pt x="562" y="2904"/>
                      <a:pt x="586" y="2738"/>
                    </a:cubicBezTo>
                    <a:lnTo>
                      <a:pt x="58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25"/>
              <p:cNvSpPr/>
              <p:nvPr/>
            </p:nvSpPr>
            <p:spPr>
              <a:xfrm>
                <a:off x="1743306" y="2009858"/>
                <a:ext cx="51061" cy="264208"/>
              </a:xfrm>
              <a:custGeom>
                <a:avLst/>
                <a:gdLst/>
                <a:ahLst/>
                <a:cxnLst/>
                <a:rect l="l" t="t" r="r" b="b"/>
                <a:pathLst>
                  <a:path w="586" h="3032" extrusionOk="0">
                    <a:moveTo>
                      <a:pt x="0" y="0"/>
                    </a:moveTo>
                    <a:lnTo>
                      <a:pt x="0" y="2738"/>
                    </a:lnTo>
                    <a:cubicBezTo>
                      <a:pt x="0" y="2934"/>
                      <a:pt x="147" y="3031"/>
                      <a:pt x="293" y="3031"/>
                    </a:cubicBezTo>
                    <a:cubicBezTo>
                      <a:pt x="439" y="3031"/>
                      <a:pt x="586" y="2934"/>
                      <a:pt x="586" y="2738"/>
                    </a:cubicBezTo>
                    <a:lnTo>
                      <a:pt x="58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25"/>
              <p:cNvSpPr/>
              <p:nvPr/>
            </p:nvSpPr>
            <p:spPr>
              <a:xfrm>
                <a:off x="1811272" y="2009858"/>
                <a:ext cx="51148" cy="260287"/>
              </a:xfrm>
              <a:custGeom>
                <a:avLst/>
                <a:gdLst/>
                <a:ahLst/>
                <a:cxnLst/>
                <a:rect l="l" t="t" r="r" b="b"/>
                <a:pathLst>
                  <a:path w="587" h="2987" extrusionOk="0">
                    <a:moveTo>
                      <a:pt x="1" y="0"/>
                    </a:moveTo>
                    <a:lnTo>
                      <a:pt x="1" y="2738"/>
                    </a:lnTo>
                    <a:cubicBezTo>
                      <a:pt x="28" y="2904"/>
                      <a:pt x="161" y="2987"/>
                      <a:pt x="294" y="2987"/>
                    </a:cubicBezTo>
                    <a:cubicBezTo>
                      <a:pt x="427" y="2987"/>
                      <a:pt x="560" y="2904"/>
                      <a:pt x="586" y="2738"/>
                    </a:cubicBezTo>
                    <a:lnTo>
                      <a:pt x="58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25"/>
              <p:cNvSpPr/>
              <p:nvPr/>
            </p:nvSpPr>
            <p:spPr>
              <a:xfrm>
                <a:off x="1607200" y="2009858"/>
                <a:ext cx="51148" cy="260287"/>
              </a:xfrm>
              <a:custGeom>
                <a:avLst/>
                <a:gdLst/>
                <a:ahLst/>
                <a:cxnLst/>
                <a:rect l="l" t="t" r="r" b="b"/>
                <a:pathLst>
                  <a:path w="587" h="2987" extrusionOk="0">
                    <a:moveTo>
                      <a:pt x="1" y="0"/>
                    </a:moveTo>
                    <a:lnTo>
                      <a:pt x="1" y="2738"/>
                    </a:lnTo>
                    <a:cubicBezTo>
                      <a:pt x="28" y="2904"/>
                      <a:pt x="162" y="2987"/>
                      <a:pt x="296" y="2987"/>
                    </a:cubicBezTo>
                    <a:cubicBezTo>
                      <a:pt x="430" y="2987"/>
                      <a:pt x="563" y="2904"/>
                      <a:pt x="586" y="2738"/>
                    </a:cubicBezTo>
                    <a:lnTo>
                      <a:pt x="58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25"/>
              <p:cNvSpPr/>
              <p:nvPr/>
            </p:nvSpPr>
            <p:spPr>
              <a:xfrm>
                <a:off x="1539756" y="2009858"/>
                <a:ext cx="51061" cy="260287"/>
              </a:xfrm>
              <a:custGeom>
                <a:avLst/>
                <a:gdLst/>
                <a:ahLst/>
                <a:cxnLst/>
                <a:rect l="l" t="t" r="r" b="b"/>
                <a:pathLst>
                  <a:path w="586" h="2987" extrusionOk="0">
                    <a:moveTo>
                      <a:pt x="0" y="0"/>
                    </a:moveTo>
                    <a:lnTo>
                      <a:pt x="0" y="2738"/>
                    </a:lnTo>
                    <a:cubicBezTo>
                      <a:pt x="24" y="2904"/>
                      <a:pt x="157" y="2987"/>
                      <a:pt x="291" y="2987"/>
                    </a:cubicBezTo>
                    <a:cubicBezTo>
                      <a:pt x="425" y="2987"/>
                      <a:pt x="559" y="2904"/>
                      <a:pt x="586" y="2738"/>
                    </a:cubicBezTo>
                    <a:lnTo>
                      <a:pt x="58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25"/>
              <p:cNvSpPr/>
              <p:nvPr/>
            </p:nvSpPr>
            <p:spPr>
              <a:xfrm>
                <a:off x="1471703" y="2009858"/>
                <a:ext cx="51148" cy="260287"/>
              </a:xfrm>
              <a:custGeom>
                <a:avLst/>
                <a:gdLst/>
                <a:ahLst/>
                <a:cxnLst/>
                <a:rect l="l" t="t" r="r" b="b"/>
                <a:pathLst>
                  <a:path w="587" h="2987" extrusionOk="0">
                    <a:moveTo>
                      <a:pt x="1" y="0"/>
                    </a:moveTo>
                    <a:lnTo>
                      <a:pt x="1" y="2738"/>
                    </a:lnTo>
                    <a:cubicBezTo>
                      <a:pt x="24" y="2904"/>
                      <a:pt x="157" y="2987"/>
                      <a:pt x="291" y="2987"/>
                    </a:cubicBezTo>
                    <a:cubicBezTo>
                      <a:pt x="425" y="2987"/>
                      <a:pt x="559" y="2904"/>
                      <a:pt x="586" y="2738"/>
                    </a:cubicBezTo>
                    <a:lnTo>
                      <a:pt x="58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83" name="Google Shape;683;p25"/>
          <p:cNvSpPr/>
          <p:nvPr/>
        </p:nvSpPr>
        <p:spPr>
          <a:xfrm>
            <a:off x="2907600" y="1248925"/>
            <a:ext cx="1220100" cy="12201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25"/>
          <p:cNvSpPr/>
          <p:nvPr/>
        </p:nvSpPr>
        <p:spPr>
          <a:xfrm>
            <a:off x="5006225" y="1251426"/>
            <a:ext cx="1220100" cy="12201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25"/>
          <p:cNvSpPr/>
          <p:nvPr/>
        </p:nvSpPr>
        <p:spPr>
          <a:xfrm>
            <a:off x="7104850" y="1261945"/>
            <a:ext cx="1220100" cy="12201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6" name="Google Shape;686;p25"/>
          <p:cNvGrpSpPr/>
          <p:nvPr/>
        </p:nvGrpSpPr>
        <p:grpSpPr>
          <a:xfrm>
            <a:off x="3157580" y="1558749"/>
            <a:ext cx="730514" cy="655129"/>
            <a:chOff x="3140105" y="1634949"/>
            <a:chExt cx="730514" cy="655129"/>
          </a:xfrm>
        </p:grpSpPr>
        <p:sp>
          <p:nvSpPr>
            <p:cNvPr id="687" name="Google Shape;687;p25"/>
            <p:cNvSpPr/>
            <p:nvPr/>
          </p:nvSpPr>
          <p:spPr>
            <a:xfrm>
              <a:off x="3177901" y="1634949"/>
              <a:ext cx="520619" cy="655129"/>
            </a:xfrm>
            <a:custGeom>
              <a:avLst/>
              <a:gdLst/>
              <a:ahLst/>
              <a:cxnLst/>
              <a:rect l="l" t="t" r="r" b="b"/>
              <a:pathLst>
                <a:path w="13113" h="16502" extrusionOk="0">
                  <a:moveTo>
                    <a:pt x="4158" y="0"/>
                  </a:moveTo>
                  <a:cubicBezTo>
                    <a:pt x="3454" y="0"/>
                    <a:pt x="2768" y="213"/>
                    <a:pt x="2065" y="663"/>
                  </a:cubicBezTo>
                  <a:cubicBezTo>
                    <a:pt x="1" y="1970"/>
                    <a:pt x="935" y="4832"/>
                    <a:pt x="1556" y="6730"/>
                  </a:cubicBezTo>
                  <a:cubicBezTo>
                    <a:pt x="1751" y="7316"/>
                    <a:pt x="1929" y="7872"/>
                    <a:pt x="1958" y="8174"/>
                  </a:cubicBezTo>
                  <a:cubicBezTo>
                    <a:pt x="2005" y="8700"/>
                    <a:pt x="1952" y="9368"/>
                    <a:pt x="1893" y="10084"/>
                  </a:cubicBezTo>
                  <a:cubicBezTo>
                    <a:pt x="1804" y="11219"/>
                    <a:pt x="1716" y="12390"/>
                    <a:pt x="1982" y="13378"/>
                  </a:cubicBezTo>
                  <a:cubicBezTo>
                    <a:pt x="2437" y="15052"/>
                    <a:pt x="3892" y="16264"/>
                    <a:pt x="3951" y="16317"/>
                  </a:cubicBezTo>
                  <a:cubicBezTo>
                    <a:pt x="4087" y="16424"/>
                    <a:pt x="4247" y="16489"/>
                    <a:pt x="4418" y="16501"/>
                  </a:cubicBezTo>
                  <a:lnTo>
                    <a:pt x="4466" y="16501"/>
                  </a:lnTo>
                  <a:cubicBezTo>
                    <a:pt x="4903" y="16501"/>
                    <a:pt x="5264" y="16140"/>
                    <a:pt x="5264" y="15702"/>
                  </a:cubicBezTo>
                  <a:cubicBezTo>
                    <a:pt x="5264" y="15631"/>
                    <a:pt x="5252" y="15560"/>
                    <a:pt x="5235" y="15495"/>
                  </a:cubicBezTo>
                  <a:cubicBezTo>
                    <a:pt x="5164" y="15093"/>
                    <a:pt x="4821" y="12828"/>
                    <a:pt x="5341" y="11385"/>
                  </a:cubicBezTo>
                  <a:cubicBezTo>
                    <a:pt x="5731" y="10309"/>
                    <a:pt x="6311" y="9747"/>
                    <a:pt x="6553" y="9593"/>
                  </a:cubicBezTo>
                  <a:cubicBezTo>
                    <a:pt x="6802" y="9741"/>
                    <a:pt x="7375" y="10309"/>
                    <a:pt x="7766" y="11385"/>
                  </a:cubicBezTo>
                  <a:cubicBezTo>
                    <a:pt x="8339" y="12970"/>
                    <a:pt x="7872" y="15525"/>
                    <a:pt x="7866" y="15554"/>
                  </a:cubicBezTo>
                  <a:cubicBezTo>
                    <a:pt x="7767" y="16089"/>
                    <a:pt x="8194" y="16502"/>
                    <a:pt x="8654" y="16502"/>
                  </a:cubicBezTo>
                  <a:cubicBezTo>
                    <a:pt x="8825" y="16502"/>
                    <a:pt x="9001" y="16445"/>
                    <a:pt x="9156" y="16317"/>
                  </a:cubicBezTo>
                  <a:cubicBezTo>
                    <a:pt x="9221" y="16264"/>
                    <a:pt x="10670" y="15052"/>
                    <a:pt x="11125" y="13378"/>
                  </a:cubicBezTo>
                  <a:cubicBezTo>
                    <a:pt x="11397" y="12390"/>
                    <a:pt x="11302" y="11213"/>
                    <a:pt x="11214" y="10084"/>
                  </a:cubicBezTo>
                  <a:cubicBezTo>
                    <a:pt x="11155" y="9368"/>
                    <a:pt x="11101" y="8694"/>
                    <a:pt x="11155" y="8168"/>
                  </a:cubicBezTo>
                  <a:cubicBezTo>
                    <a:pt x="11178" y="7872"/>
                    <a:pt x="11362" y="7316"/>
                    <a:pt x="11551" y="6730"/>
                  </a:cubicBezTo>
                  <a:cubicBezTo>
                    <a:pt x="12172" y="4832"/>
                    <a:pt x="13112" y="1970"/>
                    <a:pt x="11048" y="663"/>
                  </a:cubicBezTo>
                  <a:cubicBezTo>
                    <a:pt x="10344" y="219"/>
                    <a:pt x="9658" y="0"/>
                    <a:pt x="8955" y="0"/>
                  </a:cubicBezTo>
                  <a:cubicBezTo>
                    <a:pt x="8192" y="0"/>
                    <a:pt x="7577" y="260"/>
                    <a:pt x="7121" y="456"/>
                  </a:cubicBezTo>
                  <a:cubicBezTo>
                    <a:pt x="6914" y="538"/>
                    <a:pt x="6660" y="651"/>
                    <a:pt x="6553" y="651"/>
                  </a:cubicBezTo>
                  <a:cubicBezTo>
                    <a:pt x="6453" y="651"/>
                    <a:pt x="6193" y="538"/>
                    <a:pt x="5986" y="456"/>
                  </a:cubicBezTo>
                  <a:cubicBezTo>
                    <a:pt x="5536" y="260"/>
                    <a:pt x="4915" y="0"/>
                    <a:pt x="4158" y="0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5"/>
            <p:cNvSpPr/>
            <p:nvPr/>
          </p:nvSpPr>
          <p:spPr>
            <a:xfrm>
              <a:off x="3339681" y="1669966"/>
              <a:ext cx="197044" cy="28862"/>
            </a:xfrm>
            <a:custGeom>
              <a:avLst/>
              <a:gdLst/>
              <a:ahLst/>
              <a:cxnLst/>
              <a:rect l="l" t="t" r="r" b="b"/>
              <a:pathLst>
                <a:path w="4963" h="727" extrusionOk="0">
                  <a:moveTo>
                    <a:pt x="618" y="1"/>
                  </a:moveTo>
                  <a:cubicBezTo>
                    <a:pt x="233" y="1"/>
                    <a:pt x="0" y="30"/>
                    <a:pt x="0" y="135"/>
                  </a:cubicBezTo>
                  <a:cubicBezTo>
                    <a:pt x="0" y="372"/>
                    <a:pt x="1106" y="727"/>
                    <a:pt x="2478" y="727"/>
                  </a:cubicBezTo>
                  <a:cubicBezTo>
                    <a:pt x="3850" y="727"/>
                    <a:pt x="4962" y="372"/>
                    <a:pt x="4962" y="135"/>
                  </a:cubicBezTo>
                  <a:cubicBezTo>
                    <a:pt x="4962" y="30"/>
                    <a:pt x="4728" y="1"/>
                    <a:pt x="4342" y="1"/>
                  </a:cubicBezTo>
                  <a:cubicBezTo>
                    <a:pt x="3887" y="1"/>
                    <a:pt x="3221" y="41"/>
                    <a:pt x="2478" y="41"/>
                  </a:cubicBezTo>
                  <a:cubicBezTo>
                    <a:pt x="1736" y="41"/>
                    <a:pt x="1071" y="1"/>
                    <a:pt x="618" y="1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5"/>
            <p:cNvSpPr/>
            <p:nvPr/>
          </p:nvSpPr>
          <p:spPr>
            <a:xfrm>
              <a:off x="3281202" y="1667346"/>
              <a:ext cx="173818" cy="56731"/>
            </a:xfrm>
            <a:custGeom>
              <a:avLst/>
              <a:gdLst/>
              <a:ahLst/>
              <a:cxnLst/>
              <a:rect l="l" t="t" r="r" b="b"/>
              <a:pathLst>
                <a:path w="4378" h="1429" extrusionOk="0">
                  <a:moveTo>
                    <a:pt x="433" y="0"/>
                  </a:moveTo>
                  <a:lnTo>
                    <a:pt x="433" y="0"/>
                  </a:lnTo>
                  <a:cubicBezTo>
                    <a:pt x="1" y="1162"/>
                    <a:pt x="1190" y="1428"/>
                    <a:pt x="2374" y="1428"/>
                  </a:cubicBezTo>
                  <a:cubicBezTo>
                    <a:pt x="3378" y="1428"/>
                    <a:pt x="4377" y="1236"/>
                    <a:pt x="4377" y="1236"/>
                  </a:cubicBezTo>
                  <a:lnTo>
                    <a:pt x="4377" y="1236"/>
                  </a:lnTo>
                  <a:cubicBezTo>
                    <a:pt x="4377" y="1236"/>
                    <a:pt x="4203" y="1249"/>
                    <a:pt x="3926" y="1249"/>
                  </a:cubicBezTo>
                  <a:cubicBezTo>
                    <a:pt x="3027" y="1249"/>
                    <a:pt x="1043" y="1117"/>
                    <a:pt x="433" y="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5"/>
            <p:cNvSpPr/>
            <p:nvPr/>
          </p:nvSpPr>
          <p:spPr>
            <a:xfrm>
              <a:off x="3496539" y="1675088"/>
              <a:ext cx="171912" cy="213467"/>
            </a:xfrm>
            <a:custGeom>
              <a:avLst/>
              <a:gdLst/>
              <a:ahLst/>
              <a:cxnLst/>
              <a:rect l="l" t="t" r="r" b="b"/>
              <a:pathLst>
                <a:path w="4330" h="5377" extrusionOk="0">
                  <a:moveTo>
                    <a:pt x="1822" y="0"/>
                  </a:moveTo>
                  <a:cubicBezTo>
                    <a:pt x="1080" y="912"/>
                    <a:pt x="205" y="959"/>
                    <a:pt x="31" y="959"/>
                  </a:cubicBezTo>
                  <a:cubicBezTo>
                    <a:pt x="11" y="959"/>
                    <a:pt x="0" y="959"/>
                    <a:pt x="0" y="959"/>
                  </a:cubicBezTo>
                  <a:lnTo>
                    <a:pt x="0" y="959"/>
                  </a:lnTo>
                  <a:cubicBezTo>
                    <a:pt x="810" y="1136"/>
                    <a:pt x="1532" y="1609"/>
                    <a:pt x="2011" y="2289"/>
                  </a:cubicBezTo>
                  <a:cubicBezTo>
                    <a:pt x="2815" y="3419"/>
                    <a:pt x="2815" y="5376"/>
                    <a:pt x="2815" y="5376"/>
                  </a:cubicBezTo>
                  <a:cubicBezTo>
                    <a:pt x="2815" y="5376"/>
                    <a:pt x="4329" y="633"/>
                    <a:pt x="1822" y="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5"/>
            <p:cNvSpPr/>
            <p:nvPr/>
          </p:nvSpPr>
          <p:spPr>
            <a:xfrm>
              <a:off x="3224390" y="1660994"/>
              <a:ext cx="104537" cy="104530"/>
            </a:xfrm>
            <a:custGeom>
              <a:avLst/>
              <a:gdLst/>
              <a:ahLst/>
              <a:cxnLst/>
              <a:rect l="l" t="t" r="r" b="b"/>
              <a:pathLst>
                <a:path w="2633" h="2633" extrusionOk="0">
                  <a:moveTo>
                    <a:pt x="1319" y="1"/>
                  </a:moveTo>
                  <a:lnTo>
                    <a:pt x="852" y="852"/>
                  </a:lnTo>
                  <a:lnTo>
                    <a:pt x="1" y="1319"/>
                  </a:lnTo>
                  <a:lnTo>
                    <a:pt x="852" y="1781"/>
                  </a:lnTo>
                  <a:lnTo>
                    <a:pt x="1319" y="2632"/>
                  </a:lnTo>
                  <a:lnTo>
                    <a:pt x="1787" y="1781"/>
                  </a:lnTo>
                  <a:lnTo>
                    <a:pt x="2632" y="1319"/>
                  </a:lnTo>
                  <a:lnTo>
                    <a:pt x="1787" y="852"/>
                  </a:lnTo>
                  <a:lnTo>
                    <a:pt x="131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5"/>
            <p:cNvSpPr/>
            <p:nvPr/>
          </p:nvSpPr>
          <p:spPr>
            <a:xfrm>
              <a:off x="3212639" y="1775812"/>
              <a:ext cx="55226" cy="54985"/>
            </a:xfrm>
            <a:custGeom>
              <a:avLst/>
              <a:gdLst/>
              <a:ahLst/>
              <a:cxnLst/>
              <a:rect l="l" t="t" r="r" b="b"/>
              <a:pathLst>
                <a:path w="1391" h="1385" extrusionOk="0">
                  <a:moveTo>
                    <a:pt x="699" y="1"/>
                  </a:moveTo>
                  <a:lnTo>
                    <a:pt x="450" y="444"/>
                  </a:lnTo>
                  <a:lnTo>
                    <a:pt x="1" y="693"/>
                  </a:lnTo>
                  <a:lnTo>
                    <a:pt x="450" y="935"/>
                  </a:lnTo>
                  <a:lnTo>
                    <a:pt x="699" y="1385"/>
                  </a:lnTo>
                  <a:lnTo>
                    <a:pt x="941" y="935"/>
                  </a:lnTo>
                  <a:lnTo>
                    <a:pt x="1391" y="693"/>
                  </a:lnTo>
                  <a:lnTo>
                    <a:pt x="941" y="444"/>
                  </a:lnTo>
                  <a:lnTo>
                    <a:pt x="69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5"/>
            <p:cNvSpPr/>
            <p:nvPr/>
          </p:nvSpPr>
          <p:spPr>
            <a:xfrm>
              <a:off x="3311732" y="1750919"/>
              <a:ext cx="73291" cy="73286"/>
            </a:xfrm>
            <a:custGeom>
              <a:avLst/>
              <a:gdLst/>
              <a:ahLst/>
              <a:cxnLst/>
              <a:rect l="l" t="t" r="r" b="b"/>
              <a:pathLst>
                <a:path w="1846" h="1846" extrusionOk="0">
                  <a:moveTo>
                    <a:pt x="923" y="1"/>
                  </a:moveTo>
                  <a:lnTo>
                    <a:pt x="598" y="598"/>
                  </a:lnTo>
                  <a:lnTo>
                    <a:pt x="1" y="923"/>
                  </a:lnTo>
                  <a:lnTo>
                    <a:pt x="598" y="1249"/>
                  </a:lnTo>
                  <a:lnTo>
                    <a:pt x="923" y="1846"/>
                  </a:lnTo>
                  <a:lnTo>
                    <a:pt x="1249" y="1249"/>
                  </a:lnTo>
                  <a:lnTo>
                    <a:pt x="1846" y="923"/>
                  </a:lnTo>
                  <a:lnTo>
                    <a:pt x="1249" y="598"/>
                  </a:lnTo>
                  <a:lnTo>
                    <a:pt x="92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5"/>
            <p:cNvSpPr/>
            <p:nvPr/>
          </p:nvSpPr>
          <p:spPr>
            <a:xfrm>
              <a:off x="3428413" y="1739484"/>
              <a:ext cx="281570" cy="260829"/>
            </a:xfrm>
            <a:custGeom>
              <a:avLst/>
              <a:gdLst/>
              <a:ahLst/>
              <a:cxnLst/>
              <a:rect l="l" t="t" r="r" b="b"/>
              <a:pathLst>
                <a:path w="7092" h="6570" extrusionOk="0">
                  <a:moveTo>
                    <a:pt x="3546" y="0"/>
                  </a:moveTo>
                  <a:cubicBezTo>
                    <a:pt x="2707" y="0"/>
                    <a:pt x="1867" y="321"/>
                    <a:pt x="1225" y="963"/>
                  </a:cubicBezTo>
                  <a:cubicBezTo>
                    <a:pt x="285" y="1897"/>
                    <a:pt x="1" y="3311"/>
                    <a:pt x="510" y="4541"/>
                  </a:cubicBezTo>
                  <a:cubicBezTo>
                    <a:pt x="1018" y="5771"/>
                    <a:pt x="2219" y="6570"/>
                    <a:pt x="3549" y="6570"/>
                  </a:cubicBezTo>
                  <a:cubicBezTo>
                    <a:pt x="4874" y="6570"/>
                    <a:pt x="6075" y="5771"/>
                    <a:pt x="6583" y="4541"/>
                  </a:cubicBezTo>
                  <a:cubicBezTo>
                    <a:pt x="7092" y="3311"/>
                    <a:pt x="6808" y="1897"/>
                    <a:pt x="5868" y="963"/>
                  </a:cubicBezTo>
                  <a:cubicBezTo>
                    <a:pt x="5226" y="321"/>
                    <a:pt x="4386" y="0"/>
                    <a:pt x="35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5"/>
            <p:cNvSpPr/>
            <p:nvPr/>
          </p:nvSpPr>
          <p:spPr>
            <a:xfrm>
              <a:off x="3413882" y="1717688"/>
              <a:ext cx="456738" cy="453573"/>
            </a:xfrm>
            <a:custGeom>
              <a:avLst/>
              <a:gdLst/>
              <a:ahLst/>
              <a:cxnLst/>
              <a:rect l="l" t="t" r="r" b="b"/>
              <a:pathLst>
                <a:path w="11504" h="11425" extrusionOk="0">
                  <a:moveTo>
                    <a:pt x="3911" y="547"/>
                  </a:moveTo>
                  <a:cubicBezTo>
                    <a:pt x="4767" y="547"/>
                    <a:pt x="5608" y="882"/>
                    <a:pt x="6234" y="1512"/>
                  </a:cubicBezTo>
                  <a:cubicBezTo>
                    <a:pt x="7517" y="2795"/>
                    <a:pt x="7517" y="4871"/>
                    <a:pt x="6234" y="6155"/>
                  </a:cubicBezTo>
                  <a:cubicBezTo>
                    <a:pt x="5608" y="6784"/>
                    <a:pt x="4767" y="7120"/>
                    <a:pt x="3911" y="7120"/>
                  </a:cubicBezTo>
                  <a:cubicBezTo>
                    <a:pt x="3488" y="7120"/>
                    <a:pt x="3062" y="7038"/>
                    <a:pt x="2656" y="6870"/>
                  </a:cubicBezTo>
                  <a:cubicBezTo>
                    <a:pt x="1426" y="6362"/>
                    <a:pt x="627" y="5161"/>
                    <a:pt x="627" y="3830"/>
                  </a:cubicBezTo>
                  <a:cubicBezTo>
                    <a:pt x="627" y="2506"/>
                    <a:pt x="1426" y="1305"/>
                    <a:pt x="2656" y="796"/>
                  </a:cubicBezTo>
                  <a:cubicBezTo>
                    <a:pt x="3062" y="628"/>
                    <a:pt x="3488" y="547"/>
                    <a:pt x="3911" y="547"/>
                  </a:cubicBezTo>
                  <a:close/>
                  <a:moveTo>
                    <a:pt x="3910" y="1"/>
                  </a:moveTo>
                  <a:cubicBezTo>
                    <a:pt x="3453" y="1"/>
                    <a:pt x="2992" y="83"/>
                    <a:pt x="2549" y="252"/>
                  </a:cubicBezTo>
                  <a:cubicBezTo>
                    <a:pt x="1136" y="790"/>
                    <a:pt x="172" y="2103"/>
                    <a:pt x="83" y="3611"/>
                  </a:cubicBezTo>
                  <a:cubicBezTo>
                    <a:pt x="0" y="5120"/>
                    <a:pt x="805" y="6539"/>
                    <a:pt x="2147" y="7237"/>
                  </a:cubicBezTo>
                  <a:cubicBezTo>
                    <a:pt x="2704" y="7524"/>
                    <a:pt x="3310" y="7666"/>
                    <a:pt x="3911" y="7666"/>
                  </a:cubicBezTo>
                  <a:cubicBezTo>
                    <a:pt x="4760" y="7666"/>
                    <a:pt x="5601" y="7385"/>
                    <a:pt x="6293" y="6835"/>
                  </a:cubicBezTo>
                  <a:lnTo>
                    <a:pt x="10882" y="11424"/>
                  </a:lnTo>
                  <a:lnTo>
                    <a:pt x="11503" y="10803"/>
                  </a:lnTo>
                  <a:lnTo>
                    <a:pt x="6914" y="6214"/>
                  </a:lnTo>
                  <a:cubicBezTo>
                    <a:pt x="8126" y="4688"/>
                    <a:pt x="8002" y="2500"/>
                    <a:pt x="6624" y="1122"/>
                  </a:cubicBezTo>
                  <a:cubicBezTo>
                    <a:pt x="5890" y="392"/>
                    <a:pt x="4909" y="1"/>
                    <a:pt x="3910" y="1"/>
                  </a:cubicBezTo>
                  <a:close/>
                </a:path>
              </a:pathLst>
            </a:custGeom>
            <a:solidFill>
              <a:srgbClr val="9C9C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5"/>
            <p:cNvSpPr/>
            <p:nvPr/>
          </p:nvSpPr>
          <p:spPr>
            <a:xfrm>
              <a:off x="3140105" y="2059680"/>
              <a:ext cx="214195" cy="145858"/>
            </a:xfrm>
            <a:custGeom>
              <a:avLst/>
              <a:gdLst/>
              <a:ahLst/>
              <a:cxnLst/>
              <a:rect l="l" t="t" r="r" b="b"/>
              <a:pathLst>
                <a:path w="5395" h="3674" extrusionOk="0">
                  <a:moveTo>
                    <a:pt x="4992" y="1"/>
                  </a:moveTo>
                  <a:lnTo>
                    <a:pt x="2118" y="2881"/>
                  </a:lnTo>
                  <a:lnTo>
                    <a:pt x="397" y="1166"/>
                  </a:lnTo>
                  <a:lnTo>
                    <a:pt x="0" y="1562"/>
                  </a:lnTo>
                  <a:lnTo>
                    <a:pt x="2112" y="3674"/>
                  </a:lnTo>
                  <a:lnTo>
                    <a:pt x="2118" y="3674"/>
                  </a:lnTo>
                  <a:lnTo>
                    <a:pt x="5394" y="403"/>
                  </a:lnTo>
                  <a:lnTo>
                    <a:pt x="49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7" name="Google Shape;697;p25"/>
          <p:cNvGrpSpPr/>
          <p:nvPr/>
        </p:nvGrpSpPr>
        <p:grpSpPr>
          <a:xfrm>
            <a:off x="5368500" y="1574600"/>
            <a:ext cx="495540" cy="623415"/>
            <a:chOff x="5368500" y="1650800"/>
            <a:chExt cx="495540" cy="623415"/>
          </a:xfrm>
        </p:grpSpPr>
        <p:sp>
          <p:nvSpPr>
            <p:cNvPr id="698" name="Google Shape;698;p25"/>
            <p:cNvSpPr/>
            <p:nvPr/>
          </p:nvSpPr>
          <p:spPr>
            <a:xfrm>
              <a:off x="5368500" y="1650800"/>
              <a:ext cx="495540" cy="623415"/>
            </a:xfrm>
            <a:custGeom>
              <a:avLst/>
              <a:gdLst/>
              <a:ahLst/>
              <a:cxnLst/>
              <a:rect l="l" t="t" r="r" b="b"/>
              <a:pathLst>
                <a:path w="13113" h="16499" extrusionOk="0">
                  <a:moveTo>
                    <a:pt x="4158" y="0"/>
                  </a:moveTo>
                  <a:cubicBezTo>
                    <a:pt x="3454" y="0"/>
                    <a:pt x="2768" y="213"/>
                    <a:pt x="2065" y="663"/>
                  </a:cubicBezTo>
                  <a:cubicBezTo>
                    <a:pt x="1" y="1964"/>
                    <a:pt x="935" y="4832"/>
                    <a:pt x="1556" y="6731"/>
                  </a:cubicBezTo>
                  <a:cubicBezTo>
                    <a:pt x="1751" y="7316"/>
                    <a:pt x="1929" y="7866"/>
                    <a:pt x="1958" y="8168"/>
                  </a:cubicBezTo>
                  <a:cubicBezTo>
                    <a:pt x="2005" y="8694"/>
                    <a:pt x="1952" y="9368"/>
                    <a:pt x="1893" y="10084"/>
                  </a:cubicBezTo>
                  <a:cubicBezTo>
                    <a:pt x="1804" y="11214"/>
                    <a:pt x="1716" y="12391"/>
                    <a:pt x="1982" y="13378"/>
                  </a:cubicBezTo>
                  <a:cubicBezTo>
                    <a:pt x="2437" y="15052"/>
                    <a:pt x="3892" y="16264"/>
                    <a:pt x="3951" y="16318"/>
                  </a:cubicBezTo>
                  <a:cubicBezTo>
                    <a:pt x="4087" y="16424"/>
                    <a:pt x="4247" y="16489"/>
                    <a:pt x="4418" y="16495"/>
                  </a:cubicBezTo>
                  <a:lnTo>
                    <a:pt x="4466" y="16495"/>
                  </a:lnTo>
                  <a:cubicBezTo>
                    <a:pt x="4903" y="16495"/>
                    <a:pt x="5264" y="16140"/>
                    <a:pt x="5264" y="15697"/>
                  </a:cubicBezTo>
                  <a:cubicBezTo>
                    <a:pt x="5264" y="15632"/>
                    <a:pt x="5252" y="15561"/>
                    <a:pt x="5235" y="15490"/>
                  </a:cubicBezTo>
                  <a:cubicBezTo>
                    <a:pt x="5164" y="15087"/>
                    <a:pt x="4821" y="12828"/>
                    <a:pt x="5341" y="11385"/>
                  </a:cubicBezTo>
                  <a:cubicBezTo>
                    <a:pt x="5731" y="10309"/>
                    <a:pt x="6311" y="9741"/>
                    <a:pt x="6553" y="9593"/>
                  </a:cubicBezTo>
                  <a:cubicBezTo>
                    <a:pt x="6802" y="9741"/>
                    <a:pt x="7375" y="10309"/>
                    <a:pt x="7766" y="11385"/>
                  </a:cubicBezTo>
                  <a:cubicBezTo>
                    <a:pt x="8339" y="12964"/>
                    <a:pt x="7872" y="15525"/>
                    <a:pt x="7866" y="15549"/>
                  </a:cubicBezTo>
                  <a:cubicBezTo>
                    <a:pt x="7763" y="16083"/>
                    <a:pt x="8191" y="16499"/>
                    <a:pt x="8653" y="16499"/>
                  </a:cubicBezTo>
                  <a:cubicBezTo>
                    <a:pt x="8824" y="16499"/>
                    <a:pt x="9000" y="16441"/>
                    <a:pt x="9156" y="16312"/>
                  </a:cubicBezTo>
                  <a:cubicBezTo>
                    <a:pt x="9221" y="16264"/>
                    <a:pt x="10670" y="15046"/>
                    <a:pt x="11125" y="13372"/>
                  </a:cubicBezTo>
                  <a:cubicBezTo>
                    <a:pt x="11397" y="12385"/>
                    <a:pt x="11302" y="11214"/>
                    <a:pt x="11214" y="10078"/>
                  </a:cubicBezTo>
                  <a:cubicBezTo>
                    <a:pt x="11155" y="9368"/>
                    <a:pt x="11101" y="8694"/>
                    <a:pt x="11155" y="8168"/>
                  </a:cubicBezTo>
                  <a:cubicBezTo>
                    <a:pt x="11178" y="7866"/>
                    <a:pt x="11362" y="7310"/>
                    <a:pt x="11551" y="6725"/>
                  </a:cubicBezTo>
                  <a:cubicBezTo>
                    <a:pt x="12172" y="4826"/>
                    <a:pt x="13112" y="1964"/>
                    <a:pt x="11048" y="663"/>
                  </a:cubicBezTo>
                  <a:cubicBezTo>
                    <a:pt x="10344" y="219"/>
                    <a:pt x="9658" y="0"/>
                    <a:pt x="8955" y="0"/>
                  </a:cubicBezTo>
                  <a:cubicBezTo>
                    <a:pt x="8192" y="0"/>
                    <a:pt x="7577" y="261"/>
                    <a:pt x="7121" y="450"/>
                  </a:cubicBezTo>
                  <a:cubicBezTo>
                    <a:pt x="6914" y="539"/>
                    <a:pt x="6660" y="651"/>
                    <a:pt x="6553" y="651"/>
                  </a:cubicBezTo>
                  <a:cubicBezTo>
                    <a:pt x="6453" y="651"/>
                    <a:pt x="6193" y="539"/>
                    <a:pt x="5986" y="450"/>
                  </a:cubicBezTo>
                  <a:cubicBezTo>
                    <a:pt x="5536" y="261"/>
                    <a:pt x="4915" y="0"/>
                    <a:pt x="4158" y="0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5"/>
            <p:cNvSpPr/>
            <p:nvPr/>
          </p:nvSpPr>
          <p:spPr>
            <a:xfrm>
              <a:off x="5522490" y="1683976"/>
              <a:ext cx="187552" cy="27659"/>
            </a:xfrm>
            <a:custGeom>
              <a:avLst/>
              <a:gdLst/>
              <a:ahLst/>
              <a:cxnLst/>
              <a:rect l="l" t="t" r="r" b="b"/>
              <a:pathLst>
                <a:path w="4963" h="732" extrusionOk="0">
                  <a:moveTo>
                    <a:pt x="636" y="0"/>
                  </a:moveTo>
                  <a:cubicBezTo>
                    <a:pt x="241" y="0"/>
                    <a:pt x="0" y="30"/>
                    <a:pt x="0" y="140"/>
                  </a:cubicBezTo>
                  <a:cubicBezTo>
                    <a:pt x="0" y="370"/>
                    <a:pt x="1106" y="731"/>
                    <a:pt x="2478" y="731"/>
                  </a:cubicBezTo>
                  <a:cubicBezTo>
                    <a:pt x="3850" y="731"/>
                    <a:pt x="4962" y="370"/>
                    <a:pt x="4962" y="140"/>
                  </a:cubicBezTo>
                  <a:cubicBezTo>
                    <a:pt x="4962" y="30"/>
                    <a:pt x="4722" y="0"/>
                    <a:pt x="4326" y="0"/>
                  </a:cubicBezTo>
                  <a:cubicBezTo>
                    <a:pt x="3872" y="0"/>
                    <a:pt x="3212" y="39"/>
                    <a:pt x="2478" y="39"/>
                  </a:cubicBezTo>
                  <a:cubicBezTo>
                    <a:pt x="1748" y="39"/>
                    <a:pt x="1090" y="0"/>
                    <a:pt x="636" y="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5"/>
            <p:cNvSpPr/>
            <p:nvPr/>
          </p:nvSpPr>
          <p:spPr>
            <a:xfrm>
              <a:off x="5466827" y="1681407"/>
              <a:ext cx="165445" cy="53995"/>
            </a:xfrm>
            <a:custGeom>
              <a:avLst/>
              <a:gdLst/>
              <a:ahLst/>
              <a:cxnLst/>
              <a:rect l="l" t="t" r="r" b="b"/>
              <a:pathLst>
                <a:path w="4378" h="1429" extrusionOk="0">
                  <a:moveTo>
                    <a:pt x="433" y="1"/>
                  </a:moveTo>
                  <a:lnTo>
                    <a:pt x="433" y="1"/>
                  </a:lnTo>
                  <a:cubicBezTo>
                    <a:pt x="1" y="1162"/>
                    <a:pt x="1190" y="1429"/>
                    <a:pt x="2374" y="1429"/>
                  </a:cubicBezTo>
                  <a:cubicBezTo>
                    <a:pt x="3378" y="1429"/>
                    <a:pt x="4377" y="1237"/>
                    <a:pt x="4377" y="1237"/>
                  </a:cubicBezTo>
                  <a:lnTo>
                    <a:pt x="4377" y="1237"/>
                  </a:lnTo>
                  <a:cubicBezTo>
                    <a:pt x="4377" y="1237"/>
                    <a:pt x="4203" y="1249"/>
                    <a:pt x="3926" y="1249"/>
                  </a:cubicBezTo>
                  <a:cubicBezTo>
                    <a:pt x="3027" y="1249"/>
                    <a:pt x="1043" y="1118"/>
                    <a:pt x="433" y="1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5"/>
            <p:cNvSpPr/>
            <p:nvPr/>
          </p:nvSpPr>
          <p:spPr>
            <a:xfrm>
              <a:off x="5671794" y="1688549"/>
              <a:ext cx="163631" cy="203170"/>
            </a:xfrm>
            <a:custGeom>
              <a:avLst/>
              <a:gdLst/>
              <a:ahLst/>
              <a:cxnLst/>
              <a:rect l="l" t="t" r="r" b="b"/>
              <a:pathLst>
                <a:path w="4330" h="5377" extrusionOk="0">
                  <a:moveTo>
                    <a:pt x="1822" y="1"/>
                  </a:moveTo>
                  <a:cubicBezTo>
                    <a:pt x="1079" y="918"/>
                    <a:pt x="204" y="966"/>
                    <a:pt x="31" y="966"/>
                  </a:cubicBezTo>
                  <a:cubicBezTo>
                    <a:pt x="11" y="966"/>
                    <a:pt x="0" y="965"/>
                    <a:pt x="0" y="965"/>
                  </a:cubicBezTo>
                  <a:lnTo>
                    <a:pt x="0" y="965"/>
                  </a:lnTo>
                  <a:cubicBezTo>
                    <a:pt x="810" y="1142"/>
                    <a:pt x="1532" y="1616"/>
                    <a:pt x="2011" y="2290"/>
                  </a:cubicBezTo>
                  <a:cubicBezTo>
                    <a:pt x="2815" y="3419"/>
                    <a:pt x="2815" y="5377"/>
                    <a:pt x="2815" y="5377"/>
                  </a:cubicBezTo>
                  <a:cubicBezTo>
                    <a:pt x="2815" y="5377"/>
                    <a:pt x="4329" y="634"/>
                    <a:pt x="1822" y="1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5"/>
            <p:cNvSpPr/>
            <p:nvPr/>
          </p:nvSpPr>
          <p:spPr>
            <a:xfrm>
              <a:off x="5530312" y="1790459"/>
              <a:ext cx="171907" cy="171884"/>
            </a:xfrm>
            <a:custGeom>
              <a:avLst/>
              <a:gdLst/>
              <a:ahLst/>
              <a:cxnLst/>
              <a:rect l="l" t="t" r="r" b="b"/>
              <a:pathLst>
                <a:path w="4549" h="4549" extrusionOk="0">
                  <a:moveTo>
                    <a:pt x="1946" y="1"/>
                  </a:moveTo>
                  <a:lnTo>
                    <a:pt x="1946" y="1952"/>
                  </a:lnTo>
                  <a:lnTo>
                    <a:pt x="0" y="1952"/>
                  </a:lnTo>
                  <a:lnTo>
                    <a:pt x="0" y="2597"/>
                  </a:lnTo>
                  <a:lnTo>
                    <a:pt x="1946" y="2597"/>
                  </a:lnTo>
                  <a:lnTo>
                    <a:pt x="1946" y="4549"/>
                  </a:lnTo>
                  <a:lnTo>
                    <a:pt x="2597" y="4549"/>
                  </a:lnTo>
                  <a:lnTo>
                    <a:pt x="2597" y="2597"/>
                  </a:lnTo>
                  <a:lnTo>
                    <a:pt x="4548" y="2597"/>
                  </a:lnTo>
                  <a:lnTo>
                    <a:pt x="4548" y="1952"/>
                  </a:lnTo>
                  <a:lnTo>
                    <a:pt x="2597" y="1952"/>
                  </a:lnTo>
                  <a:lnTo>
                    <a:pt x="25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3" name="Google Shape;703;p25"/>
          <p:cNvGrpSpPr/>
          <p:nvPr/>
        </p:nvGrpSpPr>
        <p:grpSpPr>
          <a:xfrm>
            <a:off x="7415250" y="1510870"/>
            <a:ext cx="650898" cy="763912"/>
            <a:chOff x="7400575" y="1510870"/>
            <a:chExt cx="650898" cy="763912"/>
          </a:xfrm>
        </p:grpSpPr>
        <p:sp>
          <p:nvSpPr>
            <p:cNvPr id="704" name="Google Shape;704;p25"/>
            <p:cNvSpPr/>
            <p:nvPr/>
          </p:nvSpPr>
          <p:spPr>
            <a:xfrm>
              <a:off x="7400575" y="1654667"/>
              <a:ext cx="492852" cy="620115"/>
            </a:xfrm>
            <a:custGeom>
              <a:avLst/>
              <a:gdLst/>
              <a:ahLst/>
              <a:cxnLst/>
              <a:rect l="l" t="t" r="r" b="b"/>
              <a:pathLst>
                <a:path w="13113" h="16499" extrusionOk="0">
                  <a:moveTo>
                    <a:pt x="4158" y="0"/>
                  </a:moveTo>
                  <a:cubicBezTo>
                    <a:pt x="3455" y="0"/>
                    <a:pt x="2769" y="213"/>
                    <a:pt x="2065" y="663"/>
                  </a:cubicBezTo>
                  <a:cubicBezTo>
                    <a:pt x="1" y="1964"/>
                    <a:pt x="935" y="4832"/>
                    <a:pt x="1556" y="6731"/>
                  </a:cubicBezTo>
                  <a:cubicBezTo>
                    <a:pt x="1751" y="7316"/>
                    <a:pt x="1929" y="7866"/>
                    <a:pt x="1958" y="8168"/>
                  </a:cubicBezTo>
                  <a:cubicBezTo>
                    <a:pt x="2006" y="8694"/>
                    <a:pt x="1952" y="9368"/>
                    <a:pt x="1899" y="10084"/>
                  </a:cubicBezTo>
                  <a:cubicBezTo>
                    <a:pt x="1805" y="11214"/>
                    <a:pt x="1716" y="12391"/>
                    <a:pt x="1982" y="13378"/>
                  </a:cubicBezTo>
                  <a:cubicBezTo>
                    <a:pt x="2437" y="15052"/>
                    <a:pt x="3892" y="16264"/>
                    <a:pt x="3957" y="16318"/>
                  </a:cubicBezTo>
                  <a:cubicBezTo>
                    <a:pt x="4087" y="16424"/>
                    <a:pt x="4247" y="16489"/>
                    <a:pt x="4419" y="16495"/>
                  </a:cubicBezTo>
                  <a:lnTo>
                    <a:pt x="4466" y="16495"/>
                  </a:lnTo>
                  <a:cubicBezTo>
                    <a:pt x="4904" y="16495"/>
                    <a:pt x="5264" y="16140"/>
                    <a:pt x="5264" y="15697"/>
                  </a:cubicBezTo>
                  <a:cubicBezTo>
                    <a:pt x="5264" y="15632"/>
                    <a:pt x="5252" y="15561"/>
                    <a:pt x="5235" y="15490"/>
                  </a:cubicBezTo>
                  <a:cubicBezTo>
                    <a:pt x="5170" y="15087"/>
                    <a:pt x="4821" y="12828"/>
                    <a:pt x="5341" y="11385"/>
                  </a:cubicBezTo>
                  <a:cubicBezTo>
                    <a:pt x="5732" y="10309"/>
                    <a:pt x="6311" y="9741"/>
                    <a:pt x="6554" y="9593"/>
                  </a:cubicBezTo>
                  <a:cubicBezTo>
                    <a:pt x="6802" y="9741"/>
                    <a:pt x="7376" y="10309"/>
                    <a:pt x="7766" y="11385"/>
                  </a:cubicBezTo>
                  <a:cubicBezTo>
                    <a:pt x="8340" y="12964"/>
                    <a:pt x="7872" y="15525"/>
                    <a:pt x="7867" y="15549"/>
                  </a:cubicBezTo>
                  <a:cubicBezTo>
                    <a:pt x="7763" y="16083"/>
                    <a:pt x="8191" y="16499"/>
                    <a:pt x="8653" y="16499"/>
                  </a:cubicBezTo>
                  <a:cubicBezTo>
                    <a:pt x="8824" y="16499"/>
                    <a:pt x="9000" y="16441"/>
                    <a:pt x="9156" y="16312"/>
                  </a:cubicBezTo>
                  <a:cubicBezTo>
                    <a:pt x="9221" y="16264"/>
                    <a:pt x="10670" y="15046"/>
                    <a:pt x="11125" y="13372"/>
                  </a:cubicBezTo>
                  <a:cubicBezTo>
                    <a:pt x="11397" y="12385"/>
                    <a:pt x="11303" y="11214"/>
                    <a:pt x="11214" y="10078"/>
                  </a:cubicBezTo>
                  <a:cubicBezTo>
                    <a:pt x="11161" y="9368"/>
                    <a:pt x="11107" y="8694"/>
                    <a:pt x="11155" y="8168"/>
                  </a:cubicBezTo>
                  <a:cubicBezTo>
                    <a:pt x="11178" y="7866"/>
                    <a:pt x="11362" y="7310"/>
                    <a:pt x="11551" y="6725"/>
                  </a:cubicBezTo>
                  <a:cubicBezTo>
                    <a:pt x="12172" y="4826"/>
                    <a:pt x="13112" y="1964"/>
                    <a:pt x="11048" y="663"/>
                  </a:cubicBezTo>
                  <a:cubicBezTo>
                    <a:pt x="10345" y="219"/>
                    <a:pt x="9659" y="0"/>
                    <a:pt x="8955" y="0"/>
                  </a:cubicBezTo>
                  <a:cubicBezTo>
                    <a:pt x="8198" y="0"/>
                    <a:pt x="7577" y="261"/>
                    <a:pt x="7121" y="450"/>
                  </a:cubicBezTo>
                  <a:cubicBezTo>
                    <a:pt x="6914" y="539"/>
                    <a:pt x="6660" y="651"/>
                    <a:pt x="6554" y="651"/>
                  </a:cubicBezTo>
                  <a:cubicBezTo>
                    <a:pt x="6453" y="651"/>
                    <a:pt x="6193" y="539"/>
                    <a:pt x="5986" y="450"/>
                  </a:cubicBezTo>
                  <a:cubicBezTo>
                    <a:pt x="5536" y="261"/>
                    <a:pt x="4915" y="0"/>
                    <a:pt x="4158" y="0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5"/>
            <p:cNvSpPr/>
            <p:nvPr/>
          </p:nvSpPr>
          <p:spPr>
            <a:xfrm>
              <a:off x="7553735" y="1687666"/>
              <a:ext cx="186534" cy="27512"/>
            </a:xfrm>
            <a:custGeom>
              <a:avLst/>
              <a:gdLst/>
              <a:ahLst/>
              <a:cxnLst/>
              <a:rect l="l" t="t" r="r" b="b"/>
              <a:pathLst>
                <a:path w="4963" h="732" extrusionOk="0">
                  <a:moveTo>
                    <a:pt x="636" y="0"/>
                  </a:moveTo>
                  <a:cubicBezTo>
                    <a:pt x="241" y="0"/>
                    <a:pt x="1" y="30"/>
                    <a:pt x="1" y="140"/>
                  </a:cubicBezTo>
                  <a:cubicBezTo>
                    <a:pt x="1" y="370"/>
                    <a:pt x="1107" y="731"/>
                    <a:pt x="2479" y="731"/>
                  </a:cubicBezTo>
                  <a:cubicBezTo>
                    <a:pt x="3851" y="731"/>
                    <a:pt x="4963" y="370"/>
                    <a:pt x="4963" y="140"/>
                  </a:cubicBezTo>
                  <a:cubicBezTo>
                    <a:pt x="4963" y="30"/>
                    <a:pt x="4722" y="0"/>
                    <a:pt x="4327" y="0"/>
                  </a:cubicBezTo>
                  <a:cubicBezTo>
                    <a:pt x="3873" y="0"/>
                    <a:pt x="3215" y="39"/>
                    <a:pt x="2485" y="39"/>
                  </a:cubicBezTo>
                  <a:cubicBezTo>
                    <a:pt x="1751" y="39"/>
                    <a:pt x="1091" y="0"/>
                    <a:pt x="636" y="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5"/>
            <p:cNvSpPr/>
            <p:nvPr/>
          </p:nvSpPr>
          <p:spPr>
            <a:xfrm>
              <a:off x="7498372" y="1685111"/>
              <a:ext cx="164547" cy="53709"/>
            </a:xfrm>
            <a:custGeom>
              <a:avLst/>
              <a:gdLst/>
              <a:ahLst/>
              <a:cxnLst/>
              <a:rect l="l" t="t" r="r" b="b"/>
              <a:pathLst>
                <a:path w="4378" h="1429" extrusionOk="0">
                  <a:moveTo>
                    <a:pt x="433" y="1"/>
                  </a:moveTo>
                  <a:lnTo>
                    <a:pt x="433" y="1"/>
                  </a:lnTo>
                  <a:cubicBezTo>
                    <a:pt x="1" y="1162"/>
                    <a:pt x="1191" y="1429"/>
                    <a:pt x="2374" y="1429"/>
                  </a:cubicBezTo>
                  <a:cubicBezTo>
                    <a:pt x="3378" y="1429"/>
                    <a:pt x="4377" y="1237"/>
                    <a:pt x="4377" y="1237"/>
                  </a:cubicBezTo>
                  <a:lnTo>
                    <a:pt x="4377" y="1237"/>
                  </a:lnTo>
                  <a:cubicBezTo>
                    <a:pt x="4377" y="1237"/>
                    <a:pt x="4203" y="1249"/>
                    <a:pt x="3926" y="1249"/>
                  </a:cubicBezTo>
                  <a:cubicBezTo>
                    <a:pt x="3027" y="1249"/>
                    <a:pt x="1043" y="1118"/>
                    <a:pt x="433" y="1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5"/>
            <p:cNvSpPr/>
            <p:nvPr/>
          </p:nvSpPr>
          <p:spPr>
            <a:xfrm>
              <a:off x="7702234" y="1692214"/>
              <a:ext cx="162743" cy="202095"/>
            </a:xfrm>
            <a:custGeom>
              <a:avLst/>
              <a:gdLst/>
              <a:ahLst/>
              <a:cxnLst/>
              <a:rect l="l" t="t" r="r" b="b"/>
              <a:pathLst>
                <a:path w="4330" h="5377" extrusionOk="0">
                  <a:moveTo>
                    <a:pt x="1822" y="1"/>
                  </a:moveTo>
                  <a:cubicBezTo>
                    <a:pt x="1080" y="918"/>
                    <a:pt x="204" y="966"/>
                    <a:pt x="31" y="966"/>
                  </a:cubicBezTo>
                  <a:cubicBezTo>
                    <a:pt x="11" y="966"/>
                    <a:pt x="0" y="965"/>
                    <a:pt x="0" y="965"/>
                  </a:cubicBezTo>
                  <a:lnTo>
                    <a:pt x="0" y="965"/>
                  </a:lnTo>
                  <a:cubicBezTo>
                    <a:pt x="810" y="1142"/>
                    <a:pt x="1532" y="1616"/>
                    <a:pt x="2011" y="2290"/>
                  </a:cubicBezTo>
                  <a:cubicBezTo>
                    <a:pt x="2815" y="3419"/>
                    <a:pt x="2815" y="5377"/>
                    <a:pt x="2815" y="5377"/>
                  </a:cubicBezTo>
                  <a:cubicBezTo>
                    <a:pt x="2815" y="5377"/>
                    <a:pt x="4329" y="634"/>
                    <a:pt x="1822" y="1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5"/>
            <p:cNvSpPr/>
            <p:nvPr/>
          </p:nvSpPr>
          <p:spPr>
            <a:xfrm>
              <a:off x="7669534" y="1516846"/>
              <a:ext cx="376151" cy="470602"/>
            </a:xfrm>
            <a:custGeom>
              <a:avLst/>
              <a:gdLst/>
              <a:ahLst/>
              <a:cxnLst/>
              <a:rect l="l" t="t" r="r" b="b"/>
              <a:pathLst>
                <a:path w="10008" h="12521" extrusionOk="0">
                  <a:moveTo>
                    <a:pt x="1" y="1"/>
                  </a:moveTo>
                  <a:lnTo>
                    <a:pt x="10008" y="1"/>
                  </a:lnTo>
                  <a:lnTo>
                    <a:pt x="10008" y="12521"/>
                  </a:lnTo>
                  <a:lnTo>
                    <a:pt x="1" y="12521"/>
                  </a:lnTo>
                  <a:close/>
                </a:path>
              </a:pathLst>
            </a:custGeom>
            <a:solidFill>
              <a:srgbClr val="527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5"/>
            <p:cNvSpPr/>
            <p:nvPr/>
          </p:nvSpPr>
          <p:spPr>
            <a:xfrm>
              <a:off x="7663558" y="1510870"/>
              <a:ext cx="387915" cy="482591"/>
            </a:xfrm>
            <a:custGeom>
              <a:avLst/>
              <a:gdLst/>
              <a:ahLst/>
              <a:cxnLst/>
              <a:rect l="l" t="t" r="r" b="b"/>
              <a:pathLst>
                <a:path w="10321" h="12840" extrusionOk="0">
                  <a:moveTo>
                    <a:pt x="10007" y="313"/>
                  </a:moveTo>
                  <a:lnTo>
                    <a:pt x="10007" y="12526"/>
                  </a:lnTo>
                  <a:lnTo>
                    <a:pt x="314" y="12526"/>
                  </a:lnTo>
                  <a:lnTo>
                    <a:pt x="314" y="313"/>
                  </a:lnTo>
                  <a:close/>
                  <a:moveTo>
                    <a:pt x="0" y="0"/>
                  </a:moveTo>
                  <a:lnTo>
                    <a:pt x="0" y="12840"/>
                  </a:lnTo>
                  <a:lnTo>
                    <a:pt x="10320" y="12840"/>
                  </a:lnTo>
                  <a:lnTo>
                    <a:pt x="1032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5"/>
            <p:cNvSpPr/>
            <p:nvPr/>
          </p:nvSpPr>
          <p:spPr>
            <a:xfrm>
              <a:off x="7918273" y="1540411"/>
              <a:ext cx="112304" cy="11839"/>
            </a:xfrm>
            <a:custGeom>
              <a:avLst/>
              <a:gdLst/>
              <a:ahLst/>
              <a:cxnLst/>
              <a:rect l="l" t="t" r="r" b="b"/>
              <a:pathLst>
                <a:path w="2988" h="315" extrusionOk="0">
                  <a:moveTo>
                    <a:pt x="1" y="1"/>
                  </a:moveTo>
                  <a:lnTo>
                    <a:pt x="1" y="314"/>
                  </a:lnTo>
                  <a:lnTo>
                    <a:pt x="2987" y="314"/>
                  </a:lnTo>
                  <a:lnTo>
                    <a:pt x="29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5"/>
            <p:cNvSpPr/>
            <p:nvPr/>
          </p:nvSpPr>
          <p:spPr>
            <a:xfrm>
              <a:off x="7882718" y="1540411"/>
              <a:ext cx="21837" cy="11839"/>
            </a:xfrm>
            <a:custGeom>
              <a:avLst/>
              <a:gdLst/>
              <a:ahLst/>
              <a:cxnLst/>
              <a:rect l="l" t="t" r="r" b="b"/>
              <a:pathLst>
                <a:path w="581" h="315" extrusionOk="0">
                  <a:moveTo>
                    <a:pt x="0" y="1"/>
                  </a:moveTo>
                  <a:lnTo>
                    <a:pt x="0" y="314"/>
                  </a:lnTo>
                  <a:lnTo>
                    <a:pt x="580" y="314"/>
                  </a:lnTo>
                  <a:lnTo>
                    <a:pt x="5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26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Dental Infographics</a:t>
            </a:r>
            <a:endParaRPr/>
          </a:p>
        </p:txBody>
      </p:sp>
      <p:sp>
        <p:nvSpPr>
          <p:cNvPr id="717" name="Google Shape;717;p26"/>
          <p:cNvSpPr/>
          <p:nvPr/>
        </p:nvSpPr>
        <p:spPr>
          <a:xfrm>
            <a:off x="1005914" y="1598273"/>
            <a:ext cx="1845900" cy="7938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26"/>
          <p:cNvSpPr/>
          <p:nvPr/>
        </p:nvSpPr>
        <p:spPr>
          <a:xfrm>
            <a:off x="1003239" y="3370686"/>
            <a:ext cx="1845900" cy="7938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26"/>
          <p:cNvSpPr/>
          <p:nvPr/>
        </p:nvSpPr>
        <p:spPr>
          <a:xfrm>
            <a:off x="3650659" y="1598273"/>
            <a:ext cx="1845900" cy="7938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26"/>
          <p:cNvSpPr/>
          <p:nvPr/>
        </p:nvSpPr>
        <p:spPr>
          <a:xfrm>
            <a:off x="3650659" y="3370686"/>
            <a:ext cx="1845900" cy="7938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26"/>
          <p:cNvSpPr/>
          <p:nvPr/>
        </p:nvSpPr>
        <p:spPr>
          <a:xfrm>
            <a:off x="6320303" y="1156350"/>
            <a:ext cx="1845900" cy="7938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26"/>
          <p:cNvSpPr/>
          <p:nvPr/>
        </p:nvSpPr>
        <p:spPr>
          <a:xfrm>
            <a:off x="6320303" y="2038641"/>
            <a:ext cx="1845900" cy="7938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26"/>
          <p:cNvSpPr/>
          <p:nvPr/>
        </p:nvSpPr>
        <p:spPr>
          <a:xfrm>
            <a:off x="6320303" y="2920958"/>
            <a:ext cx="1845900" cy="7938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26"/>
          <p:cNvSpPr/>
          <p:nvPr/>
        </p:nvSpPr>
        <p:spPr>
          <a:xfrm>
            <a:off x="6320303" y="3803249"/>
            <a:ext cx="1845900" cy="7938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25" name="Google Shape;725;p26"/>
          <p:cNvCxnSpPr>
            <a:stCxn id="717" idx="3"/>
            <a:endCxn id="719" idx="1"/>
          </p:cNvCxnSpPr>
          <p:nvPr/>
        </p:nvCxnSpPr>
        <p:spPr>
          <a:xfrm>
            <a:off x="2851814" y="1995173"/>
            <a:ext cx="798900" cy="600"/>
          </a:xfrm>
          <a:prstGeom prst="bentConnector3">
            <a:avLst>
              <a:gd name="adj1" fmla="val 49997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6" name="Google Shape;726;p26"/>
          <p:cNvCxnSpPr>
            <a:stCxn id="718" idx="3"/>
            <a:endCxn id="720" idx="1"/>
          </p:cNvCxnSpPr>
          <p:nvPr/>
        </p:nvCxnSpPr>
        <p:spPr>
          <a:xfrm>
            <a:off x="2849139" y="3767586"/>
            <a:ext cx="801600" cy="600"/>
          </a:xfrm>
          <a:prstGeom prst="bentConnector3">
            <a:avLst>
              <a:gd name="adj1" fmla="val 49995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7" name="Google Shape;727;p26"/>
          <p:cNvSpPr txBox="1"/>
          <p:nvPr/>
        </p:nvSpPr>
        <p:spPr>
          <a:xfrm>
            <a:off x="1070300" y="1751875"/>
            <a:ext cx="1700700" cy="6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p26"/>
          <p:cNvSpPr txBox="1"/>
          <p:nvPr/>
        </p:nvSpPr>
        <p:spPr>
          <a:xfrm>
            <a:off x="1090812" y="3540124"/>
            <a:ext cx="1669500" cy="6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 has a beautiful name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but is hot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29" name="Google Shape;729;p26"/>
          <p:cNvGrpSpPr/>
          <p:nvPr/>
        </p:nvGrpSpPr>
        <p:grpSpPr>
          <a:xfrm>
            <a:off x="6551763" y="2255901"/>
            <a:ext cx="348636" cy="359303"/>
            <a:chOff x="-57950750" y="2296300"/>
            <a:chExt cx="279625" cy="316650"/>
          </a:xfrm>
        </p:grpSpPr>
        <p:sp>
          <p:nvSpPr>
            <p:cNvPr id="730" name="Google Shape;730;p26"/>
            <p:cNvSpPr/>
            <p:nvPr/>
          </p:nvSpPr>
          <p:spPr>
            <a:xfrm>
              <a:off x="-57847575" y="2528075"/>
              <a:ext cx="73250" cy="29750"/>
            </a:xfrm>
            <a:custGeom>
              <a:avLst/>
              <a:gdLst/>
              <a:ahLst/>
              <a:cxnLst/>
              <a:rect l="l" t="t" r="r" b="b"/>
              <a:pathLst>
                <a:path w="2930" h="1190" extrusionOk="0">
                  <a:moveTo>
                    <a:pt x="414" y="0"/>
                  </a:moveTo>
                  <a:cubicBezTo>
                    <a:pt x="315" y="0"/>
                    <a:pt x="221" y="40"/>
                    <a:pt x="158" y="118"/>
                  </a:cubicBezTo>
                  <a:cubicBezTo>
                    <a:pt x="0" y="276"/>
                    <a:pt x="0" y="528"/>
                    <a:pt x="158" y="654"/>
                  </a:cubicBezTo>
                  <a:cubicBezTo>
                    <a:pt x="536" y="1000"/>
                    <a:pt x="1008" y="1189"/>
                    <a:pt x="1481" y="1189"/>
                  </a:cubicBezTo>
                  <a:cubicBezTo>
                    <a:pt x="1954" y="1189"/>
                    <a:pt x="2458" y="1000"/>
                    <a:pt x="2773" y="654"/>
                  </a:cubicBezTo>
                  <a:cubicBezTo>
                    <a:pt x="2930" y="496"/>
                    <a:pt x="2930" y="244"/>
                    <a:pt x="2773" y="118"/>
                  </a:cubicBezTo>
                  <a:cubicBezTo>
                    <a:pt x="2710" y="40"/>
                    <a:pt x="2623" y="0"/>
                    <a:pt x="2532" y="0"/>
                  </a:cubicBezTo>
                  <a:cubicBezTo>
                    <a:pt x="2442" y="0"/>
                    <a:pt x="2347" y="40"/>
                    <a:pt x="2269" y="118"/>
                  </a:cubicBezTo>
                  <a:cubicBezTo>
                    <a:pt x="2048" y="339"/>
                    <a:pt x="1733" y="433"/>
                    <a:pt x="1481" y="433"/>
                  </a:cubicBezTo>
                  <a:cubicBezTo>
                    <a:pt x="1197" y="433"/>
                    <a:pt x="882" y="339"/>
                    <a:pt x="693" y="118"/>
                  </a:cubicBezTo>
                  <a:cubicBezTo>
                    <a:pt x="615" y="40"/>
                    <a:pt x="512" y="0"/>
                    <a:pt x="4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6"/>
            <p:cNvSpPr/>
            <p:nvPr/>
          </p:nvSpPr>
          <p:spPr>
            <a:xfrm>
              <a:off x="-57857025" y="244675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6"/>
            <p:cNvSpPr/>
            <p:nvPr/>
          </p:nvSpPr>
          <p:spPr>
            <a:xfrm>
              <a:off x="-57782200" y="244675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6"/>
            <p:cNvSpPr/>
            <p:nvPr/>
          </p:nvSpPr>
          <p:spPr>
            <a:xfrm>
              <a:off x="-57950750" y="2296300"/>
              <a:ext cx="279625" cy="316650"/>
            </a:xfrm>
            <a:custGeom>
              <a:avLst/>
              <a:gdLst/>
              <a:ahLst/>
              <a:cxnLst/>
              <a:rect l="l" t="t" r="r" b="b"/>
              <a:pathLst>
                <a:path w="11185" h="12666" extrusionOk="0">
                  <a:moveTo>
                    <a:pt x="5639" y="694"/>
                  </a:moveTo>
                  <a:cubicBezTo>
                    <a:pt x="5955" y="694"/>
                    <a:pt x="6270" y="914"/>
                    <a:pt x="6333" y="1230"/>
                  </a:cubicBezTo>
                  <a:cubicBezTo>
                    <a:pt x="6381" y="1399"/>
                    <a:pt x="6523" y="1513"/>
                    <a:pt x="6701" y="1513"/>
                  </a:cubicBezTo>
                  <a:cubicBezTo>
                    <a:pt x="6754" y="1513"/>
                    <a:pt x="6810" y="1503"/>
                    <a:pt x="6868" y="1482"/>
                  </a:cubicBezTo>
                  <a:cubicBezTo>
                    <a:pt x="6931" y="1450"/>
                    <a:pt x="7057" y="1450"/>
                    <a:pt x="7120" y="1450"/>
                  </a:cubicBezTo>
                  <a:cubicBezTo>
                    <a:pt x="7435" y="1450"/>
                    <a:pt x="7719" y="1639"/>
                    <a:pt x="7845" y="1954"/>
                  </a:cubicBezTo>
                  <a:cubicBezTo>
                    <a:pt x="7876" y="2112"/>
                    <a:pt x="8034" y="2206"/>
                    <a:pt x="8191" y="2206"/>
                  </a:cubicBezTo>
                  <a:cubicBezTo>
                    <a:pt x="8632" y="2206"/>
                    <a:pt x="9010" y="2553"/>
                    <a:pt x="9010" y="3025"/>
                  </a:cubicBezTo>
                  <a:lnTo>
                    <a:pt x="9010" y="3970"/>
                  </a:lnTo>
                  <a:lnTo>
                    <a:pt x="8160" y="3088"/>
                  </a:lnTo>
                  <a:cubicBezTo>
                    <a:pt x="8084" y="3032"/>
                    <a:pt x="7986" y="2986"/>
                    <a:pt x="7885" y="2986"/>
                  </a:cubicBezTo>
                  <a:cubicBezTo>
                    <a:pt x="7818" y="2986"/>
                    <a:pt x="7750" y="3006"/>
                    <a:pt x="7687" y="3057"/>
                  </a:cubicBezTo>
                  <a:cubicBezTo>
                    <a:pt x="7073" y="3466"/>
                    <a:pt x="6364" y="3671"/>
                    <a:pt x="5655" y="3671"/>
                  </a:cubicBezTo>
                  <a:cubicBezTo>
                    <a:pt x="4946" y="3671"/>
                    <a:pt x="4237" y="3466"/>
                    <a:pt x="3623" y="3057"/>
                  </a:cubicBezTo>
                  <a:cubicBezTo>
                    <a:pt x="3560" y="3006"/>
                    <a:pt x="3492" y="2986"/>
                    <a:pt x="3425" y="2986"/>
                  </a:cubicBezTo>
                  <a:cubicBezTo>
                    <a:pt x="3324" y="2986"/>
                    <a:pt x="3226" y="3032"/>
                    <a:pt x="3151" y="3088"/>
                  </a:cubicBezTo>
                  <a:lnTo>
                    <a:pt x="2300" y="3970"/>
                  </a:lnTo>
                  <a:cubicBezTo>
                    <a:pt x="2268" y="3293"/>
                    <a:pt x="2253" y="3191"/>
                    <a:pt x="2245" y="3191"/>
                  </a:cubicBezTo>
                  <a:cubicBezTo>
                    <a:pt x="2241" y="3191"/>
                    <a:pt x="2239" y="3210"/>
                    <a:pt x="2238" y="3210"/>
                  </a:cubicBezTo>
                  <a:cubicBezTo>
                    <a:pt x="2237" y="3210"/>
                    <a:pt x="2237" y="3177"/>
                    <a:pt x="2237" y="3025"/>
                  </a:cubicBezTo>
                  <a:cubicBezTo>
                    <a:pt x="2237" y="2584"/>
                    <a:pt x="2615" y="2206"/>
                    <a:pt x="3088" y="2206"/>
                  </a:cubicBezTo>
                  <a:cubicBezTo>
                    <a:pt x="3245" y="2206"/>
                    <a:pt x="3403" y="2080"/>
                    <a:pt x="3434" y="1954"/>
                  </a:cubicBezTo>
                  <a:cubicBezTo>
                    <a:pt x="3560" y="1639"/>
                    <a:pt x="3812" y="1450"/>
                    <a:pt x="4127" y="1450"/>
                  </a:cubicBezTo>
                  <a:cubicBezTo>
                    <a:pt x="4222" y="1450"/>
                    <a:pt x="4348" y="1450"/>
                    <a:pt x="4411" y="1482"/>
                  </a:cubicBezTo>
                  <a:cubicBezTo>
                    <a:pt x="4449" y="1494"/>
                    <a:pt x="4491" y="1501"/>
                    <a:pt x="4532" y="1501"/>
                  </a:cubicBezTo>
                  <a:cubicBezTo>
                    <a:pt x="4695" y="1501"/>
                    <a:pt x="4865" y="1405"/>
                    <a:pt x="4915" y="1230"/>
                  </a:cubicBezTo>
                  <a:cubicBezTo>
                    <a:pt x="5009" y="914"/>
                    <a:pt x="5324" y="694"/>
                    <a:pt x="5639" y="694"/>
                  </a:cubicBezTo>
                  <a:close/>
                  <a:moveTo>
                    <a:pt x="1512" y="5955"/>
                  </a:moveTo>
                  <a:lnTo>
                    <a:pt x="1512" y="7467"/>
                  </a:lnTo>
                  <a:cubicBezTo>
                    <a:pt x="1071" y="7467"/>
                    <a:pt x="756" y="7152"/>
                    <a:pt x="756" y="6711"/>
                  </a:cubicBezTo>
                  <a:cubicBezTo>
                    <a:pt x="756" y="6333"/>
                    <a:pt x="1103" y="5955"/>
                    <a:pt x="1512" y="5955"/>
                  </a:cubicBezTo>
                  <a:close/>
                  <a:moveTo>
                    <a:pt x="9704" y="5955"/>
                  </a:moveTo>
                  <a:cubicBezTo>
                    <a:pt x="10082" y="5955"/>
                    <a:pt x="10428" y="6302"/>
                    <a:pt x="10428" y="6711"/>
                  </a:cubicBezTo>
                  <a:cubicBezTo>
                    <a:pt x="10428" y="7152"/>
                    <a:pt x="10113" y="7467"/>
                    <a:pt x="9704" y="7467"/>
                  </a:cubicBezTo>
                  <a:lnTo>
                    <a:pt x="9704" y="5955"/>
                  </a:lnTo>
                  <a:close/>
                  <a:moveTo>
                    <a:pt x="7813" y="3813"/>
                  </a:moveTo>
                  <a:lnTo>
                    <a:pt x="8979" y="5042"/>
                  </a:lnTo>
                  <a:lnTo>
                    <a:pt x="8979" y="8224"/>
                  </a:lnTo>
                  <a:lnTo>
                    <a:pt x="7971" y="8224"/>
                  </a:lnTo>
                  <a:cubicBezTo>
                    <a:pt x="7230" y="7767"/>
                    <a:pt x="6411" y="7538"/>
                    <a:pt x="5600" y="7538"/>
                  </a:cubicBezTo>
                  <a:cubicBezTo>
                    <a:pt x="4789" y="7538"/>
                    <a:pt x="3985" y="7767"/>
                    <a:pt x="3277" y="8224"/>
                  </a:cubicBezTo>
                  <a:lnTo>
                    <a:pt x="2237" y="8224"/>
                  </a:lnTo>
                  <a:lnTo>
                    <a:pt x="2237" y="5042"/>
                  </a:lnTo>
                  <a:lnTo>
                    <a:pt x="3434" y="3813"/>
                  </a:lnTo>
                  <a:cubicBezTo>
                    <a:pt x="4096" y="4207"/>
                    <a:pt x="4844" y="4404"/>
                    <a:pt x="5600" y="4404"/>
                  </a:cubicBezTo>
                  <a:cubicBezTo>
                    <a:pt x="6356" y="4404"/>
                    <a:pt x="7120" y="4207"/>
                    <a:pt x="7813" y="3813"/>
                  </a:cubicBezTo>
                  <a:close/>
                  <a:moveTo>
                    <a:pt x="5576" y="8302"/>
                  </a:moveTo>
                  <a:cubicBezTo>
                    <a:pt x="6285" y="8302"/>
                    <a:pt x="6994" y="8507"/>
                    <a:pt x="7593" y="8917"/>
                  </a:cubicBezTo>
                  <a:cubicBezTo>
                    <a:pt x="7687" y="8980"/>
                    <a:pt x="7719" y="8980"/>
                    <a:pt x="7813" y="8980"/>
                  </a:cubicBezTo>
                  <a:lnTo>
                    <a:pt x="8916" y="8980"/>
                  </a:lnTo>
                  <a:cubicBezTo>
                    <a:pt x="8758" y="10649"/>
                    <a:pt x="7341" y="11973"/>
                    <a:pt x="5608" y="11973"/>
                  </a:cubicBezTo>
                  <a:cubicBezTo>
                    <a:pt x="3875" y="11973"/>
                    <a:pt x="2457" y="10649"/>
                    <a:pt x="2237" y="8980"/>
                  </a:cubicBezTo>
                  <a:lnTo>
                    <a:pt x="3340" y="8980"/>
                  </a:lnTo>
                  <a:cubicBezTo>
                    <a:pt x="3434" y="8980"/>
                    <a:pt x="3466" y="8980"/>
                    <a:pt x="3560" y="8917"/>
                  </a:cubicBezTo>
                  <a:cubicBezTo>
                    <a:pt x="4159" y="8507"/>
                    <a:pt x="4868" y="8302"/>
                    <a:pt x="5576" y="8302"/>
                  </a:cubicBezTo>
                  <a:close/>
                  <a:moveTo>
                    <a:pt x="5608" y="1"/>
                  </a:moveTo>
                  <a:cubicBezTo>
                    <a:pt x="5041" y="1"/>
                    <a:pt x="4568" y="316"/>
                    <a:pt x="4285" y="725"/>
                  </a:cubicBezTo>
                  <a:cubicBezTo>
                    <a:pt x="4231" y="720"/>
                    <a:pt x="4178" y="717"/>
                    <a:pt x="4125" y="717"/>
                  </a:cubicBezTo>
                  <a:cubicBezTo>
                    <a:pt x="3560" y="717"/>
                    <a:pt x="3063" y="1020"/>
                    <a:pt x="2804" y="1482"/>
                  </a:cubicBezTo>
                  <a:cubicBezTo>
                    <a:pt x="2048" y="1608"/>
                    <a:pt x="1512" y="2238"/>
                    <a:pt x="1512" y="3025"/>
                  </a:cubicBezTo>
                  <a:lnTo>
                    <a:pt x="1512" y="5231"/>
                  </a:lnTo>
                  <a:cubicBezTo>
                    <a:pt x="662" y="5231"/>
                    <a:pt x="0" y="5892"/>
                    <a:pt x="0" y="6711"/>
                  </a:cubicBezTo>
                  <a:cubicBezTo>
                    <a:pt x="0" y="7562"/>
                    <a:pt x="662" y="8224"/>
                    <a:pt x="1512" y="8224"/>
                  </a:cubicBezTo>
                  <a:lnTo>
                    <a:pt x="1512" y="8570"/>
                  </a:lnTo>
                  <a:cubicBezTo>
                    <a:pt x="1512" y="10807"/>
                    <a:pt x="3340" y="12666"/>
                    <a:pt x="5608" y="12666"/>
                  </a:cubicBezTo>
                  <a:cubicBezTo>
                    <a:pt x="7845" y="12666"/>
                    <a:pt x="9704" y="10807"/>
                    <a:pt x="9704" y="8570"/>
                  </a:cubicBezTo>
                  <a:lnTo>
                    <a:pt x="9704" y="8224"/>
                  </a:lnTo>
                  <a:cubicBezTo>
                    <a:pt x="10523" y="8224"/>
                    <a:pt x="11184" y="7562"/>
                    <a:pt x="11184" y="6711"/>
                  </a:cubicBezTo>
                  <a:cubicBezTo>
                    <a:pt x="11184" y="5892"/>
                    <a:pt x="10523" y="5231"/>
                    <a:pt x="9704" y="5231"/>
                  </a:cubicBezTo>
                  <a:lnTo>
                    <a:pt x="9704" y="3025"/>
                  </a:lnTo>
                  <a:cubicBezTo>
                    <a:pt x="9704" y="2238"/>
                    <a:pt x="9137" y="1608"/>
                    <a:pt x="8380" y="1482"/>
                  </a:cubicBezTo>
                  <a:cubicBezTo>
                    <a:pt x="8150" y="1020"/>
                    <a:pt x="7629" y="717"/>
                    <a:pt x="7060" y="717"/>
                  </a:cubicBezTo>
                  <a:cubicBezTo>
                    <a:pt x="7007" y="717"/>
                    <a:pt x="6953" y="720"/>
                    <a:pt x="6900" y="725"/>
                  </a:cubicBezTo>
                  <a:cubicBezTo>
                    <a:pt x="6616" y="253"/>
                    <a:pt x="6144" y="1"/>
                    <a:pt x="56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4" name="Google Shape;734;p26"/>
          <p:cNvGrpSpPr/>
          <p:nvPr/>
        </p:nvGrpSpPr>
        <p:grpSpPr>
          <a:xfrm>
            <a:off x="6527208" y="1347636"/>
            <a:ext cx="397760" cy="361090"/>
            <a:chOff x="-57578225" y="1904075"/>
            <a:chExt cx="319025" cy="318225"/>
          </a:xfrm>
        </p:grpSpPr>
        <p:sp>
          <p:nvSpPr>
            <p:cNvPr id="735" name="Google Shape;735;p26"/>
            <p:cNvSpPr/>
            <p:nvPr/>
          </p:nvSpPr>
          <p:spPr>
            <a:xfrm>
              <a:off x="-57578225" y="1904075"/>
              <a:ext cx="319025" cy="318225"/>
            </a:xfrm>
            <a:custGeom>
              <a:avLst/>
              <a:gdLst/>
              <a:ahLst/>
              <a:cxnLst/>
              <a:rect l="l" t="t" r="r" b="b"/>
              <a:pathLst>
                <a:path w="12761" h="12729" extrusionOk="0">
                  <a:moveTo>
                    <a:pt x="4601" y="1418"/>
                  </a:moveTo>
                  <a:cubicBezTo>
                    <a:pt x="4632" y="1702"/>
                    <a:pt x="4727" y="1922"/>
                    <a:pt x="4790" y="2206"/>
                  </a:cubicBezTo>
                  <a:cubicBezTo>
                    <a:pt x="3687" y="2962"/>
                    <a:pt x="2994" y="4254"/>
                    <a:pt x="2994" y="5640"/>
                  </a:cubicBezTo>
                  <a:lnTo>
                    <a:pt x="2994" y="5986"/>
                  </a:lnTo>
                  <a:cubicBezTo>
                    <a:pt x="2710" y="5986"/>
                    <a:pt x="2458" y="6081"/>
                    <a:pt x="2238" y="6175"/>
                  </a:cubicBezTo>
                  <a:lnTo>
                    <a:pt x="2238" y="5608"/>
                  </a:lnTo>
                  <a:cubicBezTo>
                    <a:pt x="2238" y="3876"/>
                    <a:pt x="3183" y="2300"/>
                    <a:pt x="4601" y="1418"/>
                  </a:cubicBezTo>
                  <a:close/>
                  <a:moveTo>
                    <a:pt x="7121" y="757"/>
                  </a:moveTo>
                  <a:cubicBezTo>
                    <a:pt x="9799" y="757"/>
                    <a:pt x="12004" y="2930"/>
                    <a:pt x="12004" y="5640"/>
                  </a:cubicBezTo>
                  <a:lnTo>
                    <a:pt x="12004" y="6238"/>
                  </a:lnTo>
                  <a:cubicBezTo>
                    <a:pt x="11752" y="6112"/>
                    <a:pt x="11532" y="6018"/>
                    <a:pt x="11248" y="6018"/>
                  </a:cubicBezTo>
                  <a:lnTo>
                    <a:pt x="10902" y="6018"/>
                  </a:lnTo>
                  <a:cubicBezTo>
                    <a:pt x="8098" y="6018"/>
                    <a:pt x="5703" y="3907"/>
                    <a:pt x="5325" y="1103"/>
                  </a:cubicBezTo>
                  <a:cubicBezTo>
                    <a:pt x="5861" y="883"/>
                    <a:pt x="6491" y="757"/>
                    <a:pt x="7121" y="757"/>
                  </a:cubicBezTo>
                  <a:close/>
                  <a:moveTo>
                    <a:pt x="2994" y="6742"/>
                  </a:moveTo>
                  <a:lnTo>
                    <a:pt x="2994" y="8223"/>
                  </a:lnTo>
                  <a:cubicBezTo>
                    <a:pt x="2616" y="8223"/>
                    <a:pt x="2238" y="7971"/>
                    <a:pt x="2238" y="7436"/>
                  </a:cubicBezTo>
                  <a:cubicBezTo>
                    <a:pt x="2269" y="7058"/>
                    <a:pt x="2584" y="6742"/>
                    <a:pt x="2994" y="6742"/>
                  </a:cubicBezTo>
                  <a:close/>
                  <a:moveTo>
                    <a:pt x="11248" y="6742"/>
                  </a:moveTo>
                  <a:cubicBezTo>
                    <a:pt x="11658" y="6742"/>
                    <a:pt x="12004" y="7058"/>
                    <a:pt x="12004" y="7499"/>
                  </a:cubicBezTo>
                  <a:cubicBezTo>
                    <a:pt x="12004" y="7908"/>
                    <a:pt x="11658" y="8223"/>
                    <a:pt x="11248" y="8223"/>
                  </a:cubicBezTo>
                  <a:lnTo>
                    <a:pt x="11248" y="6742"/>
                  </a:lnTo>
                  <a:close/>
                  <a:moveTo>
                    <a:pt x="1828" y="8444"/>
                  </a:moveTo>
                  <a:cubicBezTo>
                    <a:pt x="2112" y="8790"/>
                    <a:pt x="2553" y="8979"/>
                    <a:pt x="3025" y="8979"/>
                  </a:cubicBezTo>
                  <a:cubicBezTo>
                    <a:pt x="3088" y="9830"/>
                    <a:pt x="3466" y="10681"/>
                    <a:pt x="4034" y="11311"/>
                  </a:cubicBezTo>
                  <a:cubicBezTo>
                    <a:pt x="3656" y="11752"/>
                    <a:pt x="3183" y="11972"/>
                    <a:pt x="2616" y="11972"/>
                  </a:cubicBezTo>
                  <a:cubicBezTo>
                    <a:pt x="1608" y="11972"/>
                    <a:pt x="789" y="11153"/>
                    <a:pt x="789" y="10113"/>
                  </a:cubicBezTo>
                  <a:cubicBezTo>
                    <a:pt x="789" y="9420"/>
                    <a:pt x="1198" y="8759"/>
                    <a:pt x="1828" y="8444"/>
                  </a:cubicBezTo>
                  <a:close/>
                  <a:moveTo>
                    <a:pt x="5042" y="2962"/>
                  </a:moveTo>
                  <a:cubicBezTo>
                    <a:pt x="5987" y="5073"/>
                    <a:pt x="8066" y="6616"/>
                    <a:pt x="10461" y="6774"/>
                  </a:cubicBezTo>
                  <a:lnTo>
                    <a:pt x="10461" y="8664"/>
                  </a:lnTo>
                  <a:cubicBezTo>
                    <a:pt x="10492" y="10492"/>
                    <a:pt x="8980" y="11972"/>
                    <a:pt x="7121" y="11972"/>
                  </a:cubicBezTo>
                  <a:cubicBezTo>
                    <a:pt x="5262" y="11972"/>
                    <a:pt x="3719" y="10460"/>
                    <a:pt x="3719" y="8633"/>
                  </a:cubicBezTo>
                  <a:lnTo>
                    <a:pt x="3719" y="5640"/>
                  </a:lnTo>
                  <a:cubicBezTo>
                    <a:pt x="3719" y="4600"/>
                    <a:pt x="4254" y="3592"/>
                    <a:pt x="5042" y="2962"/>
                  </a:cubicBezTo>
                  <a:close/>
                  <a:moveTo>
                    <a:pt x="7121" y="0"/>
                  </a:moveTo>
                  <a:cubicBezTo>
                    <a:pt x="5577" y="0"/>
                    <a:pt x="4191" y="631"/>
                    <a:pt x="3151" y="1670"/>
                  </a:cubicBezTo>
                  <a:cubicBezTo>
                    <a:pt x="2080" y="2710"/>
                    <a:pt x="1482" y="4128"/>
                    <a:pt x="1482" y="5640"/>
                  </a:cubicBezTo>
                  <a:lnTo>
                    <a:pt x="1482" y="7751"/>
                  </a:lnTo>
                  <a:cubicBezTo>
                    <a:pt x="568" y="8192"/>
                    <a:pt x="1" y="9105"/>
                    <a:pt x="1" y="10113"/>
                  </a:cubicBezTo>
                  <a:cubicBezTo>
                    <a:pt x="1" y="11594"/>
                    <a:pt x="1167" y="12728"/>
                    <a:pt x="2584" y="12728"/>
                  </a:cubicBezTo>
                  <a:cubicBezTo>
                    <a:pt x="3340" y="12728"/>
                    <a:pt x="4034" y="12413"/>
                    <a:pt x="4569" y="11846"/>
                  </a:cubicBezTo>
                  <a:cubicBezTo>
                    <a:pt x="5262" y="12413"/>
                    <a:pt x="6176" y="12728"/>
                    <a:pt x="7121" y="12728"/>
                  </a:cubicBezTo>
                  <a:cubicBezTo>
                    <a:pt x="8224" y="12728"/>
                    <a:pt x="9232" y="12287"/>
                    <a:pt x="10020" y="11500"/>
                  </a:cubicBezTo>
                  <a:cubicBezTo>
                    <a:pt x="10744" y="10838"/>
                    <a:pt x="11122" y="9924"/>
                    <a:pt x="11217" y="8979"/>
                  </a:cubicBezTo>
                  <a:cubicBezTo>
                    <a:pt x="12036" y="8979"/>
                    <a:pt x="12697" y="8318"/>
                    <a:pt x="12697" y="7499"/>
                  </a:cubicBezTo>
                  <a:lnTo>
                    <a:pt x="12697" y="5640"/>
                  </a:lnTo>
                  <a:cubicBezTo>
                    <a:pt x="12760" y="4128"/>
                    <a:pt x="12162" y="2710"/>
                    <a:pt x="11091" y="1670"/>
                  </a:cubicBezTo>
                  <a:cubicBezTo>
                    <a:pt x="10020" y="599"/>
                    <a:pt x="8602" y="0"/>
                    <a:pt x="71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6"/>
            <p:cNvSpPr/>
            <p:nvPr/>
          </p:nvSpPr>
          <p:spPr>
            <a:xfrm>
              <a:off x="-57446675" y="207340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8"/>
                  </a:cubicBezTo>
                  <a:cubicBezTo>
                    <a:pt x="0" y="568"/>
                    <a:pt x="158" y="726"/>
                    <a:pt x="347" y="726"/>
                  </a:cubicBezTo>
                  <a:cubicBezTo>
                    <a:pt x="567" y="726"/>
                    <a:pt x="725" y="568"/>
                    <a:pt x="725" y="348"/>
                  </a:cubicBezTo>
                  <a:cubicBezTo>
                    <a:pt x="725" y="158"/>
                    <a:pt x="567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6"/>
            <p:cNvSpPr/>
            <p:nvPr/>
          </p:nvSpPr>
          <p:spPr>
            <a:xfrm>
              <a:off x="-57371850" y="207340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8"/>
                  </a:cubicBezTo>
                  <a:cubicBezTo>
                    <a:pt x="0" y="537"/>
                    <a:pt x="158" y="726"/>
                    <a:pt x="347" y="726"/>
                  </a:cubicBezTo>
                  <a:cubicBezTo>
                    <a:pt x="567" y="726"/>
                    <a:pt x="725" y="537"/>
                    <a:pt x="725" y="348"/>
                  </a:cubicBezTo>
                  <a:cubicBezTo>
                    <a:pt x="725" y="158"/>
                    <a:pt x="567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6"/>
            <p:cNvSpPr/>
            <p:nvPr/>
          </p:nvSpPr>
          <p:spPr>
            <a:xfrm>
              <a:off x="-57436450" y="2136625"/>
              <a:ext cx="72500" cy="29750"/>
            </a:xfrm>
            <a:custGeom>
              <a:avLst/>
              <a:gdLst/>
              <a:ahLst/>
              <a:cxnLst/>
              <a:rect l="l" t="t" r="r" b="b"/>
              <a:pathLst>
                <a:path w="2900" h="1190" extrusionOk="0">
                  <a:moveTo>
                    <a:pt x="387" y="0"/>
                  </a:moveTo>
                  <a:cubicBezTo>
                    <a:pt x="292" y="0"/>
                    <a:pt x="206" y="40"/>
                    <a:pt x="158" y="118"/>
                  </a:cubicBezTo>
                  <a:cubicBezTo>
                    <a:pt x="1" y="276"/>
                    <a:pt x="1" y="496"/>
                    <a:pt x="158" y="622"/>
                  </a:cubicBezTo>
                  <a:cubicBezTo>
                    <a:pt x="505" y="969"/>
                    <a:pt x="977" y="1190"/>
                    <a:pt x="1450" y="1190"/>
                  </a:cubicBezTo>
                  <a:cubicBezTo>
                    <a:pt x="1923" y="1190"/>
                    <a:pt x="2427" y="969"/>
                    <a:pt x="2742" y="622"/>
                  </a:cubicBezTo>
                  <a:cubicBezTo>
                    <a:pt x="2899" y="465"/>
                    <a:pt x="2899" y="244"/>
                    <a:pt x="2742" y="118"/>
                  </a:cubicBezTo>
                  <a:cubicBezTo>
                    <a:pt x="2679" y="40"/>
                    <a:pt x="2592" y="0"/>
                    <a:pt x="2502" y="0"/>
                  </a:cubicBezTo>
                  <a:cubicBezTo>
                    <a:pt x="2411" y="0"/>
                    <a:pt x="2316" y="40"/>
                    <a:pt x="2238" y="118"/>
                  </a:cubicBezTo>
                  <a:cubicBezTo>
                    <a:pt x="2049" y="307"/>
                    <a:pt x="1734" y="433"/>
                    <a:pt x="1450" y="433"/>
                  </a:cubicBezTo>
                  <a:cubicBezTo>
                    <a:pt x="1167" y="433"/>
                    <a:pt x="851" y="307"/>
                    <a:pt x="662" y="118"/>
                  </a:cubicBezTo>
                  <a:cubicBezTo>
                    <a:pt x="584" y="40"/>
                    <a:pt x="481" y="0"/>
                    <a:pt x="3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9" name="Google Shape;739;p26"/>
          <p:cNvSpPr txBox="1"/>
          <p:nvPr/>
        </p:nvSpPr>
        <p:spPr>
          <a:xfrm>
            <a:off x="3957609" y="1764826"/>
            <a:ext cx="12267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AGE: 20 - 65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740" name="Google Shape;740;p26"/>
          <p:cNvSpPr txBox="1"/>
          <p:nvPr/>
        </p:nvSpPr>
        <p:spPr>
          <a:xfrm>
            <a:off x="3957609" y="3531200"/>
            <a:ext cx="12267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AGE: 6 - 20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741" name="Google Shape;741;p26"/>
          <p:cNvSpPr/>
          <p:nvPr/>
        </p:nvSpPr>
        <p:spPr>
          <a:xfrm>
            <a:off x="2284709" y="1691965"/>
            <a:ext cx="1034" cy="2048"/>
          </a:xfrm>
          <a:custGeom>
            <a:avLst/>
            <a:gdLst/>
            <a:ahLst/>
            <a:cxnLst/>
            <a:rect l="l" t="t" r="r" b="b"/>
            <a:pathLst>
              <a:path w="50" h="99" extrusionOk="0">
                <a:moveTo>
                  <a:pt x="49" y="0"/>
                </a:moveTo>
                <a:lnTo>
                  <a:pt x="49" y="0"/>
                </a:lnTo>
                <a:cubicBezTo>
                  <a:pt x="42" y="4"/>
                  <a:pt x="35" y="7"/>
                  <a:pt x="28" y="14"/>
                </a:cubicBezTo>
                <a:cubicBezTo>
                  <a:pt x="0" y="28"/>
                  <a:pt x="4" y="42"/>
                  <a:pt x="4" y="53"/>
                </a:cubicBezTo>
                <a:cubicBezTo>
                  <a:pt x="7" y="70"/>
                  <a:pt x="18" y="84"/>
                  <a:pt x="32" y="98"/>
                </a:cubicBezTo>
                <a:cubicBezTo>
                  <a:pt x="35" y="63"/>
                  <a:pt x="39" y="32"/>
                  <a:pt x="49" y="0"/>
                </a:cubicBezTo>
                <a:close/>
              </a:path>
            </a:pathLst>
          </a:custGeom>
          <a:noFill/>
          <a:ln w="9525" cap="flat" cmpd="sng">
            <a:solidFill>
              <a:srgbClr val="5F7D9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26"/>
          <p:cNvSpPr txBox="1"/>
          <p:nvPr/>
        </p:nvSpPr>
        <p:spPr>
          <a:xfrm>
            <a:off x="7181615" y="1296541"/>
            <a:ext cx="9846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20%</a:t>
            </a:r>
            <a:endParaRPr sz="25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743" name="Google Shape;743;p26"/>
          <p:cNvSpPr txBox="1"/>
          <p:nvPr/>
        </p:nvSpPr>
        <p:spPr>
          <a:xfrm>
            <a:off x="7181615" y="2205707"/>
            <a:ext cx="9846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45%</a:t>
            </a:r>
            <a:endParaRPr sz="25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744" name="Google Shape;744;p26"/>
          <p:cNvSpPr txBox="1"/>
          <p:nvPr/>
        </p:nvSpPr>
        <p:spPr>
          <a:xfrm>
            <a:off x="7181615" y="3949715"/>
            <a:ext cx="9846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35%</a:t>
            </a:r>
            <a:endParaRPr sz="25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745" name="Google Shape;745;p26"/>
          <p:cNvSpPr txBox="1"/>
          <p:nvPr/>
        </p:nvSpPr>
        <p:spPr>
          <a:xfrm>
            <a:off x="7181615" y="3077699"/>
            <a:ext cx="9846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15%</a:t>
            </a:r>
            <a:endParaRPr sz="25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746" name="Google Shape;746;p26"/>
          <p:cNvSpPr txBox="1"/>
          <p:nvPr/>
        </p:nvSpPr>
        <p:spPr>
          <a:xfrm>
            <a:off x="1005914" y="1573921"/>
            <a:ext cx="1845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600">
              <a:solidFill>
                <a:srgbClr val="00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747" name="Google Shape;747;p26"/>
          <p:cNvSpPr txBox="1"/>
          <p:nvPr/>
        </p:nvSpPr>
        <p:spPr>
          <a:xfrm>
            <a:off x="997689" y="3374297"/>
            <a:ext cx="1845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600">
              <a:solidFill>
                <a:srgbClr val="00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748" name="Google Shape;748;p26"/>
          <p:cNvGrpSpPr/>
          <p:nvPr/>
        </p:nvGrpSpPr>
        <p:grpSpPr>
          <a:xfrm>
            <a:off x="6551763" y="4020501"/>
            <a:ext cx="348636" cy="359303"/>
            <a:chOff x="-57950750" y="2296300"/>
            <a:chExt cx="279625" cy="316650"/>
          </a:xfrm>
        </p:grpSpPr>
        <p:sp>
          <p:nvSpPr>
            <p:cNvPr id="749" name="Google Shape;749;p26"/>
            <p:cNvSpPr/>
            <p:nvPr/>
          </p:nvSpPr>
          <p:spPr>
            <a:xfrm>
              <a:off x="-57847575" y="2528075"/>
              <a:ext cx="73250" cy="29750"/>
            </a:xfrm>
            <a:custGeom>
              <a:avLst/>
              <a:gdLst/>
              <a:ahLst/>
              <a:cxnLst/>
              <a:rect l="l" t="t" r="r" b="b"/>
              <a:pathLst>
                <a:path w="2930" h="1190" extrusionOk="0">
                  <a:moveTo>
                    <a:pt x="414" y="0"/>
                  </a:moveTo>
                  <a:cubicBezTo>
                    <a:pt x="315" y="0"/>
                    <a:pt x="221" y="40"/>
                    <a:pt x="158" y="118"/>
                  </a:cubicBezTo>
                  <a:cubicBezTo>
                    <a:pt x="0" y="276"/>
                    <a:pt x="0" y="528"/>
                    <a:pt x="158" y="654"/>
                  </a:cubicBezTo>
                  <a:cubicBezTo>
                    <a:pt x="536" y="1000"/>
                    <a:pt x="1008" y="1189"/>
                    <a:pt x="1481" y="1189"/>
                  </a:cubicBezTo>
                  <a:cubicBezTo>
                    <a:pt x="1954" y="1189"/>
                    <a:pt x="2458" y="1000"/>
                    <a:pt x="2773" y="654"/>
                  </a:cubicBezTo>
                  <a:cubicBezTo>
                    <a:pt x="2930" y="496"/>
                    <a:pt x="2930" y="244"/>
                    <a:pt x="2773" y="118"/>
                  </a:cubicBezTo>
                  <a:cubicBezTo>
                    <a:pt x="2710" y="40"/>
                    <a:pt x="2623" y="0"/>
                    <a:pt x="2532" y="0"/>
                  </a:cubicBezTo>
                  <a:cubicBezTo>
                    <a:pt x="2442" y="0"/>
                    <a:pt x="2347" y="40"/>
                    <a:pt x="2269" y="118"/>
                  </a:cubicBezTo>
                  <a:cubicBezTo>
                    <a:pt x="2048" y="339"/>
                    <a:pt x="1733" y="433"/>
                    <a:pt x="1481" y="433"/>
                  </a:cubicBezTo>
                  <a:cubicBezTo>
                    <a:pt x="1197" y="433"/>
                    <a:pt x="882" y="339"/>
                    <a:pt x="693" y="118"/>
                  </a:cubicBezTo>
                  <a:cubicBezTo>
                    <a:pt x="615" y="40"/>
                    <a:pt x="512" y="0"/>
                    <a:pt x="4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6"/>
            <p:cNvSpPr/>
            <p:nvPr/>
          </p:nvSpPr>
          <p:spPr>
            <a:xfrm>
              <a:off x="-57857025" y="244675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6"/>
            <p:cNvSpPr/>
            <p:nvPr/>
          </p:nvSpPr>
          <p:spPr>
            <a:xfrm>
              <a:off x="-57782200" y="244675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6"/>
            <p:cNvSpPr/>
            <p:nvPr/>
          </p:nvSpPr>
          <p:spPr>
            <a:xfrm>
              <a:off x="-57950750" y="2296300"/>
              <a:ext cx="279625" cy="316650"/>
            </a:xfrm>
            <a:custGeom>
              <a:avLst/>
              <a:gdLst/>
              <a:ahLst/>
              <a:cxnLst/>
              <a:rect l="l" t="t" r="r" b="b"/>
              <a:pathLst>
                <a:path w="11185" h="12666" extrusionOk="0">
                  <a:moveTo>
                    <a:pt x="5639" y="694"/>
                  </a:moveTo>
                  <a:cubicBezTo>
                    <a:pt x="5955" y="694"/>
                    <a:pt x="6270" y="914"/>
                    <a:pt x="6333" y="1230"/>
                  </a:cubicBezTo>
                  <a:cubicBezTo>
                    <a:pt x="6381" y="1399"/>
                    <a:pt x="6523" y="1513"/>
                    <a:pt x="6701" y="1513"/>
                  </a:cubicBezTo>
                  <a:cubicBezTo>
                    <a:pt x="6754" y="1513"/>
                    <a:pt x="6810" y="1503"/>
                    <a:pt x="6868" y="1482"/>
                  </a:cubicBezTo>
                  <a:cubicBezTo>
                    <a:pt x="6931" y="1450"/>
                    <a:pt x="7057" y="1450"/>
                    <a:pt x="7120" y="1450"/>
                  </a:cubicBezTo>
                  <a:cubicBezTo>
                    <a:pt x="7435" y="1450"/>
                    <a:pt x="7719" y="1639"/>
                    <a:pt x="7845" y="1954"/>
                  </a:cubicBezTo>
                  <a:cubicBezTo>
                    <a:pt x="7876" y="2112"/>
                    <a:pt x="8034" y="2206"/>
                    <a:pt x="8191" y="2206"/>
                  </a:cubicBezTo>
                  <a:cubicBezTo>
                    <a:pt x="8632" y="2206"/>
                    <a:pt x="9010" y="2553"/>
                    <a:pt x="9010" y="3025"/>
                  </a:cubicBezTo>
                  <a:lnTo>
                    <a:pt x="9010" y="3970"/>
                  </a:lnTo>
                  <a:lnTo>
                    <a:pt x="8160" y="3088"/>
                  </a:lnTo>
                  <a:cubicBezTo>
                    <a:pt x="8084" y="3032"/>
                    <a:pt x="7986" y="2986"/>
                    <a:pt x="7885" y="2986"/>
                  </a:cubicBezTo>
                  <a:cubicBezTo>
                    <a:pt x="7818" y="2986"/>
                    <a:pt x="7750" y="3006"/>
                    <a:pt x="7687" y="3057"/>
                  </a:cubicBezTo>
                  <a:cubicBezTo>
                    <a:pt x="7073" y="3466"/>
                    <a:pt x="6364" y="3671"/>
                    <a:pt x="5655" y="3671"/>
                  </a:cubicBezTo>
                  <a:cubicBezTo>
                    <a:pt x="4946" y="3671"/>
                    <a:pt x="4237" y="3466"/>
                    <a:pt x="3623" y="3057"/>
                  </a:cubicBezTo>
                  <a:cubicBezTo>
                    <a:pt x="3560" y="3006"/>
                    <a:pt x="3492" y="2986"/>
                    <a:pt x="3425" y="2986"/>
                  </a:cubicBezTo>
                  <a:cubicBezTo>
                    <a:pt x="3324" y="2986"/>
                    <a:pt x="3226" y="3032"/>
                    <a:pt x="3151" y="3088"/>
                  </a:cubicBezTo>
                  <a:lnTo>
                    <a:pt x="2300" y="3970"/>
                  </a:lnTo>
                  <a:cubicBezTo>
                    <a:pt x="2268" y="3293"/>
                    <a:pt x="2253" y="3191"/>
                    <a:pt x="2245" y="3191"/>
                  </a:cubicBezTo>
                  <a:cubicBezTo>
                    <a:pt x="2241" y="3191"/>
                    <a:pt x="2239" y="3210"/>
                    <a:pt x="2238" y="3210"/>
                  </a:cubicBezTo>
                  <a:cubicBezTo>
                    <a:pt x="2237" y="3210"/>
                    <a:pt x="2237" y="3177"/>
                    <a:pt x="2237" y="3025"/>
                  </a:cubicBezTo>
                  <a:cubicBezTo>
                    <a:pt x="2237" y="2584"/>
                    <a:pt x="2615" y="2206"/>
                    <a:pt x="3088" y="2206"/>
                  </a:cubicBezTo>
                  <a:cubicBezTo>
                    <a:pt x="3245" y="2206"/>
                    <a:pt x="3403" y="2080"/>
                    <a:pt x="3434" y="1954"/>
                  </a:cubicBezTo>
                  <a:cubicBezTo>
                    <a:pt x="3560" y="1639"/>
                    <a:pt x="3812" y="1450"/>
                    <a:pt x="4127" y="1450"/>
                  </a:cubicBezTo>
                  <a:cubicBezTo>
                    <a:pt x="4222" y="1450"/>
                    <a:pt x="4348" y="1450"/>
                    <a:pt x="4411" y="1482"/>
                  </a:cubicBezTo>
                  <a:cubicBezTo>
                    <a:pt x="4449" y="1494"/>
                    <a:pt x="4491" y="1501"/>
                    <a:pt x="4532" y="1501"/>
                  </a:cubicBezTo>
                  <a:cubicBezTo>
                    <a:pt x="4695" y="1501"/>
                    <a:pt x="4865" y="1405"/>
                    <a:pt x="4915" y="1230"/>
                  </a:cubicBezTo>
                  <a:cubicBezTo>
                    <a:pt x="5009" y="914"/>
                    <a:pt x="5324" y="694"/>
                    <a:pt x="5639" y="694"/>
                  </a:cubicBezTo>
                  <a:close/>
                  <a:moveTo>
                    <a:pt x="1512" y="5955"/>
                  </a:moveTo>
                  <a:lnTo>
                    <a:pt x="1512" y="7467"/>
                  </a:lnTo>
                  <a:cubicBezTo>
                    <a:pt x="1071" y="7467"/>
                    <a:pt x="756" y="7152"/>
                    <a:pt x="756" y="6711"/>
                  </a:cubicBezTo>
                  <a:cubicBezTo>
                    <a:pt x="756" y="6333"/>
                    <a:pt x="1103" y="5955"/>
                    <a:pt x="1512" y="5955"/>
                  </a:cubicBezTo>
                  <a:close/>
                  <a:moveTo>
                    <a:pt x="9704" y="5955"/>
                  </a:moveTo>
                  <a:cubicBezTo>
                    <a:pt x="10082" y="5955"/>
                    <a:pt x="10428" y="6302"/>
                    <a:pt x="10428" y="6711"/>
                  </a:cubicBezTo>
                  <a:cubicBezTo>
                    <a:pt x="10428" y="7152"/>
                    <a:pt x="10113" y="7467"/>
                    <a:pt x="9704" y="7467"/>
                  </a:cubicBezTo>
                  <a:lnTo>
                    <a:pt x="9704" y="5955"/>
                  </a:lnTo>
                  <a:close/>
                  <a:moveTo>
                    <a:pt x="7813" y="3813"/>
                  </a:moveTo>
                  <a:lnTo>
                    <a:pt x="8979" y="5042"/>
                  </a:lnTo>
                  <a:lnTo>
                    <a:pt x="8979" y="8224"/>
                  </a:lnTo>
                  <a:lnTo>
                    <a:pt x="7971" y="8224"/>
                  </a:lnTo>
                  <a:cubicBezTo>
                    <a:pt x="7230" y="7767"/>
                    <a:pt x="6411" y="7538"/>
                    <a:pt x="5600" y="7538"/>
                  </a:cubicBezTo>
                  <a:cubicBezTo>
                    <a:pt x="4789" y="7538"/>
                    <a:pt x="3985" y="7767"/>
                    <a:pt x="3277" y="8224"/>
                  </a:cubicBezTo>
                  <a:lnTo>
                    <a:pt x="2237" y="8224"/>
                  </a:lnTo>
                  <a:lnTo>
                    <a:pt x="2237" y="5042"/>
                  </a:lnTo>
                  <a:lnTo>
                    <a:pt x="3434" y="3813"/>
                  </a:lnTo>
                  <a:cubicBezTo>
                    <a:pt x="4096" y="4207"/>
                    <a:pt x="4844" y="4404"/>
                    <a:pt x="5600" y="4404"/>
                  </a:cubicBezTo>
                  <a:cubicBezTo>
                    <a:pt x="6356" y="4404"/>
                    <a:pt x="7120" y="4207"/>
                    <a:pt x="7813" y="3813"/>
                  </a:cubicBezTo>
                  <a:close/>
                  <a:moveTo>
                    <a:pt x="5576" y="8302"/>
                  </a:moveTo>
                  <a:cubicBezTo>
                    <a:pt x="6285" y="8302"/>
                    <a:pt x="6994" y="8507"/>
                    <a:pt x="7593" y="8917"/>
                  </a:cubicBezTo>
                  <a:cubicBezTo>
                    <a:pt x="7687" y="8980"/>
                    <a:pt x="7719" y="8980"/>
                    <a:pt x="7813" y="8980"/>
                  </a:cubicBezTo>
                  <a:lnTo>
                    <a:pt x="8916" y="8980"/>
                  </a:lnTo>
                  <a:cubicBezTo>
                    <a:pt x="8758" y="10649"/>
                    <a:pt x="7341" y="11973"/>
                    <a:pt x="5608" y="11973"/>
                  </a:cubicBezTo>
                  <a:cubicBezTo>
                    <a:pt x="3875" y="11973"/>
                    <a:pt x="2457" y="10649"/>
                    <a:pt x="2237" y="8980"/>
                  </a:cubicBezTo>
                  <a:lnTo>
                    <a:pt x="3340" y="8980"/>
                  </a:lnTo>
                  <a:cubicBezTo>
                    <a:pt x="3434" y="8980"/>
                    <a:pt x="3466" y="8980"/>
                    <a:pt x="3560" y="8917"/>
                  </a:cubicBezTo>
                  <a:cubicBezTo>
                    <a:pt x="4159" y="8507"/>
                    <a:pt x="4868" y="8302"/>
                    <a:pt x="5576" y="8302"/>
                  </a:cubicBezTo>
                  <a:close/>
                  <a:moveTo>
                    <a:pt x="5608" y="1"/>
                  </a:moveTo>
                  <a:cubicBezTo>
                    <a:pt x="5041" y="1"/>
                    <a:pt x="4568" y="316"/>
                    <a:pt x="4285" y="725"/>
                  </a:cubicBezTo>
                  <a:cubicBezTo>
                    <a:pt x="4231" y="720"/>
                    <a:pt x="4178" y="717"/>
                    <a:pt x="4125" y="717"/>
                  </a:cubicBezTo>
                  <a:cubicBezTo>
                    <a:pt x="3560" y="717"/>
                    <a:pt x="3063" y="1020"/>
                    <a:pt x="2804" y="1482"/>
                  </a:cubicBezTo>
                  <a:cubicBezTo>
                    <a:pt x="2048" y="1608"/>
                    <a:pt x="1512" y="2238"/>
                    <a:pt x="1512" y="3025"/>
                  </a:cubicBezTo>
                  <a:lnTo>
                    <a:pt x="1512" y="5231"/>
                  </a:lnTo>
                  <a:cubicBezTo>
                    <a:pt x="662" y="5231"/>
                    <a:pt x="0" y="5892"/>
                    <a:pt x="0" y="6711"/>
                  </a:cubicBezTo>
                  <a:cubicBezTo>
                    <a:pt x="0" y="7562"/>
                    <a:pt x="662" y="8224"/>
                    <a:pt x="1512" y="8224"/>
                  </a:cubicBezTo>
                  <a:lnTo>
                    <a:pt x="1512" y="8570"/>
                  </a:lnTo>
                  <a:cubicBezTo>
                    <a:pt x="1512" y="10807"/>
                    <a:pt x="3340" y="12666"/>
                    <a:pt x="5608" y="12666"/>
                  </a:cubicBezTo>
                  <a:cubicBezTo>
                    <a:pt x="7845" y="12666"/>
                    <a:pt x="9704" y="10807"/>
                    <a:pt x="9704" y="8570"/>
                  </a:cubicBezTo>
                  <a:lnTo>
                    <a:pt x="9704" y="8224"/>
                  </a:lnTo>
                  <a:cubicBezTo>
                    <a:pt x="10523" y="8224"/>
                    <a:pt x="11184" y="7562"/>
                    <a:pt x="11184" y="6711"/>
                  </a:cubicBezTo>
                  <a:cubicBezTo>
                    <a:pt x="11184" y="5892"/>
                    <a:pt x="10523" y="5231"/>
                    <a:pt x="9704" y="5231"/>
                  </a:cubicBezTo>
                  <a:lnTo>
                    <a:pt x="9704" y="3025"/>
                  </a:lnTo>
                  <a:cubicBezTo>
                    <a:pt x="9704" y="2238"/>
                    <a:pt x="9137" y="1608"/>
                    <a:pt x="8380" y="1482"/>
                  </a:cubicBezTo>
                  <a:cubicBezTo>
                    <a:pt x="8150" y="1020"/>
                    <a:pt x="7629" y="717"/>
                    <a:pt x="7060" y="717"/>
                  </a:cubicBezTo>
                  <a:cubicBezTo>
                    <a:pt x="7007" y="717"/>
                    <a:pt x="6953" y="720"/>
                    <a:pt x="6900" y="725"/>
                  </a:cubicBezTo>
                  <a:cubicBezTo>
                    <a:pt x="6616" y="253"/>
                    <a:pt x="6144" y="1"/>
                    <a:pt x="56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3" name="Google Shape;753;p26"/>
          <p:cNvGrpSpPr/>
          <p:nvPr/>
        </p:nvGrpSpPr>
        <p:grpSpPr>
          <a:xfrm>
            <a:off x="6527208" y="3137311"/>
            <a:ext cx="397760" cy="361090"/>
            <a:chOff x="-57578225" y="1904075"/>
            <a:chExt cx="319025" cy="318225"/>
          </a:xfrm>
        </p:grpSpPr>
        <p:sp>
          <p:nvSpPr>
            <p:cNvPr id="754" name="Google Shape;754;p26"/>
            <p:cNvSpPr/>
            <p:nvPr/>
          </p:nvSpPr>
          <p:spPr>
            <a:xfrm>
              <a:off x="-57578225" y="1904075"/>
              <a:ext cx="319025" cy="318225"/>
            </a:xfrm>
            <a:custGeom>
              <a:avLst/>
              <a:gdLst/>
              <a:ahLst/>
              <a:cxnLst/>
              <a:rect l="l" t="t" r="r" b="b"/>
              <a:pathLst>
                <a:path w="12761" h="12729" extrusionOk="0">
                  <a:moveTo>
                    <a:pt x="4601" y="1418"/>
                  </a:moveTo>
                  <a:cubicBezTo>
                    <a:pt x="4632" y="1702"/>
                    <a:pt x="4727" y="1922"/>
                    <a:pt x="4790" y="2206"/>
                  </a:cubicBezTo>
                  <a:cubicBezTo>
                    <a:pt x="3687" y="2962"/>
                    <a:pt x="2994" y="4254"/>
                    <a:pt x="2994" y="5640"/>
                  </a:cubicBezTo>
                  <a:lnTo>
                    <a:pt x="2994" y="5986"/>
                  </a:lnTo>
                  <a:cubicBezTo>
                    <a:pt x="2710" y="5986"/>
                    <a:pt x="2458" y="6081"/>
                    <a:pt x="2238" y="6175"/>
                  </a:cubicBezTo>
                  <a:lnTo>
                    <a:pt x="2238" y="5608"/>
                  </a:lnTo>
                  <a:cubicBezTo>
                    <a:pt x="2238" y="3876"/>
                    <a:pt x="3183" y="2300"/>
                    <a:pt x="4601" y="1418"/>
                  </a:cubicBezTo>
                  <a:close/>
                  <a:moveTo>
                    <a:pt x="7121" y="757"/>
                  </a:moveTo>
                  <a:cubicBezTo>
                    <a:pt x="9799" y="757"/>
                    <a:pt x="12004" y="2930"/>
                    <a:pt x="12004" y="5640"/>
                  </a:cubicBezTo>
                  <a:lnTo>
                    <a:pt x="12004" y="6238"/>
                  </a:lnTo>
                  <a:cubicBezTo>
                    <a:pt x="11752" y="6112"/>
                    <a:pt x="11532" y="6018"/>
                    <a:pt x="11248" y="6018"/>
                  </a:cubicBezTo>
                  <a:lnTo>
                    <a:pt x="10902" y="6018"/>
                  </a:lnTo>
                  <a:cubicBezTo>
                    <a:pt x="8098" y="6018"/>
                    <a:pt x="5703" y="3907"/>
                    <a:pt x="5325" y="1103"/>
                  </a:cubicBezTo>
                  <a:cubicBezTo>
                    <a:pt x="5861" y="883"/>
                    <a:pt x="6491" y="757"/>
                    <a:pt x="7121" y="757"/>
                  </a:cubicBezTo>
                  <a:close/>
                  <a:moveTo>
                    <a:pt x="2994" y="6742"/>
                  </a:moveTo>
                  <a:lnTo>
                    <a:pt x="2994" y="8223"/>
                  </a:lnTo>
                  <a:cubicBezTo>
                    <a:pt x="2616" y="8223"/>
                    <a:pt x="2238" y="7971"/>
                    <a:pt x="2238" y="7436"/>
                  </a:cubicBezTo>
                  <a:cubicBezTo>
                    <a:pt x="2269" y="7058"/>
                    <a:pt x="2584" y="6742"/>
                    <a:pt x="2994" y="6742"/>
                  </a:cubicBezTo>
                  <a:close/>
                  <a:moveTo>
                    <a:pt x="11248" y="6742"/>
                  </a:moveTo>
                  <a:cubicBezTo>
                    <a:pt x="11658" y="6742"/>
                    <a:pt x="12004" y="7058"/>
                    <a:pt x="12004" y="7499"/>
                  </a:cubicBezTo>
                  <a:cubicBezTo>
                    <a:pt x="12004" y="7908"/>
                    <a:pt x="11658" y="8223"/>
                    <a:pt x="11248" y="8223"/>
                  </a:cubicBezTo>
                  <a:lnTo>
                    <a:pt x="11248" y="6742"/>
                  </a:lnTo>
                  <a:close/>
                  <a:moveTo>
                    <a:pt x="1828" y="8444"/>
                  </a:moveTo>
                  <a:cubicBezTo>
                    <a:pt x="2112" y="8790"/>
                    <a:pt x="2553" y="8979"/>
                    <a:pt x="3025" y="8979"/>
                  </a:cubicBezTo>
                  <a:cubicBezTo>
                    <a:pt x="3088" y="9830"/>
                    <a:pt x="3466" y="10681"/>
                    <a:pt x="4034" y="11311"/>
                  </a:cubicBezTo>
                  <a:cubicBezTo>
                    <a:pt x="3656" y="11752"/>
                    <a:pt x="3183" y="11972"/>
                    <a:pt x="2616" y="11972"/>
                  </a:cubicBezTo>
                  <a:cubicBezTo>
                    <a:pt x="1608" y="11972"/>
                    <a:pt x="789" y="11153"/>
                    <a:pt x="789" y="10113"/>
                  </a:cubicBezTo>
                  <a:cubicBezTo>
                    <a:pt x="789" y="9420"/>
                    <a:pt x="1198" y="8759"/>
                    <a:pt x="1828" y="8444"/>
                  </a:cubicBezTo>
                  <a:close/>
                  <a:moveTo>
                    <a:pt x="5042" y="2962"/>
                  </a:moveTo>
                  <a:cubicBezTo>
                    <a:pt x="5987" y="5073"/>
                    <a:pt x="8066" y="6616"/>
                    <a:pt x="10461" y="6774"/>
                  </a:cubicBezTo>
                  <a:lnTo>
                    <a:pt x="10461" y="8664"/>
                  </a:lnTo>
                  <a:cubicBezTo>
                    <a:pt x="10492" y="10492"/>
                    <a:pt x="8980" y="11972"/>
                    <a:pt x="7121" y="11972"/>
                  </a:cubicBezTo>
                  <a:cubicBezTo>
                    <a:pt x="5262" y="11972"/>
                    <a:pt x="3719" y="10460"/>
                    <a:pt x="3719" y="8633"/>
                  </a:cubicBezTo>
                  <a:lnTo>
                    <a:pt x="3719" y="5640"/>
                  </a:lnTo>
                  <a:cubicBezTo>
                    <a:pt x="3719" y="4600"/>
                    <a:pt x="4254" y="3592"/>
                    <a:pt x="5042" y="2962"/>
                  </a:cubicBezTo>
                  <a:close/>
                  <a:moveTo>
                    <a:pt x="7121" y="0"/>
                  </a:moveTo>
                  <a:cubicBezTo>
                    <a:pt x="5577" y="0"/>
                    <a:pt x="4191" y="631"/>
                    <a:pt x="3151" y="1670"/>
                  </a:cubicBezTo>
                  <a:cubicBezTo>
                    <a:pt x="2080" y="2710"/>
                    <a:pt x="1482" y="4128"/>
                    <a:pt x="1482" y="5640"/>
                  </a:cubicBezTo>
                  <a:lnTo>
                    <a:pt x="1482" y="7751"/>
                  </a:lnTo>
                  <a:cubicBezTo>
                    <a:pt x="568" y="8192"/>
                    <a:pt x="1" y="9105"/>
                    <a:pt x="1" y="10113"/>
                  </a:cubicBezTo>
                  <a:cubicBezTo>
                    <a:pt x="1" y="11594"/>
                    <a:pt x="1167" y="12728"/>
                    <a:pt x="2584" y="12728"/>
                  </a:cubicBezTo>
                  <a:cubicBezTo>
                    <a:pt x="3340" y="12728"/>
                    <a:pt x="4034" y="12413"/>
                    <a:pt x="4569" y="11846"/>
                  </a:cubicBezTo>
                  <a:cubicBezTo>
                    <a:pt x="5262" y="12413"/>
                    <a:pt x="6176" y="12728"/>
                    <a:pt x="7121" y="12728"/>
                  </a:cubicBezTo>
                  <a:cubicBezTo>
                    <a:pt x="8224" y="12728"/>
                    <a:pt x="9232" y="12287"/>
                    <a:pt x="10020" y="11500"/>
                  </a:cubicBezTo>
                  <a:cubicBezTo>
                    <a:pt x="10744" y="10838"/>
                    <a:pt x="11122" y="9924"/>
                    <a:pt x="11217" y="8979"/>
                  </a:cubicBezTo>
                  <a:cubicBezTo>
                    <a:pt x="12036" y="8979"/>
                    <a:pt x="12697" y="8318"/>
                    <a:pt x="12697" y="7499"/>
                  </a:cubicBezTo>
                  <a:lnTo>
                    <a:pt x="12697" y="5640"/>
                  </a:lnTo>
                  <a:cubicBezTo>
                    <a:pt x="12760" y="4128"/>
                    <a:pt x="12162" y="2710"/>
                    <a:pt x="11091" y="1670"/>
                  </a:cubicBezTo>
                  <a:cubicBezTo>
                    <a:pt x="10020" y="599"/>
                    <a:pt x="8602" y="0"/>
                    <a:pt x="71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6"/>
            <p:cNvSpPr/>
            <p:nvPr/>
          </p:nvSpPr>
          <p:spPr>
            <a:xfrm>
              <a:off x="-57446675" y="207340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8"/>
                  </a:cubicBezTo>
                  <a:cubicBezTo>
                    <a:pt x="0" y="568"/>
                    <a:pt x="158" y="726"/>
                    <a:pt x="347" y="726"/>
                  </a:cubicBezTo>
                  <a:cubicBezTo>
                    <a:pt x="567" y="726"/>
                    <a:pt x="725" y="568"/>
                    <a:pt x="725" y="348"/>
                  </a:cubicBezTo>
                  <a:cubicBezTo>
                    <a:pt x="725" y="158"/>
                    <a:pt x="567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6"/>
            <p:cNvSpPr/>
            <p:nvPr/>
          </p:nvSpPr>
          <p:spPr>
            <a:xfrm>
              <a:off x="-57371850" y="207340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8"/>
                  </a:cubicBezTo>
                  <a:cubicBezTo>
                    <a:pt x="0" y="537"/>
                    <a:pt x="158" y="726"/>
                    <a:pt x="347" y="726"/>
                  </a:cubicBezTo>
                  <a:cubicBezTo>
                    <a:pt x="567" y="726"/>
                    <a:pt x="725" y="537"/>
                    <a:pt x="725" y="348"/>
                  </a:cubicBezTo>
                  <a:cubicBezTo>
                    <a:pt x="725" y="158"/>
                    <a:pt x="567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6"/>
            <p:cNvSpPr/>
            <p:nvPr/>
          </p:nvSpPr>
          <p:spPr>
            <a:xfrm>
              <a:off x="-57436450" y="2136625"/>
              <a:ext cx="72500" cy="29750"/>
            </a:xfrm>
            <a:custGeom>
              <a:avLst/>
              <a:gdLst/>
              <a:ahLst/>
              <a:cxnLst/>
              <a:rect l="l" t="t" r="r" b="b"/>
              <a:pathLst>
                <a:path w="2900" h="1190" extrusionOk="0">
                  <a:moveTo>
                    <a:pt x="387" y="0"/>
                  </a:moveTo>
                  <a:cubicBezTo>
                    <a:pt x="292" y="0"/>
                    <a:pt x="206" y="40"/>
                    <a:pt x="158" y="118"/>
                  </a:cubicBezTo>
                  <a:cubicBezTo>
                    <a:pt x="1" y="276"/>
                    <a:pt x="1" y="496"/>
                    <a:pt x="158" y="622"/>
                  </a:cubicBezTo>
                  <a:cubicBezTo>
                    <a:pt x="505" y="969"/>
                    <a:pt x="977" y="1190"/>
                    <a:pt x="1450" y="1190"/>
                  </a:cubicBezTo>
                  <a:cubicBezTo>
                    <a:pt x="1923" y="1190"/>
                    <a:pt x="2427" y="969"/>
                    <a:pt x="2742" y="622"/>
                  </a:cubicBezTo>
                  <a:cubicBezTo>
                    <a:pt x="2899" y="465"/>
                    <a:pt x="2899" y="244"/>
                    <a:pt x="2742" y="118"/>
                  </a:cubicBezTo>
                  <a:cubicBezTo>
                    <a:pt x="2679" y="40"/>
                    <a:pt x="2592" y="0"/>
                    <a:pt x="2502" y="0"/>
                  </a:cubicBezTo>
                  <a:cubicBezTo>
                    <a:pt x="2411" y="0"/>
                    <a:pt x="2316" y="40"/>
                    <a:pt x="2238" y="118"/>
                  </a:cubicBezTo>
                  <a:cubicBezTo>
                    <a:pt x="2049" y="307"/>
                    <a:pt x="1734" y="433"/>
                    <a:pt x="1450" y="433"/>
                  </a:cubicBezTo>
                  <a:cubicBezTo>
                    <a:pt x="1167" y="433"/>
                    <a:pt x="851" y="307"/>
                    <a:pt x="662" y="118"/>
                  </a:cubicBezTo>
                  <a:cubicBezTo>
                    <a:pt x="584" y="40"/>
                    <a:pt x="481" y="0"/>
                    <a:pt x="3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58" name="Google Shape;758;p26"/>
          <p:cNvCxnSpPr>
            <a:stCxn id="719" idx="3"/>
            <a:endCxn id="721" idx="1"/>
          </p:cNvCxnSpPr>
          <p:nvPr/>
        </p:nvCxnSpPr>
        <p:spPr>
          <a:xfrm rot="10800000" flipH="1">
            <a:off x="5496559" y="1553273"/>
            <a:ext cx="823800" cy="441900"/>
          </a:xfrm>
          <a:prstGeom prst="bentConnector3">
            <a:avLst>
              <a:gd name="adj1" fmla="val 4999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9" name="Google Shape;759;p26"/>
          <p:cNvCxnSpPr>
            <a:stCxn id="719" idx="3"/>
            <a:endCxn id="722" idx="1"/>
          </p:cNvCxnSpPr>
          <p:nvPr/>
        </p:nvCxnSpPr>
        <p:spPr>
          <a:xfrm>
            <a:off x="5496559" y="1995173"/>
            <a:ext cx="823800" cy="440400"/>
          </a:xfrm>
          <a:prstGeom prst="bentConnector3">
            <a:avLst>
              <a:gd name="adj1" fmla="val 4999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0" name="Google Shape;760;p26"/>
          <p:cNvCxnSpPr>
            <a:stCxn id="720" idx="3"/>
            <a:endCxn id="723" idx="1"/>
          </p:cNvCxnSpPr>
          <p:nvPr/>
        </p:nvCxnSpPr>
        <p:spPr>
          <a:xfrm rot="10800000" flipH="1">
            <a:off x="5496559" y="3317886"/>
            <a:ext cx="823800" cy="449700"/>
          </a:xfrm>
          <a:prstGeom prst="bentConnector3">
            <a:avLst>
              <a:gd name="adj1" fmla="val 4999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1" name="Google Shape;761;p26"/>
          <p:cNvCxnSpPr>
            <a:stCxn id="720" idx="3"/>
            <a:endCxn id="724" idx="1"/>
          </p:cNvCxnSpPr>
          <p:nvPr/>
        </p:nvCxnSpPr>
        <p:spPr>
          <a:xfrm>
            <a:off x="5496559" y="3767586"/>
            <a:ext cx="823800" cy="432600"/>
          </a:xfrm>
          <a:prstGeom prst="bentConnector3">
            <a:avLst>
              <a:gd name="adj1" fmla="val 4999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27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Dental Infographics</a:t>
            </a:r>
            <a:endParaRPr/>
          </a:p>
        </p:txBody>
      </p:sp>
      <p:sp>
        <p:nvSpPr>
          <p:cNvPr id="767" name="Google Shape;767;p27"/>
          <p:cNvSpPr txBox="1"/>
          <p:nvPr/>
        </p:nvSpPr>
        <p:spPr>
          <a:xfrm>
            <a:off x="1146725" y="3343501"/>
            <a:ext cx="1689300" cy="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 cold place, It’s full of iron oxide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8" name="Google Shape;768;p27"/>
          <p:cNvSpPr txBox="1"/>
          <p:nvPr/>
        </p:nvSpPr>
        <p:spPr>
          <a:xfrm>
            <a:off x="1146705" y="3074982"/>
            <a:ext cx="16893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769" name="Google Shape;769;p27"/>
          <p:cNvSpPr txBox="1"/>
          <p:nvPr/>
        </p:nvSpPr>
        <p:spPr>
          <a:xfrm>
            <a:off x="3708993" y="3352701"/>
            <a:ext cx="1689300" cy="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a gas giant and the biggest planet in our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0" name="Google Shape;770;p27"/>
          <p:cNvSpPr txBox="1"/>
          <p:nvPr/>
        </p:nvSpPr>
        <p:spPr>
          <a:xfrm>
            <a:off x="3708993" y="3084167"/>
            <a:ext cx="16893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771" name="Google Shape;771;p27"/>
          <p:cNvSpPr txBox="1"/>
          <p:nvPr/>
        </p:nvSpPr>
        <p:spPr>
          <a:xfrm>
            <a:off x="6271246" y="3343531"/>
            <a:ext cx="1689300" cy="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Yes, this is the ringed one. It’s a gas giant, composed of helium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2" name="Google Shape;772;p27"/>
          <p:cNvSpPr txBox="1"/>
          <p:nvPr/>
        </p:nvSpPr>
        <p:spPr>
          <a:xfrm>
            <a:off x="6271246" y="3074984"/>
            <a:ext cx="16893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773" name="Google Shape;773;p27"/>
          <p:cNvGrpSpPr/>
          <p:nvPr/>
        </p:nvGrpSpPr>
        <p:grpSpPr>
          <a:xfrm>
            <a:off x="1931400" y="2823450"/>
            <a:ext cx="5244196" cy="119400"/>
            <a:chOff x="1931400" y="2823450"/>
            <a:chExt cx="5244196" cy="119400"/>
          </a:xfrm>
        </p:grpSpPr>
        <p:cxnSp>
          <p:nvCxnSpPr>
            <p:cNvPr id="774" name="Google Shape;774;p27"/>
            <p:cNvCxnSpPr>
              <a:stCxn id="775" idx="6"/>
              <a:endCxn id="776" idx="2"/>
            </p:cNvCxnSpPr>
            <p:nvPr/>
          </p:nvCxnSpPr>
          <p:spPr>
            <a:xfrm>
              <a:off x="2050800" y="2883150"/>
              <a:ext cx="50055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75" name="Google Shape;775;p27"/>
            <p:cNvSpPr/>
            <p:nvPr/>
          </p:nvSpPr>
          <p:spPr>
            <a:xfrm>
              <a:off x="1931400" y="2823450"/>
              <a:ext cx="119400" cy="119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7"/>
            <p:cNvSpPr/>
            <p:nvPr/>
          </p:nvSpPr>
          <p:spPr>
            <a:xfrm>
              <a:off x="4493925" y="2823450"/>
              <a:ext cx="119400" cy="119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7"/>
            <p:cNvSpPr/>
            <p:nvPr/>
          </p:nvSpPr>
          <p:spPr>
            <a:xfrm>
              <a:off x="7056196" y="2823450"/>
              <a:ext cx="119400" cy="119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8" name="Google Shape;778;p27"/>
          <p:cNvGrpSpPr/>
          <p:nvPr/>
        </p:nvGrpSpPr>
        <p:grpSpPr>
          <a:xfrm>
            <a:off x="1703077" y="1463828"/>
            <a:ext cx="836364" cy="1131660"/>
            <a:chOff x="1570952" y="1768628"/>
            <a:chExt cx="836364" cy="1131660"/>
          </a:xfrm>
        </p:grpSpPr>
        <p:grpSp>
          <p:nvGrpSpPr>
            <p:cNvPr id="779" name="Google Shape;779;p27"/>
            <p:cNvGrpSpPr/>
            <p:nvPr/>
          </p:nvGrpSpPr>
          <p:grpSpPr>
            <a:xfrm rot="-825756">
              <a:off x="1696726" y="1773023"/>
              <a:ext cx="167009" cy="1077379"/>
              <a:chOff x="1931400" y="1437697"/>
              <a:chExt cx="243602" cy="1571701"/>
            </a:xfrm>
          </p:grpSpPr>
          <p:sp>
            <p:nvSpPr>
              <p:cNvPr id="780" name="Google Shape;780;p27"/>
              <p:cNvSpPr/>
              <p:nvPr/>
            </p:nvSpPr>
            <p:spPr>
              <a:xfrm rot="-5400000">
                <a:off x="1384322" y="2355334"/>
                <a:ext cx="1224910" cy="83218"/>
              </a:xfrm>
              <a:custGeom>
                <a:avLst/>
                <a:gdLst/>
                <a:ahLst/>
                <a:cxnLst/>
                <a:rect l="l" t="t" r="r" b="b"/>
                <a:pathLst>
                  <a:path w="19724" h="1306" extrusionOk="0">
                    <a:moveTo>
                      <a:pt x="2187" y="0"/>
                    </a:moveTo>
                    <a:cubicBezTo>
                      <a:pt x="1543" y="0"/>
                      <a:pt x="899" y="13"/>
                      <a:pt x="254" y="40"/>
                    </a:cubicBezTo>
                    <a:cubicBezTo>
                      <a:pt x="123" y="48"/>
                      <a:pt x="18" y="154"/>
                      <a:pt x="9" y="285"/>
                    </a:cubicBezTo>
                    <a:cubicBezTo>
                      <a:pt x="0" y="425"/>
                      <a:pt x="97" y="548"/>
                      <a:pt x="237" y="566"/>
                    </a:cubicBezTo>
                    <a:cubicBezTo>
                      <a:pt x="1508" y="723"/>
                      <a:pt x="2797" y="837"/>
                      <a:pt x="4085" y="890"/>
                    </a:cubicBezTo>
                    <a:lnTo>
                      <a:pt x="12974" y="1267"/>
                    </a:lnTo>
                    <a:cubicBezTo>
                      <a:pt x="13614" y="1292"/>
                      <a:pt x="14255" y="1305"/>
                      <a:pt x="14894" y="1305"/>
                    </a:cubicBezTo>
                    <a:cubicBezTo>
                      <a:pt x="15585" y="1305"/>
                      <a:pt x="16275" y="1290"/>
                      <a:pt x="16962" y="1258"/>
                    </a:cubicBezTo>
                    <a:lnTo>
                      <a:pt x="19723" y="1127"/>
                    </a:lnTo>
                    <a:lnTo>
                      <a:pt x="16980" y="767"/>
                    </a:lnTo>
                    <a:cubicBezTo>
                      <a:pt x="15665" y="592"/>
                      <a:pt x="14341" y="478"/>
                      <a:pt x="13009" y="417"/>
                    </a:cubicBezTo>
                    <a:lnTo>
                      <a:pt x="4120" y="40"/>
                    </a:lnTo>
                    <a:cubicBezTo>
                      <a:pt x="3476" y="13"/>
                      <a:pt x="2832" y="0"/>
                      <a:pt x="2187" y="0"/>
                    </a:cubicBezTo>
                    <a:close/>
                  </a:path>
                </a:pathLst>
              </a:custGeom>
              <a:solidFill>
                <a:srgbClr val="E3DF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27"/>
              <p:cNvSpPr/>
              <p:nvPr/>
            </p:nvSpPr>
            <p:spPr>
              <a:xfrm rot="-5400000">
                <a:off x="1759698" y="2402870"/>
                <a:ext cx="476388" cy="105202"/>
              </a:xfrm>
              <a:custGeom>
                <a:avLst/>
                <a:gdLst/>
                <a:ahLst/>
                <a:cxnLst/>
                <a:rect l="l" t="t" r="r" b="b"/>
                <a:pathLst>
                  <a:path w="7671" h="1651" extrusionOk="0">
                    <a:moveTo>
                      <a:pt x="652" y="1"/>
                    </a:moveTo>
                    <a:cubicBezTo>
                      <a:pt x="316" y="1"/>
                      <a:pt x="35" y="267"/>
                      <a:pt x="27" y="607"/>
                    </a:cubicBezTo>
                    <a:lnTo>
                      <a:pt x="18" y="721"/>
                    </a:lnTo>
                    <a:cubicBezTo>
                      <a:pt x="0" y="1071"/>
                      <a:pt x="272" y="1369"/>
                      <a:pt x="623" y="1378"/>
                    </a:cubicBezTo>
                    <a:lnTo>
                      <a:pt x="6987" y="1650"/>
                    </a:lnTo>
                    <a:cubicBezTo>
                      <a:pt x="6998" y="1650"/>
                      <a:pt x="7008" y="1651"/>
                      <a:pt x="7019" y="1651"/>
                    </a:cubicBezTo>
                    <a:cubicBezTo>
                      <a:pt x="7355" y="1651"/>
                      <a:pt x="7636" y="1385"/>
                      <a:pt x="7644" y="1045"/>
                    </a:cubicBezTo>
                    <a:lnTo>
                      <a:pt x="7653" y="931"/>
                    </a:lnTo>
                    <a:cubicBezTo>
                      <a:pt x="7671" y="580"/>
                      <a:pt x="7399" y="282"/>
                      <a:pt x="7048" y="273"/>
                    </a:cubicBezTo>
                    <a:lnTo>
                      <a:pt x="684" y="2"/>
                    </a:lnTo>
                    <a:cubicBezTo>
                      <a:pt x="673" y="1"/>
                      <a:pt x="663" y="1"/>
                      <a:pt x="65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27"/>
              <p:cNvSpPr/>
              <p:nvPr/>
            </p:nvSpPr>
            <p:spPr>
              <a:xfrm rot="-5400000">
                <a:off x="1672916" y="1696181"/>
                <a:ext cx="760569" cy="24360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3823" extrusionOk="0">
                    <a:moveTo>
                      <a:pt x="10488" y="0"/>
                    </a:moveTo>
                    <a:cubicBezTo>
                      <a:pt x="10103" y="0"/>
                      <a:pt x="9718" y="139"/>
                      <a:pt x="9415" y="421"/>
                    </a:cubicBezTo>
                    <a:lnTo>
                      <a:pt x="8319" y="1429"/>
                    </a:lnTo>
                    <a:lnTo>
                      <a:pt x="9" y="1070"/>
                    </a:lnTo>
                    <a:lnTo>
                      <a:pt x="0" y="1368"/>
                    </a:lnTo>
                    <a:lnTo>
                      <a:pt x="8424" y="1719"/>
                    </a:lnTo>
                    <a:lnTo>
                      <a:pt x="9608" y="632"/>
                    </a:lnTo>
                    <a:cubicBezTo>
                      <a:pt x="9859" y="397"/>
                      <a:pt x="10179" y="280"/>
                      <a:pt x="10498" y="280"/>
                    </a:cubicBezTo>
                    <a:cubicBezTo>
                      <a:pt x="10846" y="280"/>
                      <a:pt x="11193" y="419"/>
                      <a:pt x="11449" y="693"/>
                    </a:cubicBezTo>
                    <a:cubicBezTo>
                      <a:pt x="11940" y="1228"/>
                      <a:pt x="11896" y="2061"/>
                      <a:pt x="11361" y="2543"/>
                    </a:cubicBezTo>
                    <a:lnTo>
                      <a:pt x="10195" y="3603"/>
                    </a:lnTo>
                    <a:lnTo>
                      <a:pt x="10397" y="3823"/>
                    </a:lnTo>
                    <a:lnTo>
                      <a:pt x="11554" y="2753"/>
                    </a:lnTo>
                    <a:cubicBezTo>
                      <a:pt x="12203" y="2157"/>
                      <a:pt x="12246" y="1158"/>
                      <a:pt x="11650" y="509"/>
                    </a:cubicBezTo>
                    <a:cubicBezTo>
                      <a:pt x="11341" y="172"/>
                      <a:pt x="10915" y="0"/>
                      <a:pt x="10488" y="0"/>
                    </a:cubicBezTo>
                    <a:close/>
                  </a:path>
                </a:pathLst>
              </a:custGeom>
              <a:solidFill>
                <a:srgbClr val="E3DF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3" name="Google Shape;783;p27"/>
            <p:cNvGrpSpPr/>
            <p:nvPr/>
          </p:nvGrpSpPr>
          <p:grpSpPr>
            <a:xfrm rot="-886324">
              <a:off x="1741004" y="1823754"/>
              <a:ext cx="544748" cy="1024014"/>
              <a:chOff x="2991419" y="1456388"/>
              <a:chExt cx="794603" cy="1493902"/>
            </a:xfrm>
          </p:grpSpPr>
          <p:sp>
            <p:nvSpPr>
              <p:cNvPr id="784" name="Google Shape;784;p27"/>
              <p:cNvSpPr/>
              <p:nvPr/>
            </p:nvSpPr>
            <p:spPr>
              <a:xfrm rot="6129143">
                <a:off x="2686727" y="2198003"/>
                <a:ext cx="1155467" cy="309785"/>
              </a:xfrm>
              <a:custGeom>
                <a:avLst/>
                <a:gdLst/>
                <a:ahLst/>
                <a:cxnLst/>
                <a:rect l="l" t="t" r="r" b="b"/>
                <a:pathLst>
                  <a:path w="19347" h="5187" extrusionOk="0">
                    <a:moveTo>
                      <a:pt x="1" y="1"/>
                    </a:moveTo>
                    <a:lnTo>
                      <a:pt x="2630" y="939"/>
                    </a:lnTo>
                    <a:cubicBezTo>
                      <a:pt x="3893" y="1386"/>
                      <a:pt x="5172" y="1780"/>
                      <a:pt x="6479" y="2113"/>
                    </a:cubicBezTo>
                    <a:lnTo>
                      <a:pt x="15192" y="4366"/>
                    </a:lnTo>
                    <a:cubicBezTo>
                      <a:pt x="16454" y="4699"/>
                      <a:pt x="17734" y="4962"/>
                      <a:pt x="19014" y="5181"/>
                    </a:cubicBezTo>
                    <a:cubicBezTo>
                      <a:pt x="19032" y="5185"/>
                      <a:pt x="19050" y="5186"/>
                      <a:pt x="19067" y="5186"/>
                    </a:cubicBezTo>
                    <a:cubicBezTo>
                      <a:pt x="19184" y="5186"/>
                      <a:pt x="19282" y="5112"/>
                      <a:pt x="19321" y="4997"/>
                    </a:cubicBezTo>
                    <a:cubicBezTo>
                      <a:pt x="19347" y="4857"/>
                      <a:pt x="19277" y="4725"/>
                      <a:pt x="19145" y="4682"/>
                    </a:cubicBezTo>
                    <a:cubicBezTo>
                      <a:pt x="17927" y="4243"/>
                      <a:pt x="16673" y="3866"/>
                      <a:pt x="15411" y="3542"/>
                    </a:cubicBezTo>
                    <a:lnTo>
                      <a:pt x="6698" y="1289"/>
                    </a:lnTo>
                    <a:cubicBezTo>
                      <a:pt x="5392" y="947"/>
                      <a:pt x="4077" y="667"/>
                      <a:pt x="2753" y="448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3DF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27"/>
              <p:cNvSpPr/>
              <p:nvPr/>
            </p:nvSpPr>
            <p:spPr>
              <a:xfrm rot="6129143">
                <a:off x="3015159" y="2316249"/>
                <a:ext cx="458138" cy="178095"/>
              </a:xfrm>
              <a:custGeom>
                <a:avLst/>
                <a:gdLst/>
                <a:ahLst/>
                <a:cxnLst/>
                <a:rect l="l" t="t" r="r" b="b"/>
                <a:pathLst>
                  <a:path w="7671" h="2982" extrusionOk="0">
                    <a:moveTo>
                      <a:pt x="769" y="0"/>
                    </a:moveTo>
                    <a:cubicBezTo>
                      <a:pt x="458" y="0"/>
                      <a:pt x="178" y="205"/>
                      <a:pt x="97" y="522"/>
                    </a:cubicBezTo>
                    <a:cubicBezTo>
                      <a:pt x="1" y="899"/>
                      <a:pt x="229" y="1276"/>
                      <a:pt x="597" y="1373"/>
                    </a:cubicBezTo>
                    <a:lnTo>
                      <a:pt x="6724" y="2959"/>
                    </a:lnTo>
                    <a:cubicBezTo>
                      <a:pt x="6781" y="2974"/>
                      <a:pt x="6839" y="2981"/>
                      <a:pt x="6896" y="2981"/>
                    </a:cubicBezTo>
                    <a:cubicBezTo>
                      <a:pt x="7205" y="2981"/>
                      <a:pt x="7493" y="2771"/>
                      <a:pt x="7575" y="2460"/>
                    </a:cubicBezTo>
                    <a:cubicBezTo>
                      <a:pt x="7671" y="2083"/>
                      <a:pt x="7443" y="1697"/>
                      <a:pt x="7075" y="1601"/>
                    </a:cubicBezTo>
                    <a:lnTo>
                      <a:pt x="948" y="23"/>
                    </a:lnTo>
                    <a:cubicBezTo>
                      <a:pt x="888" y="7"/>
                      <a:pt x="828" y="0"/>
                      <a:pt x="76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27"/>
              <p:cNvSpPr/>
              <p:nvPr/>
            </p:nvSpPr>
            <p:spPr>
              <a:xfrm rot="6129143">
                <a:off x="3327317" y="1847222"/>
                <a:ext cx="341976" cy="104217"/>
              </a:xfrm>
              <a:custGeom>
                <a:avLst/>
                <a:gdLst/>
                <a:ahLst/>
                <a:cxnLst/>
                <a:rect l="l" t="t" r="r" b="b"/>
                <a:pathLst>
                  <a:path w="5726" h="1745" extrusionOk="0">
                    <a:moveTo>
                      <a:pt x="80" y="0"/>
                    </a:moveTo>
                    <a:lnTo>
                      <a:pt x="1" y="290"/>
                    </a:lnTo>
                    <a:lnTo>
                      <a:pt x="5655" y="1745"/>
                    </a:lnTo>
                    <a:lnTo>
                      <a:pt x="5725" y="1464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E3DF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27"/>
              <p:cNvSpPr/>
              <p:nvPr/>
            </p:nvSpPr>
            <p:spPr>
              <a:xfrm rot="6129143">
                <a:off x="3497647" y="1521792"/>
                <a:ext cx="264455" cy="234414"/>
              </a:xfrm>
              <a:custGeom>
                <a:avLst/>
                <a:gdLst/>
                <a:ahLst/>
                <a:cxnLst/>
                <a:rect l="l" t="t" r="r" b="b"/>
                <a:pathLst>
                  <a:path w="4428" h="3925" extrusionOk="0">
                    <a:moveTo>
                      <a:pt x="2214" y="1"/>
                    </a:moveTo>
                    <a:cubicBezTo>
                      <a:pt x="1994" y="1"/>
                      <a:pt x="1771" y="38"/>
                      <a:pt x="1552" y="117"/>
                    </a:cubicBezTo>
                    <a:cubicBezTo>
                      <a:pt x="536" y="477"/>
                      <a:pt x="1" y="1599"/>
                      <a:pt x="369" y="2624"/>
                    </a:cubicBezTo>
                    <a:cubicBezTo>
                      <a:pt x="651" y="3423"/>
                      <a:pt x="1404" y="3924"/>
                      <a:pt x="2211" y="3924"/>
                    </a:cubicBezTo>
                    <a:cubicBezTo>
                      <a:pt x="2431" y="3924"/>
                      <a:pt x="2656" y="3887"/>
                      <a:pt x="2876" y="3808"/>
                    </a:cubicBezTo>
                    <a:cubicBezTo>
                      <a:pt x="3893" y="3448"/>
                      <a:pt x="4428" y="2326"/>
                      <a:pt x="4059" y="1301"/>
                    </a:cubicBezTo>
                    <a:cubicBezTo>
                      <a:pt x="3777" y="502"/>
                      <a:pt x="3019" y="1"/>
                      <a:pt x="221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27"/>
              <p:cNvSpPr/>
              <p:nvPr/>
            </p:nvSpPr>
            <p:spPr>
              <a:xfrm rot="6129143">
                <a:off x="3481691" y="1502949"/>
                <a:ext cx="299035" cy="252331"/>
              </a:xfrm>
              <a:custGeom>
                <a:avLst/>
                <a:gdLst/>
                <a:ahLst/>
                <a:cxnLst/>
                <a:rect l="l" t="t" r="r" b="b"/>
                <a:pathLst>
                  <a:path w="5007" h="4225" extrusionOk="0">
                    <a:moveTo>
                      <a:pt x="2683" y="295"/>
                    </a:moveTo>
                    <a:cubicBezTo>
                      <a:pt x="2831" y="295"/>
                      <a:pt x="2981" y="313"/>
                      <a:pt x="3130" y="351"/>
                    </a:cubicBezTo>
                    <a:cubicBezTo>
                      <a:pt x="4691" y="763"/>
                      <a:pt x="4989" y="2858"/>
                      <a:pt x="3595" y="3673"/>
                    </a:cubicBezTo>
                    <a:cubicBezTo>
                      <a:pt x="3293" y="3852"/>
                      <a:pt x="2977" y="3932"/>
                      <a:pt x="2671" y="3932"/>
                    </a:cubicBezTo>
                    <a:cubicBezTo>
                      <a:pt x="1566" y="3932"/>
                      <a:pt x="597" y="2886"/>
                      <a:pt x="913" y="1657"/>
                    </a:cubicBezTo>
                    <a:lnTo>
                      <a:pt x="921" y="1657"/>
                    </a:lnTo>
                    <a:cubicBezTo>
                      <a:pt x="1129" y="841"/>
                      <a:pt x="1870" y="295"/>
                      <a:pt x="2683" y="295"/>
                    </a:cubicBezTo>
                    <a:close/>
                    <a:moveTo>
                      <a:pt x="2658" y="1"/>
                    </a:moveTo>
                    <a:cubicBezTo>
                      <a:pt x="1103" y="1"/>
                      <a:pt x="1" y="1733"/>
                      <a:pt x="851" y="3182"/>
                    </a:cubicBezTo>
                    <a:cubicBezTo>
                      <a:pt x="1269" y="3890"/>
                      <a:pt x="1969" y="4224"/>
                      <a:pt x="2664" y="4224"/>
                    </a:cubicBezTo>
                    <a:cubicBezTo>
                      <a:pt x="3561" y="4224"/>
                      <a:pt x="4450" y="3669"/>
                      <a:pt x="4717" y="2647"/>
                    </a:cubicBezTo>
                    <a:cubicBezTo>
                      <a:pt x="5006" y="1517"/>
                      <a:pt x="4323" y="368"/>
                      <a:pt x="3201" y="70"/>
                    </a:cubicBezTo>
                    <a:cubicBezTo>
                      <a:pt x="3015" y="23"/>
                      <a:pt x="2834" y="1"/>
                      <a:pt x="2658" y="1"/>
                    </a:cubicBezTo>
                    <a:close/>
                  </a:path>
                </a:pathLst>
              </a:custGeom>
              <a:solidFill>
                <a:srgbClr val="E3DF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89" name="Google Shape;789;p27"/>
          <p:cNvGrpSpPr/>
          <p:nvPr/>
        </p:nvGrpSpPr>
        <p:grpSpPr>
          <a:xfrm>
            <a:off x="4246364" y="1489670"/>
            <a:ext cx="614558" cy="1070827"/>
            <a:chOff x="4392625" y="1783700"/>
            <a:chExt cx="332050" cy="578575"/>
          </a:xfrm>
        </p:grpSpPr>
        <p:sp>
          <p:nvSpPr>
            <p:cNvPr id="790" name="Google Shape;790;p27"/>
            <p:cNvSpPr/>
            <p:nvPr/>
          </p:nvSpPr>
          <p:spPr>
            <a:xfrm>
              <a:off x="4522600" y="1847675"/>
              <a:ext cx="71900" cy="84625"/>
            </a:xfrm>
            <a:custGeom>
              <a:avLst/>
              <a:gdLst/>
              <a:ahLst/>
              <a:cxnLst/>
              <a:rect l="l" t="t" r="r" b="b"/>
              <a:pathLst>
                <a:path w="2876" h="3385" extrusionOk="0">
                  <a:moveTo>
                    <a:pt x="0" y="1"/>
                  </a:moveTo>
                  <a:lnTo>
                    <a:pt x="0" y="3385"/>
                  </a:lnTo>
                  <a:lnTo>
                    <a:pt x="2875" y="3385"/>
                  </a:lnTo>
                  <a:lnTo>
                    <a:pt x="28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7"/>
            <p:cNvSpPr/>
            <p:nvPr/>
          </p:nvSpPr>
          <p:spPr>
            <a:xfrm>
              <a:off x="4512725" y="1783700"/>
              <a:ext cx="91625" cy="89425"/>
            </a:xfrm>
            <a:custGeom>
              <a:avLst/>
              <a:gdLst/>
              <a:ahLst/>
              <a:cxnLst/>
              <a:rect l="l" t="t" r="r" b="b"/>
              <a:pathLst>
                <a:path w="3665" h="3577" extrusionOk="0">
                  <a:moveTo>
                    <a:pt x="851" y="0"/>
                  </a:moveTo>
                  <a:cubicBezTo>
                    <a:pt x="641" y="0"/>
                    <a:pt x="474" y="149"/>
                    <a:pt x="439" y="351"/>
                  </a:cubicBezTo>
                  <a:lnTo>
                    <a:pt x="1" y="3524"/>
                  </a:lnTo>
                  <a:cubicBezTo>
                    <a:pt x="1" y="3551"/>
                    <a:pt x="18" y="3577"/>
                    <a:pt x="45" y="3577"/>
                  </a:cubicBezTo>
                  <a:lnTo>
                    <a:pt x="3621" y="3577"/>
                  </a:lnTo>
                  <a:cubicBezTo>
                    <a:pt x="3647" y="3577"/>
                    <a:pt x="3665" y="3551"/>
                    <a:pt x="3665" y="3524"/>
                  </a:cubicBezTo>
                  <a:lnTo>
                    <a:pt x="3227" y="351"/>
                  </a:lnTo>
                  <a:cubicBezTo>
                    <a:pt x="3200" y="158"/>
                    <a:pt x="3025" y="9"/>
                    <a:pt x="28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7"/>
            <p:cNvSpPr/>
            <p:nvPr/>
          </p:nvSpPr>
          <p:spPr>
            <a:xfrm>
              <a:off x="4392625" y="1897650"/>
              <a:ext cx="332050" cy="464625"/>
            </a:xfrm>
            <a:custGeom>
              <a:avLst/>
              <a:gdLst/>
              <a:ahLst/>
              <a:cxnLst/>
              <a:rect l="l" t="t" r="r" b="b"/>
              <a:pathLst>
                <a:path w="13282" h="18585" extrusionOk="0">
                  <a:moveTo>
                    <a:pt x="1281" y="1"/>
                  </a:moveTo>
                  <a:cubicBezTo>
                    <a:pt x="580" y="1"/>
                    <a:pt x="1" y="570"/>
                    <a:pt x="1" y="1280"/>
                  </a:cubicBezTo>
                  <a:lnTo>
                    <a:pt x="1" y="4340"/>
                  </a:lnTo>
                  <a:cubicBezTo>
                    <a:pt x="1" y="4909"/>
                    <a:pt x="378" y="5418"/>
                    <a:pt x="930" y="5576"/>
                  </a:cubicBezTo>
                  <a:lnTo>
                    <a:pt x="930" y="13000"/>
                  </a:lnTo>
                  <a:cubicBezTo>
                    <a:pt x="378" y="13158"/>
                    <a:pt x="1" y="13667"/>
                    <a:pt x="1" y="14236"/>
                  </a:cubicBezTo>
                  <a:lnTo>
                    <a:pt x="1" y="17304"/>
                  </a:lnTo>
                  <a:cubicBezTo>
                    <a:pt x="1" y="18006"/>
                    <a:pt x="571" y="18584"/>
                    <a:pt x="1281" y="18584"/>
                  </a:cubicBezTo>
                  <a:lnTo>
                    <a:pt x="11993" y="18584"/>
                  </a:lnTo>
                  <a:cubicBezTo>
                    <a:pt x="12703" y="18584"/>
                    <a:pt x="13273" y="18014"/>
                    <a:pt x="13273" y="17304"/>
                  </a:cubicBezTo>
                  <a:lnTo>
                    <a:pt x="13273" y="14236"/>
                  </a:lnTo>
                  <a:cubicBezTo>
                    <a:pt x="13273" y="13667"/>
                    <a:pt x="12896" y="13167"/>
                    <a:pt x="12352" y="13009"/>
                  </a:cubicBezTo>
                  <a:lnTo>
                    <a:pt x="12352" y="5576"/>
                  </a:lnTo>
                  <a:cubicBezTo>
                    <a:pt x="12896" y="5418"/>
                    <a:pt x="13273" y="4918"/>
                    <a:pt x="13281" y="4348"/>
                  </a:cubicBezTo>
                  <a:lnTo>
                    <a:pt x="13281" y="1280"/>
                  </a:lnTo>
                  <a:cubicBezTo>
                    <a:pt x="13281" y="570"/>
                    <a:pt x="12703" y="1"/>
                    <a:pt x="120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7"/>
            <p:cNvSpPr/>
            <p:nvPr/>
          </p:nvSpPr>
          <p:spPr>
            <a:xfrm>
              <a:off x="4434925" y="2001100"/>
              <a:ext cx="258400" cy="41025"/>
            </a:xfrm>
            <a:custGeom>
              <a:avLst/>
              <a:gdLst/>
              <a:ahLst/>
              <a:cxnLst/>
              <a:rect l="l" t="t" r="r" b="b"/>
              <a:pathLst>
                <a:path w="10336" h="1641" extrusionOk="0">
                  <a:moveTo>
                    <a:pt x="10336" y="0"/>
                  </a:moveTo>
                  <a:lnTo>
                    <a:pt x="10336" y="0"/>
                  </a:lnTo>
                  <a:cubicBezTo>
                    <a:pt x="9009" y="166"/>
                    <a:pt x="7677" y="332"/>
                    <a:pt x="6343" y="332"/>
                  </a:cubicBezTo>
                  <a:cubicBezTo>
                    <a:pt x="6055" y="332"/>
                    <a:pt x="5767" y="324"/>
                    <a:pt x="5479" y="307"/>
                  </a:cubicBezTo>
                  <a:cubicBezTo>
                    <a:pt x="4664" y="254"/>
                    <a:pt x="3858" y="123"/>
                    <a:pt x="3043" y="88"/>
                  </a:cubicBezTo>
                  <a:cubicBezTo>
                    <a:pt x="2883" y="82"/>
                    <a:pt x="2725" y="80"/>
                    <a:pt x="2567" y="80"/>
                  </a:cubicBezTo>
                  <a:cubicBezTo>
                    <a:pt x="2203" y="80"/>
                    <a:pt x="1843" y="95"/>
                    <a:pt x="1482" y="132"/>
                  </a:cubicBezTo>
                  <a:cubicBezTo>
                    <a:pt x="1219" y="158"/>
                    <a:pt x="956" y="193"/>
                    <a:pt x="693" y="246"/>
                  </a:cubicBezTo>
                  <a:cubicBezTo>
                    <a:pt x="483" y="281"/>
                    <a:pt x="176" y="289"/>
                    <a:pt x="1" y="403"/>
                  </a:cubicBezTo>
                  <a:cubicBezTo>
                    <a:pt x="115" y="526"/>
                    <a:pt x="483" y="526"/>
                    <a:pt x="649" y="587"/>
                  </a:cubicBezTo>
                  <a:cubicBezTo>
                    <a:pt x="877" y="666"/>
                    <a:pt x="1097" y="771"/>
                    <a:pt x="1316" y="885"/>
                  </a:cubicBezTo>
                  <a:cubicBezTo>
                    <a:pt x="1745" y="1113"/>
                    <a:pt x="2175" y="1368"/>
                    <a:pt x="2648" y="1508"/>
                  </a:cubicBezTo>
                  <a:cubicBezTo>
                    <a:pt x="2984" y="1607"/>
                    <a:pt x="3331" y="1640"/>
                    <a:pt x="3681" y="1640"/>
                  </a:cubicBezTo>
                  <a:cubicBezTo>
                    <a:pt x="4041" y="1640"/>
                    <a:pt x="4404" y="1605"/>
                    <a:pt x="4761" y="1569"/>
                  </a:cubicBezTo>
                  <a:lnTo>
                    <a:pt x="8144" y="1236"/>
                  </a:lnTo>
                  <a:cubicBezTo>
                    <a:pt x="8591" y="1192"/>
                    <a:pt x="9038" y="1148"/>
                    <a:pt x="9459" y="964"/>
                  </a:cubicBezTo>
                  <a:cubicBezTo>
                    <a:pt x="9871" y="780"/>
                    <a:pt x="10239" y="438"/>
                    <a:pt x="10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7"/>
            <p:cNvSpPr/>
            <p:nvPr/>
          </p:nvSpPr>
          <p:spPr>
            <a:xfrm>
              <a:off x="4407325" y="1992975"/>
              <a:ext cx="302450" cy="354600"/>
            </a:xfrm>
            <a:custGeom>
              <a:avLst/>
              <a:gdLst/>
              <a:ahLst/>
              <a:cxnLst/>
              <a:rect l="l" t="t" r="r" b="b"/>
              <a:pathLst>
                <a:path w="12098" h="14184" extrusionOk="0">
                  <a:moveTo>
                    <a:pt x="12097" y="1"/>
                  </a:moveTo>
                  <a:cubicBezTo>
                    <a:pt x="11361" y="132"/>
                    <a:pt x="10651" y="395"/>
                    <a:pt x="9941" y="658"/>
                  </a:cubicBezTo>
                  <a:cubicBezTo>
                    <a:pt x="9064" y="974"/>
                    <a:pt x="8161" y="1316"/>
                    <a:pt x="7223" y="1386"/>
                  </a:cubicBezTo>
                  <a:cubicBezTo>
                    <a:pt x="7076" y="1398"/>
                    <a:pt x="6929" y="1403"/>
                    <a:pt x="6781" y="1403"/>
                  </a:cubicBezTo>
                  <a:cubicBezTo>
                    <a:pt x="5954" y="1403"/>
                    <a:pt x="5124" y="1230"/>
                    <a:pt x="4313" y="1044"/>
                  </a:cubicBezTo>
                  <a:cubicBezTo>
                    <a:pt x="3424" y="848"/>
                    <a:pt x="2519" y="637"/>
                    <a:pt x="1607" y="637"/>
                  </a:cubicBezTo>
                  <a:cubicBezTo>
                    <a:pt x="1539" y="637"/>
                    <a:pt x="1471" y="638"/>
                    <a:pt x="1403" y="641"/>
                  </a:cubicBezTo>
                  <a:cubicBezTo>
                    <a:pt x="956" y="658"/>
                    <a:pt x="517" y="746"/>
                    <a:pt x="97" y="895"/>
                  </a:cubicBezTo>
                  <a:cubicBezTo>
                    <a:pt x="193" y="1035"/>
                    <a:pt x="333" y="1149"/>
                    <a:pt x="500" y="1193"/>
                  </a:cubicBezTo>
                  <a:lnTo>
                    <a:pt x="921" y="1316"/>
                  </a:lnTo>
                  <a:lnTo>
                    <a:pt x="921" y="1754"/>
                  </a:lnTo>
                  <a:lnTo>
                    <a:pt x="921" y="9187"/>
                  </a:lnTo>
                  <a:lnTo>
                    <a:pt x="921" y="9626"/>
                  </a:lnTo>
                  <a:lnTo>
                    <a:pt x="500" y="9748"/>
                  </a:lnTo>
                  <a:cubicBezTo>
                    <a:pt x="202" y="9836"/>
                    <a:pt x="0" y="10108"/>
                    <a:pt x="0" y="10415"/>
                  </a:cubicBezTo>
                  <a:lnTo>
                    <a:pt x="0" y="13483"/>
                  </a:lnTo>
                  <a:cubicBezTo>
                    <a:pt x="0" y="13868"/>
                    <a:pt x="307" y="14175"/>
                    <a:pt x="693" y="14175"/>
                  </a:cubicBezTo>
                  <a:lnTo>
                    <a:pt x="11405" y="14184"/>
                  </a:lnTo>
                  <a:cubicBezTo>
                    <a:pt x="11790" y="14184"/>
                    <a:pt x="12097" y="13868"/>
                    <a:pt x="12097" y="13491"/>
                  </a:cubicBezTo>
                  <a:lnTo>
                    <a:pt x="12097" y="10432"/>
                  </a:lnTo>
                  <a:cubicBezTo>
                    <a:pt x="12097" y="10117"/>
                    <a:pt x="11896" y="9845"/>
                    <a:pt x="11598" y="9757"/>
                  </a:cubicBezTo>
                  <a:lnTo>
                    <a:pt x="11177" y="9643"/>
                  </a:lnTo>
                  <a:lnTo>
                    <a:pt x="11177" y="9205"/>
                  </a:lnTo>
                  <a:lnTo>
                    <a:pt x="11177" y="1771"/>
                  </a:lnTo>
                  <a:lnTo>
                    <a:pt x="11177" y="1333"/>
                  </a:lnTo>
                  <a:lnTo>
                    <a:pt x="11598" y="1210"/>
                  </a:lnTo>
                  <a:cubicBezTo>
                    <a:pt x="11896" y="1123"/>
                    <a:pt x="12097" y="851"/>
                    <a:pt x="12097" y="544"/>
                  </a:cubicBezTo>
                  <a:lnTo>
                    <a:pt x="1209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7"/>
            <p:cNvSpPr/>
            <p:nvPr/>
          </p:nvSpPr>
          <p:spPr>
            <a:xfrm>
              <a:off x="4415650" y="2050400"/>
              <a:ext cx="285575" cy="151225"/>
            </a:xfrm>
            <a:custGeom>
              <a:avLst/>
              <a:gdLst/>
              <a:ahLst/>
              <a:cxnLst/>
              <a:rect l="l" t="t" r="r" b="b"/>
              <a:pathLst>
                <a:path w="11423" h="6049" extrusionOk="0">
                  <a:moveTo>
                    <a:pt x="0" y="0"/>
                  </a:moveTo>
                  <a:lnTo>
                    <a:pt x="0" y="6049"/>
                  </a:lnTo>
                  <a:lnTo>
                    <a:pt x="11422" y="6049"/>
                  </a:lnTo>
                  <a:lnTo>
                    <a:pt x="114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7"/>
            <p:cNvSpPr/>
            <p:nvPr/>
          </p:nvSpPr>
          <p:spPr>
            <a:xfrm>
              <a:off x="4522150" y="2080425"/>
              <a:ext cx="73000" cy="91225"/>
            </a:xfrm>
            <a:custGeom>
              <a:avLst/>
              <a:gdLst/>
              <a:ahLst/>
              <a:cxnLst/>
              <a:rect l="l" t="t" r="r" b="b"/>
              <a:pathLst>
                <a:path w="2920" h="3649" extrusionOk="0">
                  <a:moveTo>
                    <a:pt x="746" y="0"/>
                  </a:moveTo>
                  <a:cubicBezTo>
                    <a:pt x="535" y="9"/>
                    <a:pt x="342" y="123"/>
                    <a:pt x="237" y="298"/>
                  </a:cubicBezTo>
                  <a:cubicBezTo>
                    <a:pt x="123" y="474"/>
                    <a:pt x="62" y="667"/>
                    <a:pt x="44" y="877"/>
                  </a:cubicBezTo>
                  <a:cubicBezTo>
                    <a:pt x="1" y="1324"/>
                    <a:pt x="71" y="1780"/>
                    <a:pt x="255" y="2192"/>
                  </a:cubicBezTo>
                  <a:cubicBezTo>
                    <a:pt x="150" y="2621"/>
                    <a:pt x="202" y="3077"/>
                    <a:pt x="386" y="3472"/>
                  </a:cubicBezTo>
                  <a:cubicBezTo>
                    <a:pt x="421" y="3550"/>
                    <a:pt x="483" y="3638"/>
                    <a:pt x="570" y="3647"/>
                  </a:cubicBezTo>
                  <a:cubicBezTo>
                    <a:pt x="623" y="3647"/>
                    <a:pt x="676" y="3629"/>
                    <a:pt x="711" y="3586"/>
                  </a:cubicBezTo>
                  <a:cubicBezTo>
                    <a:pt x="754" y="3550"/>
                    <a:pt x="781" y="3507"/>
                    <a:pt x="807" y="3454"/>
                  </a:cubicBezTo>
                  <a:cubicBezTo>
                    <a:pt x="939" y="3209"/>
                    <a:pt x="1070" y="2963"/>
                    <a:pt x="1193" y="2727"/>
                  </a:cubicBezTo>
                  <a:cubicBezTo>
                    <a:pt x="1228" y="2656"/>
                    <a:pt x="1272" y="2595"/>
                    <a:pt x="1315" y="2542"/>
                  </a:cubicBezTo>
                  <a:cubicBezTo>
                    <a:pt x="1355" y="2503"/>
                    <a:pt x="1408" y="2483"/>
                    <a:pt x="1460" y="2483"/>
                  </a:cubicBezTo>
                  <a:cubicBezTo>
                    <a:pt x="1513" y="2483"/>
                    <a:pt x="1565" y="2503"/>
                    <a:pt x="1605" y="2542"/>
                  </a:cubicBezTo>
                  <a:cubicBezTo>
                    <a:pt x="1657" y="2595"/>
                    <a:pt x="1692" y="2656"/>
                    <a:pt x="1727" y="2727"/>
                  </a:cubicBezTo>
                  <a:lnTo>
                    <a:pt x="2113" y="3454"/>
                  </a:lnTo>
                  <a:cubicBezTo>
                    <a:pt x="2139" y="3507"/>
                    <a:pt x="2175" y="3550"/>
                    <a:pt x="2210" y="3586"/>
                  </a:cubicBezTo>
                  <a:cubicBezTo>
                    <a:pt x="2240" y="3624"/>
                    <a:pt x="2284" y="3649"/>
                    <a:pt x="2330" y="3649"/>
                  </a:cubicBezTo>
                  <a:cubicBezTo>
                    <a:pt x="2336" y="3649"/>
                    <a:pt x="2343" y="3648"/>
                    <a:pt x="2350" y="3647"/>
                  </a:cubicBezTo>
                  <a:cubicBezTo>
                    <a:pt x="2438" y="3638"/>
                    <a:pt x="2499" y="3550"/>
                    <a:pt x="2534" y="3472"/>
                  </a:cubicBezTo>
                  <a:cubicBezTo>
                    <a:pt x="2727" y="3077"/>
                    <a:pt x="2771" y="2621"/>
                    <a:pt x="2674" y="2192"/>
                  </a:cubicBezTo>
                  <a:cubicBezTo>
                    <a:pt x="2850" y="1780"/>
                    <a:pt x="2920" y="1324"/>
                    <a:pt x="2876" y="877"/>
                  </a:cubicBezTo>
                  <a:cubicBezTo>
                    <a:pt x="2858" y="675"/>
                    <a:pt x="2797" y="474"/>
                    <a:pt x="2683" y="298"/>
                  </a:cubicBezTo>
                  <a:cubicBezTo>
                    <a:pt x="2569" y="123"/>
                    <a:pt x="2376" y="9"/>
                    <a:pt x="2175" y="0"/>
                  </a:cubicBezTo>
                  <a:cubicBezTo>
                    <a:pt x="2069" y="9"/>
                    <a:pt x="1964" y="27"/>
                    <a:pt x="1868" y="62"/>
                  </a:cubicBezTo>
                  <a:cubicBezTo>
                    <a:pt x="1736" y="106"/>
                    <a:pt x="1598" y="127"/>
                    <a:pt x="1460" y="127"/>
                  </a:cubicBezTo>
                  <a:cubicBezTo>
                    <a:pt x="1322" y="127"/>
                    <a:pt x="1184" y="106"/>
                    <a:pt x="1053" y="62"/>
                  </a:cubicBezTo>
                  <a:cubicBezTo>
                    <a:pt x="956" y="27"/>
                    <a:pt x="851" y="9"/>
                    <a:pt x="7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7" name="Google Shape;797;p27"/>
          <p:cNvGrpSpPr/>
          <p:nvPr/>
        </p:nvGrpSpPr>
        <p:grpSpPr>
          <a:xfrm>
            <a:off x="6726363" y="1495422"/>
            <a:ext cx="779067" cy="1059353"/>
            <a:chOff x="6982575" y="1047875"/>
            <a:chExt cx="219400" cy="298300"/>
          </a:xfrm>
        </p:grpSpPr>
        <p:sp>
          <p:nvSpPr>
            <p:cNvPr id="798" name="Google Shape;798;p27"/>
            <p:cNvSpPr/>
            <p:nvPr/>
          </p:nvSpPr>
          <p:spPr>
            <a:xfrm>
              <a:off x="6982575" y="1047875"/>
              <a:ext cx="219400" cy="298300"/>
            </a:xfrm>
            <a:custGeom>
              <a:avLst/>
              <a:gdLst/>
              <a:ahLst/>
              <a:cxnLst/>
              <a:rect l="l" t="t" r="r" b="b"/>
              <a:pathLst>
                <a:path w="8776" h="11932" extrusionOk="0">
                  <a:moveTo>
                    <a:pt x="2421" y="1"/>
                  </a:moveTo>
                  <a:cubicBezTo>
                    <a:pt x="1114" y="1"/>
                    <a:pt x="53" y="1049"/>
                    <a:pt x="44" y="2359"/>
                  </a:cubicBezTo>
                  <a:lnTo>
                    <a:pt x="44" y="3174"/>
                  </a:lnTo>
                  <a:lnTo>
                    <a:pt x="9" y="9512"/>
                  </a:lnTo>
                  <a:cubicBezTo>
                    <a:pt x="1" y="10827"/>
                    <a:pt x="1052" y="11896"/>
                    <a:pt x="2367" y="11905"/>
                  </a:cubicBezTo>
                  <a:lnTo>
                    <a:pt x="6330" y="11931"/>
                  </a:lnTo>
                  <a:cubicBezTo>
                    <a:pt x="6335" y="11931"/>
                    <a:pt x="6340" y="11931"/>
                    <a:pt x="6346" y="11931"/>
                  </a:cubicBezTo>
                  <a:cubicBezTo>
                    <a:pt x="7653" y="11931"/>
                    <a:pt x="8714" y="10874"/>
                    <a:pt x="8723" y="9564"/>
                  </a:cubicBezTo>
                  <a:lnTo>
                    <a:pt x="8766" y="3227"/>
                  </a:lnTo>
                  <a:lnTo>
                    <a:pt x="8766" y="2411"/>
                  </a:lnTo>
                  <a:cubicBezTo>
                    <a:pt x="8775" y="1097"/>
                    <a:pt x="7715" y="27"/>
                    <a:pt x="6400" y="18"/>
                  </a:cubicBezTo>
                  <a:lnTo>
                    <a:pt x="2438" y="1"/>
                  </a:lnTo>
                  <a:cubicBezTo>
                    <a:pt x="2432" y="1"/>
                    <a:pt x="2427" y="1"/>
                    <a:pt x="24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7"/>
            <p:cNvSpPr/>
            <p:nvPr/>
          </p:nvSpPr>
          <p:spPr>
            <a:xfrm>
              <a:off x="7039325" y="1117350"/>
              <a:ext cx="106550" cy="21300"/>
            </a:xfrm>
            <a:custGeom>
              <a:avLst/>
              <a:gdLst/>
              <a:ahLst/>
              <a:cxnLst/>
              <a:rect l="l" t="t" r="r" b="b"/>
              <a:pathLst>
                <a:path w="4262" h="852" extrusionOk="0">
                  <a:moveTo>
                    <a:pt x="2051" y="0"/>
                  </a:moveTo>
                  <a:cubicBezTo>
                    <a:pt x="913" y="0"/>
                    <a:pt x="1" y="181"/>
                    <a:pt x="1" y="413"/>
                  </a:cubicBezTo>
                  <a:cubicBezTo>
                    <a:pt x="1" y="649"/>
                    <a:pt x="948" y="842"/>
                    <a:pt x="2122" y="851"/>
                  </a:cubicBezTo>
                  <a:cubicBezTo>
                    <a:pt x="2149" y="851"/>
                    <a:pt x="2176" y="851"/>
                    <a:pt x="2203" y="851"/>
                  </a:cubicBezTo>
                  <a:cubicBezTo>
                    <a:pt x="3340" y="851"/>
                    <a:pt x="4252" y="670"/>
                    <a:pt x="4252" y="439"/>
                  </a:cubicBezTo>
                  <a:cubicBezTo>
                    <a:pt x="4261" y="202"/>
                    <a:pt x="3306" y="1"/>
                    <a:pt x="2131" y="1"/>
                  </a:cubicBezTo>
                  <a:cubicBezTo>
                    <a:pt x="2104" y="0"/>
                    <a:pt x="2077" y="0"/>
                    <a:pt x="20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7"/>
            <p:cNvSpPr/>
            <p:nvPr/>
          </p:nvSpPr>
          <p:spPr>
            <a:xfrm>
              <a:off x="6983225" y="1125450"/>
              <a:ext cx="218075" cy="4850"/>
            </a:xfrm>
            <a:custGeom>
              <a:avLst/>
              <a:gdLst/>
              <a:ahLst/>
              <a:cxnLst/>
              <a:rect l="l" t="t" r="r" b="b"/>
              <a:pathLst>
                <a:path w="8723" h="194" extrusionOk="0">
                  <a:moveTo>
                    <a:pt x="10" y="1"/>
                  </a:moveTo>
                  <a:lnTo>
                    <a:pt x="1" y="141"/>
                  </a:lnTo>
                  <a:lnTo>
                    <a:pt x="8723" y="194"/>
                  </a:lnTo>
                  <a:lnTo>
                    <a:pt x="8723" y="54"/>
                  </a:lnTo>
                  <a:lnTo>
                    <a:pt x="1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7"/>
            <p:cNvSpPr/>
            <p:nvPr/>
          </p:nvSpPr>
          <p:spPr>
            <a:xfrm>
              <a:off x="7006025" y="1160750"/>
              <a:ext cx="171625" cy="124725"/>
            </a:xfrm>
            <a:custGeom>
              <a:avLst/>
              <a:gdLst/>
              <a:ahLst/>
              <a:cxnLst/>
              <a:rect l="l" t="t" r="r" b="b"/>
              <a:pathLst>
                <a:path w="6865" h="4989" extrusionOk="0">
                  <a:moveTo>
                    <a:pt x="1650" y="0"/>
                  </a:moveTo>
                  <a:cubicBezTo>
                    <a:pt x="746" y="0"/>
                    <a:pt x="18" y="733"/>
                    <a:pt x="9" y="1631"/>
                  </a:cubicBezTo>
                  <a:lnTo>
                    <a:pt x="1" y="3305"/>
                  </a:lnTo>
                  <a:cubicBezTo>
                    <a:pt x="1" y="4217"/>
                    <a:pt x="728" y="4953"/>
                    <a:pt x="1640" y="4962"/>
                  </a:cubicBezTo>
                  <a:lnTo>
                    <a:pt x="5190" y="4988"/>
                  </a:lnTo>
                  <a:cubicBezTo>
                    <a:pt x="6102" y="4988"/>
                    <a:pt x="6838" y="4261"/>
                    <a:pt x="6847" y="3349"/>
                  </a:cubicBezTo>
                  <a:lnTo>
                    <a:pt x="6855" y="1675"/>
                  </a:lnTo>
                  <a:cubicBezTo>
                    <a:pt x="6864" y="763"/>
                    <a:pt x="6137" y="27"/>
                    <a:pt x="5225" y="27"/>
                  </a:cubicBezTo>
                  <a:lnTo>
                    <a:pt x="1666" y="0"/>
                  </a:lnTo>
                  <a:cubicBezTo>
                    <a:pt x="1661" y="0"/>
                    <a:pt x="1655" y="0"/>
                    <a:pt x="16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7"/>
            <p:cNvSpPr/>
            <p:nvPr/>
          </p:nvSpPr>
          <p:spPr>
            <a:xfrm>
              <a:off x="7061900" y="1185300"/>
              <a:ext cx="60525" cy="75625"/>
            </a:xfrm>
            <a:custGeom>
              <a:avLst/>
              <a:gdLst/>
              <a:ahLst/>
              <a:cxnLst/>
              <a:rect l="l" t="t" r="r" b="b"/>
              <a:pathLst>
                <a:path w="2421" h="3025" extrusionOk="0">
                  <a:moveTo>
                    <a:pt x="623" y="0"/>
                  </a:moveTo>
                  <a:cubicBezTo>
                    <a:pt x="448" y="9"/>
                    <a:pt x="290" y="97"/>
                    <a:pt x="202" y="246"/>
                  </a:cubicBezTo>
                  <a:cubicBezTo>
                    <a:pt x="106" y="386"/>
                    <a:pt x="53" y="552"/>
                    <a:pt x="45" y="728"/>
                  </a:cubicBezTo>
                  <a:cubicBezTo>
                    <a:pt x="1" y="1096"/>
                    <a:pt x="53" y="1473"/>
                    <a:pt x="202" y="1815"/>
                  </a:cubicBezTo>
                  <a:cubicBezTo>
                    <a:pt x="124" y="2165"/>
                    <a:pt x="159" y="2542"/>
                    <a:pt x="316" y="2875"/>
                  </a:cubicBezTo>
                  <a:cubicBezTo>
                    <a:pt x="343" y="2937"/>
                    <a:pt x="387" y="3007"/>
                    <a:pt x="465" y="3016"/>
                  </a:cubicBezTo>
                  <a:cubicBezTo>
                    <a:pt x="473" y="3017"/>
                    <a:pt x="480" y="3018"/>
                    <a:pt x="488" y="3018"/>
                  </a:cubicBezTo>
                  <a:cubicBezTo>
                    <a:pt x="524" y="3018"/>
                    <a:pt x="559" y="3001"/>
                    <a:pt x="588" y="2972"/>
                  </a:cubicBezTo>
                  <a:cubicBezTo>
                    <a:pt x="614" y="2937"/>
                    <a:pt x="641" y="2902"/>
                    <a:pt x="658" y="2858"/>
                  </a:cubicBezTo>
                  <a:lnTo>
                    <a:pt x="991" y="2253"/>
                  </a:lnTo>
                  <a:cubicBezTo>
                    <a:pt x="1018" y="2200"/>
                    <a:pt x="1044" y="2156"/>
                    <a:pt x="1088" y="2113"/>
                  </a:cubicBezTo>
                  <a:cubicBezTo>
                    <a:pt x="1123" y="2082"/>
                    <a:pt x="1167" y="2067"/>
                    <a:pt x="1209" y="2067"/>
                  </a:cubicBezTo>
                  <a:cubicBezTo>
                    <a:pt x="1252" y="2067"/>
                    <a:pt x="1294" y="2082"/>
                    <a:pt x="1324" y="2113"/>
                  </a:cubicBezTo>
                  <a:cubicBezTo>
                    <a:pt x="1368" y="2156"/>
                    <a:pt x="1403" y="2209"/>
                    <a:pt x="1430" y="2262"/>
                  </a:cubicBezTo>
                  <a:cubicBezTo>
                    <a:pt x="1535" y="2463"/>
                    <a:pt x="1649" y="2665"/>
                    <a:pt x="1745" y="2867"/>
                  </a:cubicBezTo>
                  <a:cubicBezTo>
                    <a:pt x="1763" y="2910"/>
                    <a:pt x="1789" y="2945"/>
                    <a:pt x="1824" y="2972"/>
                  </a:cubicBezTo>
                  <a:cubicBezTo>
                    <a:pt x="1850" y="3007"/>
                    <a:pt x="1894" y="3024"/>
                    <a:pt x="1938" y="3024"/>
                  </a:cubicBezTo>
                  <a:cubicBezTo>
                    <a:pt x="2017" y="3016"/>
                    <a:pt x="2061" y="2945"/>
                    <a:pt x="2096" y="2884"/>
                  </a:cubicBezTo>
                  <a:cubicBezTo>
                    <a:pt x="2254" y="2551"/>
                    <a:pt x="2289" y="2183"/>
                    <a:pt x="2210" y="1823"/>
                  </a:cubicBezTo>
                  <a:cubicBezTo>
                    <a:pt x="2359" y="1482"/>
                    <a:pt x="2420" y="1105"/>
                    <a:pt x="2385" y="736"/>
                  </a:cubicBezTo>
                  <a:cubicBezTo>
                    <a:pt x="2368" y="561"/>
                    <a:pt x="2315" y="395"/>
                    <a:pt x="2227" y="254"/>
                  </a:cubicBezTo>
                  <a:cubicBezTo>
                    <a:pt x="2140" y="105"/>
                    <a:pt x="1982" y="9"/>
                    <a:pt x="1807" y="9"/>
                  </a:cubicBezTo>
                  <a:cubicBezTo>
                    <a:pt x="1719" y="9"/>
                    <a:pt x="1631" y="26"/>
                    <a:pt x="1552" y="61"/>
                  </a:cubicBezTo>
                  <a:cubicBezTo>
                    <a:pt x="1443" y="97"/>
                    <a:pt x="1329" y="114"/>
                    <a:pt x="1215" y="114"/>
                  </a:cubicBezTo>
                  <a:cubicBezTo>
                    <a:pt x="1101" y="114"/>
                    <a:pt x="987" y="97"/>
                    <a:pt x="877" y="61"/>
                  </a:cubicBezTo>
                  <a:cubicBezTo>
                    <a:pt x="799" y="26"/>
                    <a:pt x="711" y="9"/>
                    <a:pt x="6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7"/>
            <p:cNvSpPr/>
            <p:nvPr/>
          </p:nvSpPr>
          <p:spPr>
            <a:xfrm>
              <a:off x="7015900" y="1155475"/>
              <a:ext cx="185400" cy="190700"/>
            </a:xfrm>
            <a:custGeom>
              <a:avLst/>
              <a:gdLst/>
              <a:ahLst/>
              <a:cxnLst/>
              <a:rect l="l" t="t" r="r" b="b"/>
              <a:pathLst>
                <a:path w="7416" h="7628" extrusionOk="0">
                  <a:moveTo>
                    <a:pt x="7416" y="1"/>
                  </a:moveTo>
                  <a:cubicBezTo>
                    <a:pt x="7363" y="308"/>
                    <a:pt x="7337" y="623"/>
                    <a:pt x="7311" y="930"/>
                  </a:cubicBezTo>
                  <a:cubicBezTo>
                    <a:pt x="7179" y="2192"/>
                    <a:pt x="6899" y="3428"/>
                    <a:pt x="6469" y="4629"/>
                  </a:cubicBezTo>
                  <a:cubicBezTo>
                    <a:pt x="6250" y="5252"/>
                    <a:pt x="5970" y="5874"/>
                    <a:pt x="5496" y="6339"/>
                  </a:cubicBezTo>
                  <a:cubicBezTo>
                    <a:pt x="5049" y="6777"/>
                    <a:pt x="4444" y="7022"/>
                    <a:pt x="3839" y="7163"/>
                  </a:cubicBezTo>
                  <a:cubicBezTo>
                    <a:pt x="3226" y="7294"/>
                    <a:pt x="2595" y="7312"/>
                    <a:pt x="1972" y="7329"/>
                  </a:cubicBezTo>
                  <a:cubicBezTo>
                    <a:pt x="1324" y="7347"/>
                    <a:pt x="657" y="7329"/>
                    <a:pt x="0" y="7364"/>
                  </a:cubicBezTo>
                  <a:cubicBezTo>
                    <a:pt x="324" y="7522"/>
                    <a:pt x="675" y="7601"/>
                    <a:pt x="1026" y="7610"/>
                  </a:cubicBezTo>
                  <a:lnTo>
                    <a:pt x="4997" y="7627"/>
                  </a:lnTo>
                  <a:cubicBezTo>
                    <a:pt x="5002" y="7627"/>
                    <a:pt x="5007" y="7627"/>
                    <a:pt x="5013" y="7627"/>
                  </a:cubicBezTo>
                  <a:cubicBezTo>
                    <a:pt x="6312" y="7627"/>
                    <a:pt x="7381" y="6570"/>
                    <a:pt x="7390" y="5260"/>
                  </a:cubicBezTo>
                  <a:lnTo>
                    <a:pt x="741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31"/>
          <p:cNvSpPr/>
          <p:nvPr/>
        </p:nvSpPr>
        <p:spPr>
          <a:xfrm>
            <a:off x="8178919" y="1231800"/>
            <a:ext cx="506700" cy="68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3" name="Google Shape;1013;p31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Dental Infographics</a:t>
            </a:r>
            <a:endParaRPr/>
          </a:p>
        </p:txBody>
      </p:sp>
      <p:grpSp>
        <p:nvGrpSpPr>
          <p:cNvPr id="1014" name="Google Shape;1014;p31"/>
          <p:cNvGrpSpPr/>
          <p:nvPr/>
        </p:nvGrpSpPr>
        <p:grpSpPr>
          <a:xfrm>
            <a:off x="2760796" y="1412371"/>
            <a:ext cx="3526396" cy="3197497"/>
            <a:chOff x="1241100" y="577725"/>
            <a:chExt cx="5125575" cy="4647525"/>
          </a:xfrm>
        </p:grpSpPr>
        <p:sp>
          <p:nvSpPr>
            <p:cNvPr id="1015" name="Google Shape;1015;p31"/>
            <p:cNvSpPr/>
            <p:nvPr/>
          </p:nvSpPr>
          <p:spPr>
            <a:xfrm>
              <a:off x="2830550" y="4217075"/>
              <a:ext cx="261600" cy="429900"/>
            </a:xfrm>
            <a:custGeom>
              <a:avLst/>
              <a:gdLst/>
              <a:ahLst/>
              <a:cxnLst/>
              <a:rect l="l" t="t" r="r" b="b"/>
              <a:pathLst>
                <a:path w="10464" h="17196" extrusionOk="0">
                  <a:moveTo>
                    <a:pt x="4437" y="1"/>
                  </a:moveTo>
                  <a:cubicBezTo>
                    <a:pt x="2968" y="888"/>
                    <a:pt x="1530" y="1775"/>
                    <a:pt x="0" y="2540"/>
                  </a:cubicBezTo>
                  <a:cubicBezTo>
                    <a:pt x="3274" y="10893"/>
                    <a:pt x="7496" y="15605"/>
                    <a:pt x="10464" y="17196"/>
                  </a:cubicBezTo>
                  <a:cubicBezTo>
                    <a:pt x="9944" y="14840"/>
                    <a:pt x="9362" y="12178"/>
                    <a:pt x="8842" y="9241"/>
                  </a:cubicBezTo>
                  <a:cubicBezTo>
                    <a:pt x="7680" y="8139"/>
                    <a:pt x="6119" y="4651"/>
                    <a:pt x="4437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1"/>
            <p:cNvSpPr/>
            <p:nvPr/>
          </p:nvSpPr>
          <p:spPr>
            <a:xfrm>
              <a:off x="4389400" y="4132175"/>
              <a:ext cx="69625" cy="97175"/>
            </a:xfrm>
            <a:custGeom>
              <a:avLst/>
              <a:gdLst/>
              <a:ahLst/>
              <a:cxnLst/>
              <a:rect l="l" t="t" r="r" b="b"/>
              <a:pathLst>
                <a:path w="2785" h="3887" extrusionOk="0">
                  <a:moveTo>
                    <a:pt x="2784" y="1"/>
                  </a:moveTo>
                  <a:lnTo>
                    <a:pt x="2784" y="1"/>
                  </a:lnTo>
                  <a:cubicBezTo>
                    <a:pt x="1928" y="62"/>
                    <a:pt x="1102" y="184"/>
                    <a:pt x="245" y="307"/>
                  </a:cubicBezTo>
                  <a:cubicBezTo>
                    <a:pt x="184" y="1500"/>
                    <a:pt x="92" y="2724"/>
                    <a:pt x="0" y="3856"/>
                  </a:cubicBezTo>
                  <a:cubicBezTo>
                    <a:pt x="368" y="3843"/>
                    <a:pt x="741" y="3836"/>
                    <a:pt x="1116" y="3836"/>
                  </a:cubicBezTo>
                  <a:cubicBezTo>
                    <a:pt x="1648" y="3836"/>
                    <a:pt x="2186" y="3851"/>
                    <a:pt x="2723" y="3886"/>
                  </a:cubicBezTo>
                  <a:cubicBezTo>
                    <a:pt x="2754" y="2693"/>
                    <a:pt x="2784" y="1439"/>
                    <a:pt x="2784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1"/>
            <p:cNvSpPr/>
            <p:nvPr/>
          </p:nvSpPr>
          <p:spPr>
            <a:xfrm>
              <a:off x="3141100" y="4079400"/>
              <a:ext cx="65025" cy="78050"/>
            </a:xfrm>
            <a:custGeom>
              <a:avLst/>
              <a:gdLst/>
              <a:ahLst/>
              <a:cxnLst/>
              <a:rect l="l" t="t" r="r" b="b"/>
              <a:pathLst>
                <a:path w="2601" h="3122" extrusionOk="0">
                  <a:moveTo>
                    <a:pt x="2478" y="1"/>
                  </a:moveTo>
                  <a:cubicBezTo>
                    <a:pt x="1928" y="82"/>
                    <a:pt x="1390" y="123"/>
                    <a:pt x="858" y="123"/>
                  </a:cubicBezTo>
                  <a:cubicBezTo>
                    <a:pt x="592" y="123"/>
                    <a:pt x="326" y="113"/>
                    <a:pt x="61" y="92"/>
                  </a:cubicBezTo>
                  <a:cubicBezTo>
                    <a:pt x="31" y="1041"/>
                    <a:pt x="0" y="1928"/>
                    <a:pt x="0" y="2815"/>
                  </a:cubicBezTo>
                  <a:cubicBezTo>
                    <a:pt x="887" y="2877"/>
                    <a:pt x="1744" y="2999"/>
                    <a:pt x="2601" y="3121"/>
                  </a:cubicBezTo>
                  <a:cubicBezTo>
                    <a:pt x="2540" y="2081"/>
                    <a:pt x="2509" y="1041"/>
                    <a:pt x="2478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1"/>
            <p:cNvSpPr/>
            <p:nvPr/>
          </p:nvSpPr>
          <p:spPr>
            <a:xfrm>
              <a:off x="4395525" y="4038100"/>
              <a:ext cx="63500" cy="91050"/>
            </a:xfrm>
            <a:custGeom>
              <a:avLst/>
              <a:gdLst/>
              <a:ahLst/>
              <a:cxnLst/>
              <a:rect l="l" t="t" r="r" b="b"/>
              <a:pathLst>
                <a:path w="2540" h="3642" extrusionOk="0">
                  <a:moveTo>
                    <a:pt x="2448" y="0"/>
                  </a:moveTo>
                  <a:cubicBezTo>
                    <a:pt x="1683" y="62"/>
                    <a:pt x="887" y="184"/>
                    <a:pt x="122" y="306"/>
                  </a:cubicBezTo>
                  <a:cubicBezTo>
                    <a:pt x="122" y="1377"/>
                    <a:pt x="61" y="2509"/>
                    <a:pt x="0" y="3641"/>
                  </a:cubicBezTo>
                  <a:cubicBezTo>
                    <a:pt x="857" y="3519"/>
                    <a:pt x="1713" y="3397"/>
                    <a:pt x="2539" y="3335"/>
                  </a:cubicBezTo>
                  <a:cubicBezTo>
                    <a:pt x="2539" y="2265"/>
                    <a:pt x="2509" y="1163"/>
                    <a:pt x="244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1"/>
            <p:cNvSpPr/>
            <p:nvPr/>
          </p:nvSpPr>
          <p:spPr>
            <a:xfrm>
              <a:off x="4699950" y="4027400"/>
              <a:ext cx="141525" cy="75750"/>
            </a:xfrm>
            <a:custGeom>
              <a:avLst/>
              <a:gdLst/>
              <a:ahLst/>
              <a:cxnLst/>
              <a:rect l="l" t="t" r="r" b="b"/>
              <a:pathLst>
                <a:path w="5661" h="3030" extrusionOk="0">
                  <a:moveTo>
                    <a:pt x="796" y="0"/>
                  </a:moveTo>
                  <a:cubicBezTo>
                    <a:pt x="520" y="887"/>
                    <a:pt x="275" y="1775"/>
                    <a:pt x="0" y="2662"/>
                  </a:cubicBezTo>
                  <a:cubicBezTo>
                    <a:pt x="1683" y="2693"/>
                    <a:pt x="3366" y="2815"/>
                    <a:pt x="5048" y="3029"/>
                  </a:cubicBezTo>
                  <a:cubicBezTo>
                    <a:pt x="5263" y="2172"/>
                    <a:pt x="5477" y="1285"/>
                    <a:pt x="5660" y="398"/>
                  </a:cubicBezTo>
                  <a:cubicBezTo>
                    <a:pt x="4069" y="276"/>
                    <a:pt x="2417" y="92"/>
                    <a:pt x="796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1"/>
            <p:cNvSpPr/>
            <p:nvPr/>
          </p:nvSpPr>
          <p:spPr>
            <a:xfrm>
              <a:off x="4398575" y="3944775"/>
              <a:ext cx="58150" cy="90300"/>
            </a:xfrm>
            <a:custGeom>
              <a:avLst/>
              <a:gdLst/>
              <a:ahLst/>
              <a:cxnLst/>
              <a:rect l="l" t="t" r="r" b="b"/>
              <a:pathLst>
                <a:path w="2326" h="3612" extrusionOk="0">
                  <a:moveTo>
                    <a:pt x="2050" y="1"/>
                  </a:moveTo>
                  <a:cubicBezTo>
                    <a:pt x="1347" y="31"/>
                    <a:pt x="674" y="93"/>
                    <a:pt x="0" y="215"/>
                  </a:cubicBezTo>
                  <a:cubicBezTo>
                    <a:pt x="31" y="1286"/>
                    <a:pt x="31" y="2418"/>
                    <a:pt x="31" y="3611"/>
                  </a:cubicBezTo>
                  <a:cubicBezTo>
                    <a:pt x="796" y="3489"/>
                    <a:pt x="1561" y="3366"/>
                    <a:pt x="2326" y="3305"/>
                  </a:cubicBezTo>
                  <a:cubicBezTo>
                    <a:pt x="2264" y="2234"/>
                    <a:pt x="2173" y="1133"/>
                    <a:pt x="2050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1"/>
            <p:cNvSpPr/>
            <p:nvPr/>
          </p:nvSpPr>
          <p:spPr>
            <a:xfrm>
              <a:off x="4722875" y="3922600"/>
              <a:ext cx="138475" cy="104050"/>
            </a:xfrm>
            <a:custGeom>
              <a:avLst/>
              <a:gdLst/>
              <a:ahLst/>
              <a:cxnLst/>
              <a:rect l="l" t="t" r="r" b="b"/>
              <a:pathLst>
                <a:path w="5539" h="4162" extrusionOk="0">
                  <a:moveTo>
                    <a:pt x="1041" y="1"/>
                  </a:moveTo>
                  <a:cubicBezTo>
                    <a:pt x="705" y="1255"/>
                    <a:pt x="368" y="2540"/>
                    <a:pt x="1" y="3794"/>
                  </a:cubicBezTo>
                  <a:cubicBezTo>
                    <a:pt x="1623" y="3886"/>
                    <a:pt x="3244" y="4070"/>
                    <a:pt x="4835" y="4162"/>
                  </a:cubicBezTo>
                  <a:cubicBezTo>
                    <a:pt x="5080" y="2938"/>
                    <a:pt x="5325" y="1683"/>
                    <a:pt x="5539" y="368"/>
                  </a:cubicBezTo>
                  <a:cubicBezTo>
                    <a:pt x="4070" y="245"/>
                    <a:pt x="2540" y="62"/>
                    <a:pt x="1041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1"/>
            <p:cNvSpPr/>
            <p:nvPr/>
          </p:nvSpPr>
          <p:spPr>
            <a:xfrm>
              <a:off x="4656350" y="4106950"/>
              <a:ext cx="167525" cy="131575"/>
            </a:xfrm>
            <a:custGeom>
              <a:avLst/>
              <a:gdLst/>
              <a:ahLst/>
              <a:cxnLst/>
              <a:rect l="l" t="t" r="r" b="b"/>
              <a:pathLst>
                <a:path w="6701" h="5263" extrusionOk="0">
                  <a:moveTo>
                    <a:pt x="1561" y="0"/>
                  </a:moveTo>
                  <a:cubicBezTo>
                    <a:pt x="1040" y="1683"/>
                    <a:pt x="520" y="3274"/>
                    <a:pt x="0" y="4742"/>
                  </a:cubicBezTo>
                  <a:cubicBezTo>
                    <a:pt x="294" y="4727"/>
                    <a:pt x="587" y="4719"/>
                    <a:pt x="880" y="4719"/>
                  </a:cubicBezTo>
                  <a:cubicBezTo>
                    <a:pt x="2329" y="4719"/>
                    <a:pt x="3771" y="4906"/>
                    <a:pt x="5171" y="5263"/>
                  </a:cubicBezTo>
                  <a:cubicBezTo>
                    <a:pt x="5722" y="3702"/>
                    <a:pt x="6211" y="2050"/>
                    <a:pt x="6701" y="275"/>
                  </a:cubicBezTo>
                  <a:cubicBezTo>
                    <a:pt x="5293" y="153"/>
                    <a:pt x="3886" y="31"/>
                    <a:pt x="2509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1"/>
            <p:cNvSpPr/>
            <p:nvPr/>
          </p:nvSpPr>
          <p:spPr>
            <a:xfrm>
              <a:off x="3142625" y="3957025"/>
              <a:ext cx="59675" cy="114600"/>
            </a:xfrm>
            <a:custGeom>
              <a:avLst/>
              <a:gdLst/>
              <a:ahLst/>
              <a:cxnLst/>
              <a:rect l="l" t="t" r="r" b="b"/>
              <a:pathLst>
                <a:path w="2387" h="4584" extrusionOk="0">
                  <a:moveTo>
                    <a:pt x="306" y="0"/>
                  </a:moveTo>
                  <a:cubicBezTo>
                    <a:pt x="153" y="1561"/>
                    <a:pt x="61" y="3091"/>
                    <a:pt x="0" y="4559"/>
                  </a:cubicBezTo>
                  <a:cubicBezTo>
                    <a:pt x="222" y="4576"/>
                    <a:pt x="445" y="4584"/>
                    <a:pt x="667" y="4584"/>
                  </a:cubicBezTo>
                  <a:cubicBezTo>
                    <a:pt x="1240" y="4584"/>
                    <a:pt x="1813" y="4533"/>
                    <a:pt x="2387" y="4467"/>
                  </a:cubicBezTo>
                  <a:cubicBezTo>
                    <a:pt x="2356" y="3029"/>
                    <a:pt x="2356" y="1622"/>
                    <a:pt x="2387" y="306"/>
                  </a:cubicBezTo>
                  <a:cubicBezTo>
                    <a:pt x="1714" y="215"/>
                    <a:pt x="1010" y="92"/>
                    <a:pt x="306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1"/>
            <p:cNvSpPr/>
            <p:nvPr/>
          </p:nvSpPr>
          <p:spPr>
            <a:xfrm>
              <a:off x="4348850" y="4238775"/>
              <a:ext cx="122400" cy="413550"/>
            </a:xfrm>
            <a:custGeom>
              <a:avLst/>
              <a:gdLst/>
              <a:ahLst/>
              <a:cxnLst/>
              <a:rect l="l" t="t" r="r" b="b"/>
              <a:pathLst>
                <a:path w="4896" h="16542" extrusionOk="0">
                  <a:moveTo>
                    <a:pt x="2702" y="0"/>
                  </a:moveTo>
                  <a:cubicBezTo>
                    <a:pt x="2321" y="0"/>
                    <a:pt x="1941" y="7"/>
                    <a:pt x="1561" y="20"/>
                  </a:cubicBezTo>
                  <a:cubicBezTo>
                    <a:pt x="1225" y="4181"/>
                    <a:pt x="766" y="7669"/>
                    <a:pt x="521" y="8587"/>
                  </a:cubicBezTo>
                  <a:cubicBezTo>
                    <a:pt x="1" y="10606"/>
                    <a:pt x="307" y="15134"/>
                    <a:pt x="2907" y="16542"/>
                  </a:cubicBezTo>
                  <a:cubicBezTo>
                    <a:pt x="3152" y="15808"/>
                    <a:pt x="3397" y="15043"/>
                    <a:pt x="3672" y="14247"/>
                  </a:cubicBezTo>
                  <a:cubicBezTo>
                    <a:pt x="4162" y="12595"/>
                    <a:pt x="4559" y="10882"/>
                    <a:pt x="4896" y="9199"/>
                  </a:cubicBezTo>
                  <a:cubicBezTo>
                    <a:pt x="4223" y="8648"/>
                    <a:pt x="3886" y="7333"/>
                    <a:pt x="4009" y="5344"/>
                  </a:cubicBezTo>
                  <a:cubicBezTo>
                    <a:pt x="4039" y="4273"/>
                    <a:pt x="4223" y="2437"/>
                    <a:pt x="4315" y="51"/>
                  </a:cubicBezTo>
                  <a:cubicBezTo>
                    <a:pt x="3777" y="15"/>
                    <a:pt x="3239" y="0"/>
                    <a:pt x="2702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1"/>
            <p:cNvSpPr/>
            <p:nvPr/>
          </p:nvSpPr>
          <p:spPr>
            <a:xfrm>
              <a:off x="3129625" y="4159725"/>
              <a:ext cx="121625" cy="492600"/>
            </a:xfrm>
            <a:custGeom>
              <a:avLst/>
              <a:gdLst/>
              <a:ahLst/>
              <a:cxnLst/>
              <a:rect l="l" t="t" r="r" b="b"/>
              <a:pathLst>
                <a:path w="4865" h="19704" extrusionOk="0">
                  <a:moveTo>
                    <a:pt x="459" y="0"/>
                  </a:moveTo>
                  <a:lnTo>
                    <a:pt x="459" y="0"/>
                  </a:lnTo>
                  <a:cubicBezTo>
                    <a:pt x="520" y="3947"/>
                    <a:pt x="796" y="7007"/>
                    <a:pt x="887" y="8506"/>
                  </a:cubicBezTo>
                  <a:cubicBezTo>
                    <a:pt x="979" y="10495"/>
                    <a:pt x="643" y="11780"/>
                    <a:pt x="0" y="12361"/>
                  </a:cubicBezTo>
                  <a:cubicBezTo>
                    <a:pt x="306" y="14074"/>
                    <a:pt x="734" y="15757"/>
                    <a:pt x="1224" y="17409"/>
                  </a:cubicBezTo>
                  <a:cubicBezTo>
                    <a:pt x="1469" y="18205"/>
                    <a:pt x="1744" y="18970"/>
                    <a:pt x="1989" y="19704"/>
                  </a:cubicBezTo>
                  <a:cubicBezTo>
                    <a:pt x="4589" y="18296"/>
                    <a:pt x="4865" y="13768"/>
                    <a:pt x="4375" y="11749"/>
                  </a:cubicBezTo>
                  <a:cubicBezTo>
                    <a:pt x="4069" y="10586"/>
                    <a:pt x="3427" y="5660"/>
                    <a:pt x="3090" y="337"/>
                  </a:cubicBezTo>
                  <a:cubicBezTo>
                    <a:pt x="2234" y="214"/>
                    <a:pt x="1346" y="92"/>
                    <a:pt x="459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1"/>
            <p:cNvSpPr/>
            <p:nvPr/>
          </p:nvSpPr>
          <p:spPr>
            <a:xfrm>
              <a:off x="3151025" y="3893525"/>
              <a:ext cx="55875" cy="60450"/>
            </a:xfrm>
            <a:custGeom>
              <a:avLst/>
              <a:gdLst/>
              <a:ahLst/>
              <a:cxnLst/>
              <a:rect l="l" t="t" r="r" b="b"/>
              <a:pathLst>
                <a:path w="2235" h="2418" extrusionOk="0">
                  <a:moveTo>
                    <a:pt x="276" y="1"/>
                  </a:moveTo>
                  <a:cubicBezTo>
                    <a:pt x="154" y="705"/>
                    <a:pt x="93" y="1408"/>
                    <a:pt x="1" y="2112"/>
                  </a:cubicBezTo>
                  <a:cubicBezTo>
                    <a:pt x="705" y="2204"/>
                    <a:pt x="1378" y="2326"/>
                    <a:pt x="2051" y="2418"/>
                  </a:cubicBezTo>
                  <a:cubicBezTo>
                    <a:pt x="2081" y="1622"/>
                    <a:pt x="2143" y="858"/>
                    <a:pt x="2234" y="154"/>
                  </a:cubicBezTo>
                  <a:cubicBezTo>
                    <a:pt x="1561" y="123"/>
                    <a:pt x="919" y="62"/>
                    <a:pt x="276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1"/>
            <p:cNvSpPr/>
            <p:nvPr/>
          </p:nvSpPr>
          <p:spPr>
            <a:xfrm>
              <a:off x="2360125" y="577725"/>
              <a:ext cx="2879850" cy="3344125"/>
            </a:xfrm>
            <a:custGeom>
              <a:avLst/>
              <a:gdLst/>
              <a:ahLst/>
              <a:cxnLst/>
              <a:rect l="l" t="t" r="r" b="b"/>
              <a:pathLst>
                <a:path w="115194" h="133765" extrusionOk="0">
                  <a:moveTo>
                    <a:pt x="29281" y="0"/>
                  </a:moveTo>
                  <a:cubicBezTo>
                    <a:pt x="23927" y="0"/>
                    <a:pt x="19490" y="1347"/>
                    <a:pt x="16094" y="4009"/>
                  </a:cubicBezTo>
                  <a:cubicBezTo>
                    <a:pt x="1" y="16553"/>
                    <a:pt x="4437" y="34206"/>
                    <a:pt x="9149" y="46384"/>
                  </a:cubicBezTo>
                  <a:cubicBezTo>
                    <a:pt x="10832" y="50698"/>
                    <a:pt x="12300" y="54063"/>
                    <a:pt x="13616" y="57000"/>
                  </a:cubicBezTo>
                  <a:lnTo>
                    <a:pt x="15146" y="57000"/>
                  </a:lnTo>
                  <a:cubicBezTo>
                    <a:pt x="18297" y="64221"/>
                    <a:pt x="20072" y="68382"/>
                    <a:pt x="19735" y="76214"/>
                  </a:cubicBezTo>
                  <a:cubicBezTo>
                    <a:pt x="19276" y="87351"/>
                    <a:pt x="12086" y="106137"/>
                    <a:pt x="14626" y="130002"/>
                  </a:cubicBezTo>
                  <a:cubicBezTo>
                    <a:pt x="14748" y="131134"/>
                    <a:pt x="14901" y="132205"/>
                    <a:pt x="15054" y="133275"/>
                  </a:cubicBezTo>
                  <a:cubicBezTo>
                    <a:pt x="16461" y="132908"/>
                    <a:pt x="17869" y="132602"/>
                    <a:pt x="19276" y="132358"/>
                  </a:cubicBezTo>
                  <a:cubicBezTo>
                    <a:pt x="18787" y="130338"/>
                    <a:pt x="18297" y="128288"/>
                    <a:pt x="17869" y="126269"/>
                  </a:cubicBezTo>
                  <a:cubicBezTo>
                    <a:pt x="15207" y="113664"/>
                    <a:pt x="20316" y="94755"/>
                    <a:pt x="22275" y="79458"/>
                  </a:cubicBezTo>
                  <a:cubicBezTo>
                    <a:pt x="23284" y="71625"/>
                    <a:pt x="22856" y="67464"/>
                    <a:pt x="21448" y="62966"/>
                  </a:cubicBezTo>
                  <a:cubicBezTo>
                    <a:pt x="19429" y="57949"/>
                    <a:pt x="15666" y="52717"/>
                    <a:pt x="12545" y="42620"/>
                  </a:cubicBezTo>
                  <a:cubicBezTo>
                    <a:pt x="10985" y="37572"/>
                    <a:pt x="10159" y="32952"/>
                    <a:pt x="10862" y="28852"/>
                  </a:cubicBezTo>
                  <a:cubicBezTo>
                    <a:pt x="10465" y="20867"/>
                    <a:pt x="13035" y="13616"/>
                    <a:pt x="20653" y="7680"/>
                  </a:cubicBezTo>
                  <a:cubicBezTo>
                    <a:pt x="23793" y="5232"/>
                    <a:pt x="27729" y="4317"/>
                    <a:pt x="31860" y="4317"/>
                  </a:cubicBezTo>
                  <a:cubicBezTo>
                    <a:pt x="40326" y="4317"/>
                    <a:pt x="49608" y="8161"/>
                    <a:pt x="54522" y="10525"/>
                  </a:cubicBezTo>
                  <a:cubicBezTo>
                    <a:pt x="55991" y="10740"/>
                    <a:pt x="57062" y="10831"/>
                    <a:pt x="57613" y="10862"/>
                  </a:cubicBezTo>
                  <a:cubicBezTo>
                    <a:pt x="58163" y="10831"/>
                    <a:pt x="59234" y="10740"/>
                    <a:pt x="60703" y="10525"/>
                  </a:cubicBezTo>
                  <a:cubicBezTo>
                    <a:pt x="65613" y="8142"/>
                    <a:pt x="74883" y="4310"/>
                    <a:pt x="83342" y="4310"/>
                  </a:cubicBezTo>
                  <a:cubicBezTo>
                    <a:pt x="87481" y="4310"/>
                    <a:pt x="91426" y="5228"/>
                    <a:pt x="94572" y="7680"/>
                  </a:cubicBezTo>
                  <a:cubicBezTo>
                    <a:pt x="102191" y="13616"/>
                    <a:pt x="104761" y="20867"/>
                    <a:pt x="104363" y="28852"/>
                  </a:cubicBezTo>
                  <a:cubicBezTo>
                    <a:pt x="105067" y="32921"/>
                    <a:pt x="104240" y="37572"/>
                    <a:pt x="102680" y="42620"/>
                  </a:cubicBezTo>
                  <a:cubicBezTo>
                    <a:pt x="99529" y="52717"/>
                    <a:pt x="95796" y="57949"/>
                    <a:pt x="93746" y="62966"/>
                  </a:cubicBezTo>
                  <a:cubicBezTo>
                    <a:pt x="92339" y="67464"/>
                    <a:pt x="91941" y="71625"/>
                    <a:pt x="92951" y="79458"/>
                  </a:cubicBezTo>
                  <a:cubicBezTo>
                    <a:pt x="94909" y="94755"/>
                    <a:pt x="100018" y="113664"/>
                    <a:pt x="97356" y="126269"/>
                  </a:cubicBezTo>
                  <a:cubicBezTo>
                    <a:pt x="96836" y="128625"/>
                    <a:pt x="96286" y="131011"/>
                    <a:pt x="95674" y="133367"/>
                  </a:cubicBezTo>
                  <a:cubicBezTo>
                    <a:pt x="97142" y="133428"/>
                    <a:pt x="98641" y="133612"/>
                    <a:pt x="100110" y="133765"/>
                  </a:cubicBezTo>
                  <a:cubicBezTo>
                    <a:pt x="100294" y="132541"/>
                    <a:pt x="100447" y="131287"/>
                    <a:pt x="100569" y="130002"/>
                  </a:cubicBezTo>
                  <a:cubicBezTo>
                    <a:pt x="103139" y="106137"/>
                    <a:pt x="95949" y="87351"/>
                    <a:pt x="95490" y="76245"/>
                  </a:cubicBezTo>
                  <a:cubicBezTo>
                    <a:pt x="95153" y="68382"/>
                    <a:pt x="96928" y="64221"/>
                    <a:pt x="100079" y="57000"/>
                  </a:cubicBezTo>
                  <a:lnTo>
                    <a:pt x="101609" y="57000"/>
                  </a:lnTo>
                  <a:cubicBezTo>
                    <a:pt x="102894" y="54063"/>
                    <a:pt x="104363" y="50698"/>
                    <a:pt x="106046" y="46384"/>
                  </a:cubicBezTo>
                  <a:cubicBezTo>
                    <a:pt x="110788" y="34206"/>
                    <a:pt x="115194" y="16553"/>
                    <a:pt x="99131" y="4009"/>
                  </a:cubicBezTo>
                  <a:cubicBezTo>
                    <a:pt x="95735" y="1347"/>
                    <a:pt x="91298" y="0"/>
                    <a:pt x="85944" y="0"/>
                  </a:cubicBezTo>
                  <a:cubicBezTo>
                    <a:pt x="74287" y="0"/>
                    <a:pt x="61406" y="6364"/>
                    <a:pt x="57613" y="8414"/>
                  </a:cubicBezTo>
                  <a:cubicBezTo>
                    <a:pt x="53788" y="6364"/>
                    <a:pt x="40938" y="0"/>
                    <a:pt x="29281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1"/>
            <p:cNvSpPr/>
            <p:nvPr/>
          </p:nvSpPr>
          <p:spPr>
            <a:xfrm>
              <a:off x="3159450" y="2827275"/>
              <a:ext cx="1288875" cy="1112175"/>
            </a:xfrm>
            <a:custGeom>
              <a:avLst/>
              <a:gdLst/>
              <a:ahLst/>
              <a:cxnLst/>
              <a:rect l="l" t="t" r="r" b="b"/>
              <a:pathLst>
                <a:path w="51555" h="44487" extrusionOk="0">
                  <a:moveTo>
                    <a:pt x="25640" y="0"/>
                  </a:moveTo>
                  <a:cubicBezTo>
                    <a:pt x="24936" y="337"/>
                    <a:pt x="23896" y="857"/>
                    <a:pt x="22611" y="1530"/>
                  </a:cubicBezTo>
                  <a:cubicBezTo>
                    <a:pt x="20316" y="2815"/>
                    <a:pt x="10801" y="14503"/>
                    <a:pt x="4192" y="27965"/>
                  </a:cubicBezTo>
                  <a:cubicBezTo>
                    <a:pt x="1928" y="32585"/>
                    <a:pt x="643" y="37511"/>
                    <a:pt x="0" y="42223"/>
                  </a:cubicBezTo>
                  <a:cubicBezTo>
                    <a:pt x="643" y="42284"/>
                    <a:pt x="1285" y="42345"/>
                    <a:pt x="1958" y="42376"/>
                  </a:cubicBezTo>
                  <a:cubicBezTo>
                    <a:pt x="2020" y="41458"/>
                    <a:pt x="2264" y="40540"/>
                    <a:pt x="2601" y="39653"/>
                  </a:cubicBezTo>
                  <a:cubicBezTo>
                    <a:pt x="4681" y="35033"/>
                    <a:pt x="8843" y="25395"/>
                    <a:pt x="13248" y="17654"/>
                  </a:cubicBezTo>
                  <a:cubicBezTo>
                    <a:pt x="16644" y="11657"/>
                    <a:pt x="22947" y="6426"/>
                    <a:pt x="25640" y="4345"/>
                  </a:cubicBezTo>
                  <a:cubicBezTo>
                    <a:pt x="28332" y="6426"/>
                    <a:pt x="34635" y="11657"/>
                    <a:pt x="38031" y="17654"/>
                  </a:cubicBezTo>
                  <a:cubicBezTo>
                    <a:pt x="42437" y="25395"/>
                    <a:pt x="46598" y="35033"/>
                    <a:pt x="48678" y="39653"/>
                  </a:cubicBezTo>
                  <a:cubicBezTo>
                    <a:pt x="49137" y="40693"/>
                    <a:pt x="49412" y="42406"/>
                    <a:pt x="49535" y="44487"/>
                  </a:cubicBezTo>
                  <a:cubicBezTo>
                    <a:pt x="50208" y="44395"/>
                    <a:pt x="50881" y="44303"/>
                    <a:pt x="51554" y="44272"/>
                  </a:cubicBezTo>
                  <a:cubicBezTo>
                    <a:pt x="50973" y="39010"/>
                    <a:pt x="49688" y="33258"/>
                    <a:pt x="47057" y="27965"/>
                  </a:cubicBezTo>
                  <a:cubicBezTo>
                    <a:pt x="40448" y="14503"/>
                    <a:pt x="30963" y="2815"/>
                    <a:pt x="28638" y="1530"/>
                  </a:cubicBezTo>
                  <a:cubicBezTo>
                    <a:pt x="27353" y="857"/>
                    <a:pt x="26343" y="337"/>
                    <a:pt x="25640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1"/>
            <p:cNvSpPr/>
            <p:nvPr/>
          </p:nvSpPr>
          <p:spPr>
            <a:xfrm>
              <a:off x="4508725" y="4235275"/>
              <a:ext cx="273075" cy="411700"/>
            </a:xfrm>
            <a:custGeom>
              <a:avLst/>
              <a:gdLst/>
              <a:ahLst/>
              <a:cxnLst/>
              <a:rect l="l" t="t" r="r" b="b"/>
              <a:pathLst>
                <a:path w="10923" h="16468" extrusionOk="0">
                  <a:moveTo>
                    <a:pt x="6820" y="1"/>
                  </a:moveTo>
                  <a:cubicBezTo>
                    <a:pt x="6464" y="1"/>
                    <a:pt x="6108" y="13"/>
                    <a:pt x="5752" y="38"/>
                  </a:cubicBezTo>
                  <a:cubicBezTo>
                    <a:pt x="4161" y="4321"/>
                    <a:pt x="2693" y="7503"/>
                    <a:pt x="1622" y="8543"/>
                  </a:cubicBezTo>
                  <a:cubicBezTo>
                    <a:pt x="1071" y="11450"/>
                    <a:pt x="520" y="14112"/>
                    <a:pt x="0" y="16468"/>
                  </a:cubicBezTo>
                  <a:cubicBezTo>
                    <a:pt x="3090" y="14785"/>
                    <a:pt x="7619" y="9675"/>
                    <a:pt x="10923" y="527"/>
                  </a:cubicBezTo>
                  <a:cubicBezTo>
                    <a:pt x="9584" y="186"/>
                    <a:pt x="8206" y="1"/>
                    <a:pt x="6820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1"/>
            <p:cNvSpPr/>
            <p:nvPr/>
          </p:nvSpPr>
          <p:spPr>
            <a:xfrm>
              <a:off x="2792300" y="4119175"/>
              <a:ext cx="146125" cy="151475"/>
            </a:xfrm>
            <a:custGeom>
              <a:avLst/>
              <a:gdLst/>
              <a:ahLst/>
              <a:cxnLst/>
              <a:rect l="l" t="t" r="r" b="b"/>
              <a:pathLst>
                <a:path w="5845" h="6059" extrusionOk="0">
                  <a:moveTo>
                    <a:pt x="4651" y="1"/>
                  </a:moveTo>
                  <a:cubicBezTo>
                    <a:pt x="3121" y="674"/>
                    <a:pt x="1591" y="1408"/>
                    <a:pt x="0" y="1959"/>
                  </a:cubicBezTo>
                  <a:cubicBezTo>
                    <a:pt x="429" y="3397"/>
                    <a:pt x="888" y="4774"/>
                    <a:pt x="1377" y="6059"/>
                  </a:cubicBezTo>
                  <a:cubicBezTo>
                    <a:pt x="2907" y="5294"/>
                    <a:pt x="4376" y="4406"/>
                    <a:pt x="5844" y="3519"/>
                  </a:cubicBezTo>
                  <a:cubicBezTo>
                    <a:pt x="5446" y="2418"/>
                    <a:pt x="5049" y="1255"/>
                    <a:pt x="4651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1"/>
            <p:cNvSpPr/>
            <p:nvPr/>
          </p:nvSpPr>
          <p:spPr>
            <a:xfrm>
              <a:off x="2760925" y="4002925"/>
              <a:ext cx="145375" cy="154525"/>
            </a:xfrm>
            <a:custGeom>
              <a:avLst/>
              <a:gdLst/>
              <a:ahLst/>
              <a:cxnLst/>
              <a:rect l="l" t="t" r="r" b="b"/>
              <a:pathLst>
                <a:path w="5815" h="6181" extrusionOk="0">
                  <a:moveTo>
                    <a:pt x="4529" y="0"/>
                  </a:moveTo>
                  <a:cubicBezTo>
                    <a:pt x="3061" y="643"/>
                    <a:pt x="1531" y="1224"/>
                    <a:pt x="1" y="1683"/>
                  </a:cubicBezTo>
                  <a:cubicBezTo>
                    <a:pt x="338" y="3274"/>
                    <a:pt x="735" y="4742"/>
                    <a:pt x="1133" y="6180"/>
                  </a:cubicBezTo>
                  <a:cubicBezTo>
                    <a:pt x="2724" y="5630"/>
                    <a:pt x="4254" y="4895"/>
                    <a:pt x="5814" y="4253"/>
                  </a:cubicBezTo>
                  <a:cubicBezTo>
                    <a:pt x="5355" y="2876"/>
                    <a:pt x="4927" y="1469"/>
                    <a:pt x="4529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1"/>
            <p:cNvSpPr/>
            <p:nvPr/>
          </p:nvSpPr>
          <p:spPr>
            <a:xfrm>
              <a:off x="2738000" y="3896600"/>
              <a:ext cx="133100" cy="138475"/>
            </a:xfrm>
            <a:custGeom>
              <a:avLst/>
              <a:gdLst/>
              <a:ahLst/>
              <a:cxnLst/>
              <a:rect l="l" t="t" r="r" b="b"/>
              <a:pathLst>
                <a:path w="5324" h="5539" extrusionOk="0">
                  <a:moveTo>
                    <a:pt x="4284" y="0"/>
                  </a:moveTo>
                  <a:cubicBezTo>
                    <a:pt x="2846" y="276"/>
                    <a:pt x="1408" y="582"/>
                    <a:pt x="0" y="949"/>
                  </a:cubicBezTo>
                  <a:cubicBezTo>
                    <a:pt x="245" y="2540"/>
                    <a:pt x="520" y="4070"/>
                    <a:pt x="826" y="5538"/>
                  </a:cubicBezTo>
                  <a:cubicBezTo>
                    <a:pt x="2356" y="5079"/>
                    <a:pt x="3855" y="4498"/>
                    <a:pt x="5324" y="3855"/>
                  </a:cubicBezTo>
                  <a:cubicBezTo>
                    <a:pt x="4957" y="2601"/>
                    <a:pt x="4620" y="1316"/>
                    <a:pt x="4284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1"/>
            <p:cNvSpPr/>
            <p:nvPr/>
          </p:nvSpPr>
          <p:spPr>
            <a:xfrm>
              <a:off x="2621725" y="685475"/>
              <a:ext cx="2356650" cy="614325"/>
            </a:xfrm>
            <a:custGeom>
              <a:avLst/>
              <a:gdLst/>
              <a:ahLst/>
              <a:cxnLst/>
              <a:rect l="l" t="t" r="r" b="b"/>
              <a:pathLst>
                <a:path w="94266" h="24573" extrusionOk="0">
                  <a:moveTo>
                    <a:pt x="21419" y="0"/>
                  </a:moveTo>
                  <a:cubicBezTo>
                    <a:pt x="17280" y="0"/>
                    <a:pt x="13335" y="918"/>
                    <a:pt x="10189" y="3370"/>
                  </a:cubicBezTo>
                  <a:cubicBezTo>
                    <a:pt x="2571" y="9306"/>
                    <a:pt x="1" y="16587"/>
                    <a:pt x="429" y="24573"/>
                  </a:cubicBezTo>
                  <a:cubicBezTo>
                    <a:pt x="888" y="21636"/>
                    <a:pt x="2295" y="18943"/>
                    <a:pt x="4406" y="16863"/>
                  </a:cubicBezTo>
                  <a:cubicBezTo>
                    <a:pt x="6064" y="15215"/>
                    <a:pt x="8613" y="14611"/>
                    <a:pt x="11459" y="14611"/>
                  </a:cubicBezTo>
                  <a:cubicBezTo>
                    <a:pt x="18069" y="14611"/>
                    <a:pt x="26276" y="17868"/>
                    <a:pt x="28608" y="18851"/>
                  </a:cubicBezTo>
                  <a:cubicBezTo>
                    <a:pt x="31973" y="20228"/>
                    <a:pt x="46445" y="21177"/>
                    <a:pt x="46445" y="21177"/>
                  </a:cubicBezTo>
                  <a:lnTo>
                    <a:pt x="47852" y="21177"/>
                  </a:lnTo>
                  <a:cubicBezTo>
                    <a:pt x="47852" y="21177"/>
                    <a:pt x="62324" y="20228"/>
                    <a:pt x="65690" y="18851"/>
                  </a:cubicBezTo>
                  <a:cubicBezTo>
                    <a:pt x="68023" y="17888"/>
                    <a:pt x="76246" y="14617"/>
                    <a:pt x="82860" y="14617"/>
                  </a:cubicBezTo>
                  <a:cubicBezTo>
                    <a:pt x="85697" y="14617"/>
                    <a:pt x="88238" y="15219"/>
                    <a:pt x="89891" y="16863"/>
                  </a:cubicBezTo>
                  <a:cubicBezTo>
                    <a:pt x="92002" y="18943"/>
                    <a:pt x="93409" y="21636"/>
                    <a:pt x="93899" y="24573"/>
                  </a:cubicBezTo>
                  <a:cubicBezTo>
                    <a:pt x="94266" y="16587"/>
                    <a:pt x="91727" y="9306"/>
                    <a:pt x="84108" y="3401"/>
                  </a:cubicBezTo>
                  <a:cubicBezTo>
                    <a:pt x="80960" y="937"/>
                    <a:pt x="77012" y="16"/>
                    <a:pt x="72870" y="16"/>
                  </a:cubicBezTo>
                  <a:cubicBezTo>
                    <a:pt x="64413" y="16"/>
                    <a:pt x="55147" y="3854"/>
                    <a:pt x="50239" y="6215"/>
                  </a:cubicBezTo>
                  <a:cubicBezTo>
                    <a:pt x="52289" y="5909"/>
                    <a:pt x="54308" y="5451"/>
                    <a:pt x="56297" y="4900"/>
                  </a:cubicBezTo>
                  <a:cubicBezTo>
                    <a:pt x="62381" y="3206"/>
                    <a:pt x="70138" y="733"/>
                    <a:pt x="74671" y="733"/>
                  </a:cubicBezTo>
                  <a:cubicBezTo>
                    <a:pt x="76360" y="733"/>
                    <a:pt x="77602" y="1076"/>
                    <a:pt x="78142" y="1932"/>
                  </a:cubicBezTo>
                  <a:cubicBezTo>
                    <a:pt x="81538" y="7286"/>
                    <a:pt x="77622" y="10499"/>
                    <a:pt x="73859" y="11753"/>
                  </a:cubicBezTo>
                  <a:cubicBezTo>
                    <a:pt x="73319" y="11934"/>
                    <a:pt x="72657" y="12013"/>
                    <a:pt x="71903" y="12013"/>
                  </a:cubicBezTo>
                  <a:cubicBezTo>
                    <a:pt x="67436" y="12013"/>
                    <a:pt x="59750" y="9261"/>
                    <a:pt x="55379" y="8816"/>
                  </a:cubicBezTo>
                  <a:lnTo>
                    <a:pt x="47149" y="7959"/>
                  </a:lnTo>
                  <a:lnTo>
                    <a:pt x="38918" y="8816"/>
                  </a:lnTo>
                  <a:cubicBezTo>
                    <a:pt x="34547" y="9261"/>
                    <a:pt x="26861" y="12013"/>
                    <a:pt x="22394" y="12013"/>
                  </a:cubicBezTo>
                  <a:cubicBezTo>
                    <a:pt x="21640" y="12013"/>
                    <a:pt x="20978" y="11934"/>
                    <a:pt x="20439" y="11753"/>
                  </a:cubicBezTo>
                  <a:cubicBezTo>
                    <a:pt x="16675" y="10499"/>
                    <a:pt x="12759" y="7286"/>
                    <a:pt x="16125" y="1932"/>
                  </a:cubicBezTo>
                  <a:cubicBezTo>
                    <a:pt x="16674" y="1067"/>
                    <a:pt x="17924" y="719"/>
                    <a:pt x="19622" y="719"/>
                  </a:cubicBezTo>
                  <a:cubicBezTo>
                    <a:pt x="24166" y="719"/>
                    <a:pt x="31911" y="3207"/>
                    <a:pt x="37970" y="4900"/>
                  </a:cubicBezTo>
                  <a:cubicBezTo>
                    <a:pt x="39989" y="5451"/>
                    <a:pt x="42008" y="5879"/>
                    <a:pt x="44058" y="6215"/>
                  </a:cubicBezTo>
                  <a:cubicBezTo>
                    <a:pt x="39148" y="3832"/>
                    <a:pt x="29879" y="0"/>
                    <a:pt x="21419" y="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1"/>
            <p:cNvSpPr/>
            <p:nvPr/>
          </p:nvSpPr>
          <p:spPr>
            <a:xfrm>
              <a:off x="2601075" y="1050750"/>
              <a:ext cx="2397975" cy="1101925"/>
            </a:xfrm>
            <a:custGeom>
              <a:avLst/>
              <a:gdLst/>
              <a:ahLst/>
              <a:cxnLst/>
              <a:rect l="l" t="t" r="r" b="b"/>
              <a:pathLst>
                <a:path w="95919" h="44077" extrusionOk="0">
                  <a:moveTo>
                    <a:pt x="83681" y="0"/>
                  </a:moveTo>
                  <a:cubicBezTo>
                    <a:pt x="77067" y="0"/>
                    <a:pt x="68868" y="3257"/>
                    <a:pt x="66516" y="4240"/>
                  </a:cubicBezTo>
                  <a:cubicBezTo>
                    <a:pt x="63150" y="5617"/>
                    <a:pt x="48678" y="6566"/>
                    <a:pt x="48678" y="6566"/>
                  </a:cubicBezTo>
                  <a:lnTo>
                    <a:pt x="47271" y="6566"/>
                  </a:lnTo>
                  <a:cubicBezTo>
                    <a:pt x="47271" y="6566"/>
                    <a:pt x="32799" y="5617"/>
                    <a:pt x="29434" y="4240"/>
                  </a:cubicBezTo>
                  <a:cubicBezTo>
                    <a:pt x="27078" y="3277"/>
                    <a:pt x="18864" y="6"/>
                    <a:pt x="12258" y="6"/>
                  </a:cubicBezTo>
                  <a:cubicBezTo>
                    <a:pt x="9424" y="6"/>
                    <a:pt x="6886" y="608"/>
                    <a:pt x="5232" y="2252"/>
                  </a:cubicBezTo>
                  <a:cubicBezTo>
                    <a:pt x="3121" y="4332"/>
                    <a:pt x="1714" y="7025"/>
                    <a:pt x="1255" y="9962"/>
                  </a:cubicBezTo>
                  <a:cubicBezTo>
                    <a:pt x="521" y="14031"/>
                    <a:pt x="1347" y="18651"/>
                    <a:pt x="2938" y="23730"/>
                  </a:cubicBezTo>
                  <a:cubicBezTo>
                    <a:pt x="6058" y="33826"/>
                    <a:pt x="9822" y="39058"/>
                    <a:pt x="11841" y="44076"/>
                  </a:cubicBezTo>
                  <a:cubicBezTo>
                    <a:pt x="10525" y="39793"/>
                    <a:pt x="8292" y="35203"/>
                    <a:pt x="5600" y="26851"/>
                  </a:cubicBezTo>
                  <a:cubicBezTo>
                    <a:pt x="0" y="9686"/>
                    <a:pt x="3886" y="6076"/>
                    <a:pt x="8353" y="3904"/>
                  </a:cubicBezTo>
                  <a:cubicBezTo>
                    <a:pt x="9356" y="3402"/>
                    <a:pt x="10658" y="3192"/>
                    <a:pt x="12129" y="3192"/>
                  </a:cubicBezTo>
                  <a:cubicBezTo>
                    <a:pt x="17570" y="3192"/>
                    <a:pt x="25338" y="6067"/>
                    <a:pt x="28975" y="7728"/>
                  </a:cubicBezTo>
                  <a:cubicBezTo>
                    <a:pt x="33625" y="9809"/>
                    <a:pt x="47852" y="10390"/>
                    <a:pt x="47852" y="10390"/>
                  </a:cubicBezTo>
                  <a:lnTo>
                    <a:pt x="48066" y="10390"/>
                  </a:lnTo>
                  <a:cubicBezTo>
                    <a:pt x="48066" y="10390"/>
                    <a:pt x="62324" y="9809"/>
                    <a:pt x="66974" y="7728"/>
                  </a:cubicBezTo>
                  <a:cubicBezTo>
                    <a:pt x="70611" y="6067"/>
                    <a:pt x="78360" y="3192"/>
                    <a:pt x="83808" y="3192"/>
                  </a:cubicBezTo>
                  <a:cubicBezTo>
                    <a:pt x="85281" y="3192"/>
                    <a:pt x="86586" y="3402"/>
                    <a:pt x="87596" y="3904"/>
                  </a:cubicBezTo>
                  <a:cubicBezTo>
                    <a:pt x="92063" y="6076"/>
                    <a:pt x="95918" y="9686"/>
                    <a:pt x="90380" y="26851"/>
                  </a:cubicBezTo>
                  <a:cubicBezTo>
                    <a:pt x="87688" y="35203"/>
                    <a:pt x="85454" y="39793"/>
                    <a:pt x="84108" y="44045"/>
                  </a:cubicBezTo>
                  <a:cubicBezTo>
                    <a:pt x="86158" y="39028"/>
                    <a:pt x="89891" y="33796"/>
                    <a:pt x="93042" y="23730"/>
                  </a:cubicBezTo>
                  <a:cubicBezTo>
                    <a:pt x="94602" y="18682"/>
                    <a:pt x="95429" y="14031"/>
                    <a:pt x="94725" y="9962"/>
                  </a:cubicBezTo>
                  <a:cubicBezTo>
                    <a:pt x="94235" y="7025"/>
                    <a:pt x="92858" y="4332"/>
                    <a:pt x="90747" y="2252"/>
                  </a:cubicBezTo>
                  <a:cubicBezTo>
                    <a:pt x="89081" y="604"/>
                    <a:pt x="86528" y="0"/>
                    <a:pt x="836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1"/>
            <p:cNvSpPr/>
            <p:nvPr/>
          </p:nvSpPr>
          <p:spPr>
            <a:xfrm>
              <a:off x="2740275" y="2151875"/>
              <a:ext cx="369475" cy="1734800"/>
            </a:xfrm>
            <a:custGeom>
              <a:avLst/>
              <a:gdLst/>
              <a:ahLst/>
              <a:cxnLst/>
              <a:rect l="l" t="t" r="r" b="b"/>
              <a:pathLst>
                <a:path w="14779" h="69392" extrusionOk="0">
                  <a:moveTo>
                    <a:pt x="6273" y="0"/>
                  </a:moveTo>
                  <a:lnTo>
                    <a:pt x="6273" y="0"/>
                  </a:lnTo>
                  <a:cubicBezTo>
                    <a:pt x="7650" y="4498"/>
                    <a:pt x="8078" y="8659"/>
                    <a:pt x="7069" y="16492"/>
                  </a:cubicBezTo>
                  <a:cubicBezTo>
                    <a:pt x="5110" y="31789"/>
                    <a:pt x="1" y="50698"/>
                    <a:pt x="2663" y="63303"/>
                  </a:cubicBezTo>
                  <a:cubicBezTo>
                    <a:pt x="3091" y="65322"/>
                    <a:pt x="3581" y="67372"/>
                    <a:pt x="4070" y="69392"/>
                  </a:cubicBezTo>
                  <a:cubicBezTo>
                    <a:pt x="5233" y="69177"/>
                    <a:pt x="6395" y="68994"/>
                    <a:pt x="7589" y="68902"/>
                  </a:cubicBezTo>
                  <a:cubicBezTo>
                    <a:pt x="6334" y="62232"/>
                    <a:pt x="5386" y="54706"/>
                    <a:pt x="5325" y="48495"/>
                  </a:cubicBezTo>
                  <a:cubicBezTo>
                    <a:pt x="5233" y="35277"/>
                    <a:pt x="13677" y="15941"/>
                    <a:pt x="14595" y="10005"/>
                  </a:cubicBezTo>
                  <a:cubicBezTo>
                    <a:pt x="14779" y="8904"/>
                    <a:pt x="14748" y="7741"/>
                    <a:pt x="14503" y="6640"/>
                  </a:cubicBezTo>
                  <a:lnTo>
                    <a:pt x="7711" y="6701"/>
                  </a:lnTo>
                  <a:cubicBezTo>
                    <a:pt x="7650" y="4406"/>
                    <a:pt x="7160" y="2142"/>
                    <a:pt x="6273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1"/>
            <p:cNvSpPr/>
            <p:nvPr/>
          </p:nvSpPr>
          <p:spPr>
            <a:xfrm>
              <a:off x="2740275" y="2151875"/>
              <a:ext cx="369475" cy="1734800"/>
            </a:xfrm>
            <a:custGeom>
              <a:avLst/>
              <a:gdLst/>
              <a:ahLst/>
              <a:cxnLst/>
              <a:rect l="l" t="t" r="r" b="b"/>
              <a:pathLst>
                <a:path w="14779" h="69392" extrusionOk="0">
                  <a:moveTo>
                    <a:pt x="14595" y="10005"/>
                  </a:moveTo>
                  <a:cubicBezTo>
                    <a:pt x="14779" y="8904"/>
                    <a:pt x="14748" y="7741"/>
                    <a:pt x="14503" y="6640"/>
                  </a:cubicBezTo>
                  <a:lnTo>
                    <a:pt x="7711" y="6701"/>
                  </a:lnTo>
                  <a:cubicBezTo>
                    <a:pt x="7650" y="4406"/>
                    <a:pt x="7160" y="2142"/>
                    <a:pt x="6273" y="0"/>
                  </a:cubicBezTo>
                  <a:cubicBezTo>
                    <a:pt x="7650" y="4498"/>
                    <a:pt x="8078" y="8659"/>
                    <a:pt x="7069" y="16492"/>
                  </a:cubicBezTo>
                  <a:cubicBezTo>
                    <a:pt x="5110" y="31789"/>
                    <a:pt x="1" y="50698"/>
                    <a:pt x="2663" y="63303"/>
                  </a:cubicBezTo>
                  <a:cubicBezTo>
                    <a:pt x="3091" y="65322"/>
                    <a:pt x="3581" y="67372"/>
                    <a:pt x="4070" y="69392"/>
                  </a:cubicBezTo>
                  <a:cubicBezTo>
                    <a:pt x="5233" y="69177"/>
                    <a:pt x="6395" y="68994"/>
                    <a:pt x="7589" y="68902"/>
                  </a:cubicBezTo>
                  <a:cubicBezTo>
                    <a:pt x="6334" y="62232"/>
                    <a:pt x="5386" y="54706"/>
                    <a:pt x="5325" y="48495"/>
                  </a:cubicBezTo>
                  <a:cubicBezTo>
                    <a:pt x="5233" y="35277"/>
                    <a:pt x="13677" y="15941"/>
                    <a:pt x="14595" y="10005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1"/>
            <p:cNvSpPr/>
            <p:nvPr/>
          </p:nvSpPr>
          <p:spPr>
            <a:xfrm>
              <a:off x="4491125" y="2151875"/>
              <a:ext cx="369475" cy="1763875"/>
            </a:xfrm>
            <a:custGeom>
              <a:avLst/>
              <a:gdLst/>
              <a:ahLst/>
              <a:cxnLst/>
              <a:rect l="l" t="t" r="r" b="b"/>
              <a:pathLst>
                <a:path w="14779" h="70555" extrusionOk="0">
                  <a:moveTo>
                    <a:pt x="8506" y="0"/>
                  </a:moveTo>
                  <a:lnTo>
                    <a:pt x="8506" y="0"/>
                  </a:lnTo>
                  <a:cubicBezTo>
                    <a:pt x="7619" y="2112"/>
                    <a:pt x="7099" y="4406"/>
                    <a:pt x="7068" y="6701"/>
                  </a:cubicBezTo>
                  <a:lnTo>
                    <a:pt x="276" y="6640"/>
                  </a:lnTo>
                  <a:cubicBezTo>
                    <a:pt x="31" y="7741"/>
                    <a:pt x="0" y="8904"/>
                    <a:pt x="153" y="10005"/>
                  </a:cubicBezTo>
                  <a:cubicBezTo>
                    <a:pt x="1102" y="15941"/>
                    <a:pt x="9546" y="35247"/>
                    <a:pt x="9424" y="48495"/>
                  </a:cubicBezTo>
                  <a:cubicBezTo>
                    <a:pt x="9363" y="55226"/>
                    <a:pt x="8261" y="63517"/>
                    <a:pt x="6885" y="70554"/>
                  </a:cubicBezTo>
                  <a:cubicBezTo>
                    <a:pt x="7695" y="70426"/>
                    <a:pt x="8521" y="70373"/>
                    <a:pt x="9351" y="70373"/>
                  </a:cubicBezTo>
                  <a:cubicBezTo>
                    <a:pt x="9711" y="70373"/>
                    <a:pt x="10072" y="70383"/>
                    <a:pt x="10434" y="70401"/>
                  </a:cubicBezTo>
                  <a:cubicBezTo>
                    <a:pt x="11046" y="68045"/>
                    <a:pt x="11596" y="65659"/>
                    <a:pt x="12116" y="63303"/>
                  </a:cubicBezTo>
                  <a:cubicBezTo>
                    <a:pt x="14778" y="50698"/>
                    <a:pt x="9669" y="31789"/>
                    <a:pt x="7711" y="16492"/>
                  </a:cubicBezTo>
                  <a:cubicBezTo>
                    <a:pt x="6701" y="8659"/>
                    <a:pt x="7099" y="4498"/>
                    <a:pt x="8506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1"/>
            <p:cNvSpPr/>
            <p:nvPr/>
          </p:nvSpPr>
          <p:spPr>
            <a:xfrm>
              <a:off x="4491125" y="2151875"/>
              <a:ext cx="369475" cy="1763875"/>
            </a:xfrm>
            <a:custGeom>
              <a:avLst/>
              <a:gdLst/>
              <a:ahLst/>
              <a:cxnLst/>
              <a:rect l="l" t="t" r="r" b="b"/>
              <a:pathLst>
                <a:path w="14779" h="70555" extrusionOk="0">
                  <a:moveTo>
                    <a:pt x="7711" y="16492"/>
                  </a:moveTo>
                  <a:cubicBezTo>
                    <a:pt x="6701" y="8659"/>
                    <a:pt x="7099" y="4498"/>
                    <a:pt x="8506" y="0"/>
                  </a:cubicBezTo>
                  <a:cubicBezTo>
                    <a:pt x="7619" y="2112"/>
                    <a:pt x="7099" y="4406"/>
                    <a:pt x="7068" y="6701"/>
                  </a:cubicBezTo>
                  <a:lnTo>
                    <a:pt x="276" y="6640"/>
                  </a:lnTo>
                  <a:cubicBezTo>
                    <a:pt x="31" y="7741"/>
                    <a:pt x="0" y="8904"/>
                    <a:pt x="153" y="10005"/>
                  </a:cubicBezTo>
                  <a:cubicBezTo>
                    <a:pt x="1102" y="15941"/>
                    <a:pt x="9546" y="35247"/>
                    <a:pt x="9424" y="48495"/>
                  </a:cubicBezTo>
                  <a:cubicBezTo>
                    <a:pt x="9363" y="55226"/>
                    <a:pt x="8261" y="63517"/>
                    <a:pt x="6885" y="70554"/>
                  </a:cubicBezTo>
                  <a:cubicBezTo>
                    <a:pt x="8047" y="70371"/>
                    <a:pt x="9240" y="70340"/>
                    <a:pt x="10434" y="70401"/>
                  </a:cubicBezTo>
                  <a:cubicBezTo>
                    <a:pt x="11046" y="68045"/>
                    <a:pt x="11596" y="65659"/>
                    <a:pt x="12116" y="63303"/>
                  </a:cubicBezTo>
                  <a:cubicBezTo>
                    <a:pt x="14778" y="50698"/>
                    <a:pt x="9669" y="31789"/>
                    <a:pt x="7711" y="16492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1"/>
            <p:cNvSpPr/>
            <p:nvPr/>
          </p:nvSpPr>
          <p:spPr>
            <a:xfrm>
              <a:off x="3139550" y="2772200"/>
              <a:ext cx="1329425" cy="1161900"/>
            </a:xfrm>
            <a:custGeom>
              <a:avLst/>
              <a:gdLst/>
              <a:ahLst/>
              <a:cxnLst/>
              <a:rect l="l" t="t" r="r" b="b"/>
              <a:pathLst>
                <a:path w="53177" h="46476" extrusionOk="0">
                  <a:moveTo>
                    <a:pt x="26436" y="1"/>
                  </a:moveTo>
                  <a:cubicBezTo>
                    <a:pt x="24508" y="704"/>
                    <a:pt x="22795" y="1836"/>
                    <a:pt x="21357" y="3274"/>
                  </a:cubicBezTo>
                  <a:cubicBezTo>
                    <a:pt x="18787" y="5814"/>
                    <a:pt x="16247" y="9424"/>
                    <a:pt x="8017" y="21356"/>
                  </a:cubicBezTo>
                  <a:cubicBezTo>
                    <a:pt x="3428" y="28026"/>
                    <a:pt x="1102" y="36777"/>
                    <a:pt x="1" y="44303"/>
                  </a:cubicBezTo>
                  <a:lnTo>
                    <a:pt x="123" y="44334"/>
                  </a:lnTo>
                  <a:lnTo>
                    <a:pt x="796" y="44395"/>
                  </a:lnTo>
                  <a:cubicBezTo>
                    <a:pt x="1469" y="39714"/>
                    <a:pt x="2754" y="34757"/>
                    <a:pt x="4988" y="30137"/>
                  </a:cubicBezTo>
                  <a:cubicBezTo>
                    <a:pt x="11597" y="16706"/>
                    <a:pt x="21112" y="4988"/>
                    <a:pt x="23437" y="3733"/>
                  </a:cubicBezTo>
                  <a:cubicBezTo>
                    <a:pt x="24692" y="3030"/>
                    <a:pt x="25732" y="2509"/>
                    <a:pt x="26436" y="2203"/>
                  </a:cubicBezTo>
                  <a:cubicBezTo>
                    <a:pt x="27139" y="2540"/>
                    <a:pt x="28180" y="3030"/>
                    <a:pt x="29434" y="3733"/>
                  </a:cubicBezTo>
                  <a:cubicBezTo>
                    <a:pt x="31729" y="4988"/>
                    <a:pt x="41244" y="16706"/>
                    <a:pt x="47853" y="30137"/>
                  </a:cubicBezTo>
                  <a:cubicBezTo>
                    <a:pt x="50453" y="35461"/>
                    <a:pt x="51738" y="41213"/>
                    <a:pt x="52350" y="46475"/>
                  </a:cubicBezTo>
                  <a:cubicBezTo>
                    <a:pt x="52625" y="46445"/>
                    <a:pt x="52901" y="46445"/>
                    <a:pt x="53176" y="46445"/>
                  </a:cubicBezTo>
                  <a:cubicBezTo>
                    <a:pt x="52167" y="38490"/>
                    <a:pt x="49872" y="28669"/>
                    <a:pt x="44824" y="21326"/>
                  </a:cubicBezTo>
                  <a:cubicBezTo>
                    <a:pt x="36624" y="9424"/>
                    <a:pt x="34054" y="5814"/>
                    <a:pt x="31514" y="3274"/>
                  </a:cubicBezTo>
                  <a:cubicBezTo>
                    <a:pt x="30076" y="1836"/>
                    <a:pt x="28332" y="704"/>
                    <a:pt x="26436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1"/>
            <p:cNvSpPr/>
            <p:nvPr/>
          </p:nvSpPr>
          <p:spPr>
            <a:xfrm>
              <a:off x="3139550" y="2772200"/>
              <a:ext cx="1329425" cy="1161900"/>
            </a:xfrm>
            <a:custGeom>
              <a:avLst/>
              <a:gdLst/>
              <a:ahLst/>
              <a:cxnLst/>
              <a:rect l="l" t="t" r="r" b="b"/>
              <a:pathLst>
                <a:path w="53177" h="46476" extrusionOk="0">
                  <a:moveTo>
                    <a:pt x="31514" y="3274"/>
                  </a:moveTo>
                  <a:cubicBezTo>
                    <a:pt x="30076" y="1836"/>
                    <a:pt x="28332" y="704"/>
                    <a:pt x="26436" y="1"/>
                  </a:cubicBezTo>
                  <a:cubicBezTo>
                    <a:pt x="24508" y="704"/>
                    <a:pt x="22795" y="1836"/>
                    <a:pt x="21357" y="3274"/>
                  </a:cubicBezTo>
                  <a:cubicBezTo>
                    <a:pt x="18787" y="5814"/>
                    <a:pt x="16247" y="9424"/>
                    <a:pt x="8017" y="21356"/>
                  </a:cubicBezTo>
                  <a:cubicBezTo>
                    <a:pt x="3428" y="28026"/>
                    <a:pt x="1102" y="36777"/>
                    <a:pt x="1" y="44303"/>
                  </a:cubicBezTo>
                  <a:lnTo>
                    <a:pt x="123" y="44334"/>
                  </a:lnTo>
                  <a:lnTo>
                    <a:pt x="796" y="44395"/>
                  </a:lnTo>
                  <a:cubicBezTo>
                    <a:pt x="1469" y="39714"/>
                    <a:pt x="2754" y="34757"/>
                    <a:pt x="4988" y="30137"/>
                  </a:cubicBezTo>
                  <a:cubicBezTo>
                    <a:pt x="11597" y="16706"/>
                    <a:pt x="21112" y="4988"/>
                    <a:pt x="23437" y="3733"/>
                  </a:cubicBezTo>
                  <a:cubicBezTo>
                    <a:pt x="24692" y="3030"/>
                    <a:pt x="25732" y="2509"/>
                    <a:pt x="26436" y="2203"/>
                  </a:cubicBezTo>
                  <a:cubicBezTo>
                    <a:pt x="27139" y="2540"/>
                    <a:pt x="28180" y="3030"/>
                    <a:pt x="29434" y="3733"/>
                  </a:cubicBezTo>
                  <a:cubicBezTo>
                    <a:pt x="31729" y="4988"/>
                    <a:pt x="41244" y="16706"/>
                    <a:pt x="47853" y="30137"/>
                  </a:cubicBezTo>
                  <a:cubicBezTo>
                    <a:pt x="50453" y="35461"/>
                    <a:pt x="51738" y="41213"/>
                    <a:pt x="52350" y="46475"/>
                  </a:cubicBezTo>
                  <a:cubicBezTo>
                    <a:pt x="52625" y="46445"/>
                    <a:pt x="52901" y="46445"/>
                    <a:pt x="53176" y="46445"/>
                  </a:cubicBezTo>
                  <a:cubicBezTo>
                    <a:pt x="52167" y="38490"/>
                    <a:pt x="49872" y="28669"/>
                    <a:pt x="44824" y="21326"/>
                  </a:cubicBezTo>
                  <a:cubicBezTo>
                    <a:pt x="36624" y="9424"/>
                    <a:pt x="34054" y="5814"/>
                    <a:pt x="31514" y="3274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1"/>
            <p:cNvSpPr/>
            <p:nvPr/>
          </p:nvSpPr>
          <p:spPr>
            <a:xfrm>
              <a:off x="2845075" y="3885125"/>
              <a:ext cx="102525" cy="108625"/>
            </a:xfrm>
            <a:custGeom>
              <a:avLst/>
              <a:gdLst/>
              <a:ahLst/>
              <a:cxnLst/>
              <a:rect l="l" t="t" r="r" b="b"/>
              <a:pathLst>
                <a:path w="4101" h="4345" extrusionOk="0">
                  <a:moveTo>
                    <a:pt x="3458" y="0"/>
                  </a:moveTo>
                  <a:cubicBezTo>
                    <a:pt x="2295" y="123"/>
                    <a:pt x="1133" y="276"/>
                    <a:pt x="1" y="490"/>
                  </a:cubicBezTo>
                  <a:cubicBezTo>
                    <a:pt x="337" y="1775"/>
                    <a:pt x="674" y="3060"/>
                    <a:pt x="1041" y="4345"/>
                  </a:cubicBezTo>
                  <a:cubicBezTo>
                    <a:pt x="2020" y="3917"/>
                    <a:pt x="3060" y="3549"/>
                    <a:pt x="4100" y="3274"/>
                  </a:cubicBezTo>
                  <a:cubicBezTo>
                    <a:pt x="3886" y="2203"/>
                    <a:pt x="3672" y="1132"/>
                    <a:pt x="345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1"/>
            <p:cNvSpPr/>
            <p:nvPr/>
          </p:nvSpPr>
          <p:spPr>
            <a:xfrm>
              <a:off x="2845075" y="3885125"/>
              <a:ext cx="102525" cy="108625"/>
            </a:xfrm>
            <a:custGeom>
              <a:avLst/>
              <a:gdLst/>
              <a:ahLst/>
              <a:cxnLst/>
              <a:rect l="l" t="t" r="r" b="b"/>
              <a:pathLst>
                <a:path w="4101" h="4345" extrusionOk="0">
                  <a:moveTo>
                    <a:pt x="4100" y="3274"/>
                  </a:moveTo>
                  <a:cubicBezTo>
                    <a:pt x="3886" y="2203"/>
                    <a:pt x="3672" y="1132"/>
                    <a:pt x="3458" y="0"/>
                  </a:cubicBezTo>
                  <a:cubicBezTo>
                    <a:pt x="2295" y="123"/>
                    <a:pt x="1133" y="276"/>
                    <a:pt x="1" y="490"/>
                  </a:cubicBezTo>
                  <a:cubicBezTo>
                    <a:pt x="337" y="1775"/>
                    <a:pt x="674" y="3060"/>
                    <a:pt x="1041" y="4345"/>
                  </a:cubicBezTo>
                  <a:cubicBezTo>
                    <a:pt x="2020" y="3917"/>
                    <a:pt x="3060" y="3549"/>
                    <a:pt x="4100" y="3274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1"/>
            <p:cNvSpPr/>
            <p:nvPr/>
          </p:nvSpPr>
          <p:spPr>
            <a:xfrm>
              <a:off x="3107425" y="4158950"/>
              <a:ext cx="47450" cy="309800"/>
            </a:xfrm>
            <a:custGeom>
              <a:avLst/>
              <a:gdLst/>
              <a:ahLst/>
              <a:cxnLst/>
              <a:rect l="l" t="t" r="r" b="b"/>
              <a:pathLst>
                <a:path w="1898" h="12392" extrusionOk="0">
                  <a:moveTo>
                    <a:pt x="276" y="1"/>
                  </a:moveTo>
                  <a:cubicBezTo>
                    <a:pt x="246" y="1071"/>
                    <a:pt x="246" y="1989"/>
                    <a:pt x="276" y="2724"/>
                  </a:cubicBezTo>
                  <a:cubicBezTo>
                    <a:pt x="307" y="4835"/>
                    <a:pt x="215" y="6212"/>
                    <a:pt x="1" y="6976"/>
                  </a:cubicBezTo>
                  <a:cubicBezTo>
                    <a:pt x="276" y="8904"/>
                    <a:pt x="582" y="10709"/>
                    <a:pt x="888" y="12392"/>
                  </a:cubicBezTo>
                  <a:cubicBezTo>
                    <a:pt x="1531" y="11841"/>
                    <a:pt x="1898" y="10526"/>
                    <a:pt x="1775" y="8537"/>
                  </a:cubicBezTo>
                  <a:cubicBezTo>
                    <a:pt x="1684" y="7038"/>
                    <a:pt x="1378" y="3978"/>
                    <a:pt x="1378" y="31"/>
                  </a:cubicBezTo>
                  <a:cubicBezTo>
                    <a:pt x="1011" y="31"/>
                    <a:pt x="643" y="1"/>
                    <a:pt x="276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1"/>
            <p:cNvSpPr/>
            <p:nvPr/>
          </p:nvSpPr>
          <p:spPr>
            <a:xfrm>
              <a:off x="3107425" y="4158950"/>
              <a:ext cx="47450" cy="309800"/>
            </a:xfrm>
            <a:custGeom>
              <a:avLst/>
              <a:gdLst/>
              <a:ahLst/>
              <a:cxnLst/>
              <a:rect l="l" t="t" r="r" b="b"/>
              <a:pathLst>
                <a:path w="1898" h="12392" extrusionOk="0">
                  <a:moveTo>
                    <a:pt x="1775" y="8537"/>
                  </a:moveTo>
                  <a:cubicBezTo>
                    <a:pt x="1684" y="7038"/>
                    <a:pt x="1378" y="3978"/>
                    <a:pt x="1378" y="31"/>
                  </a:cubicBezTo>
                  <a:cubicBezTo>
                    <a:pt x="1011" y="31"/>
                    <a:pt x="643" y="1"/>
                    <a:pt x="276" y="1"/>
                  </a:cubicBezTo>
                  <a:cubicBezTo>
                    <a:pt x="246" y="1071"/>
                    <a:pt x="246" y="1989"/>
                    <a:pt x="276" y="2724"/>
                  </a:cubicBezTo>
                  <a:cubicBezTo>
                    <a:pt x="307" y="4835"/>
                    <a:pt x="215" y="6212"/>
                    <a:pt x="1" y="6976"/>
                  </a:cubicBezTo>
                  <a:cubicBezTo>
                    <a:pt x="276" y="8904"/>
                    <a:pt x="582" y="10709"/>
                    <a:pt x="888" y="12392"/>
                  </a:cubicBezTo>
                  <a:cubicBezTo>
                    <a:pt x="1531" y="11841"/>
                    <a:pt x="1898" y="10526"/>
                    <a:pt x="1775" y="8537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1"/>
            <p:cNvSpPr/>
            <p:nvPr/>
          </p:nvSpPr>
          <p:spPr>
            <a:xfrm>
              <a:off x="2941450" y="4184200"/>
              <a:ext cx="110175" cy="264675"/>
            </a:xfrm>
            <a:custGeom>
              <a:avLst/>
              <a:gdLst/>
              <a:ahLst/>
              <a:cxnLst/>
              <a:rect l="l" t="t" r="r" b="b"/>
              <a:pathLst>
                <a:path w="4407" h="10587" extrusionOk="0">
                  <a:moveTo>
                    <a:pt x="2418" y="0"/>
                  </a:moveTo>
                  <a:cubicBezTo>
                    <a:pt x="1592" y="398"/>
                    <a:pt x="796" y="888"/>
                    <a:pt x="1" y="1316"/>
                  </a:cubicBezTo>
                  <a:cubicBezTo>
                    <a:pt x="1683" y="5997"/>
                    <a:pt x="3274" y="9485"/>
                    <a:pt x="4406" y="10586"/>
                  </a:cubicBezTo>
                  <a:cubicBezTo>
                    <a:pt x="3917" y="7863"/>
                    <a:pt x="3427" y="4987"/>
                    <a:pt x="3030" y="1897"/>
                  </a:cubicBezTo>
                  <a:cubicBezTo>
                    <a:pt x="2846" y="1346"/>
                    <a:pt x="2632" y="704"/>
                    <a:pt x="241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1"/>
            <p:cNvSpPr/>
            <p:nvPr/>
          </p:nvSpPr>
          <p:spPr>
            <a:xfrm>
              <a:off x="2941450" y="4184200"/>
              <a:ext cx="110175" cy="264675"/>
            </a:xfrm>
            <a:custGeom>
              <a:avLst/>
              <a:gdLst/>
              <a:ahLst/>
              <a:cxnLst/>
              <a:rect l="l" t="t" r="r" b="b"/>
              <a:pathLst>
                <a:path w="4407" h="10587" extrusionOk="0">
                  <a:moveTo>
                    <a:pt x="1" y="1316"/>
                  </a:moveTo>
                  <a:cubicBezTo>
                    <a:pt x="1683" y="5997"/>
                    <a:pt x="3274" y="9485"/>
                    <a:pt x="4406" y="10586"/>
                  </a:cubicBezTo>
                  <a:cubicBezTo>
                    <a:pt x="3917" y="7863"/>
                    <a:pt x="3427" y="4987"/>
                    <a:pt x="3030" y="1897"/>
                  </a:cubicBezTo>
                  <a:cubicBezTo>
                    <a:pt x="2846" y="1346"/>
                    <a:pt x="2632" y="704"/>
                    <a:pt x="2418" y="0"/>
                  </a:cubicBezTo>
                  <a:cubicBezTo>
                    <a:pt x="1592" y="398"/>
                    <a:pt x="796" y="888"/>
                    <a:pt x="1" y="1316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1"/>
            <p:cNvSpPr/>
            <p:nvPr/>
          </p:nvSpPr>
          <p:spPr>
            <a:xfrm>
              <a:off x="4549250" y="4236200"/>
              <a:ext cx="103300" cy="212675"/>
            </a:xfrm>
            <a:custGeom>
              <a:avLst/>
              <a:gdLst/>
              <a:ahLst/>
              <a:cxnLst/>
              <a:rect l="l" t="t" r="r" b="b"/>
              <a:pathLst>
                <a:path w="4132" h="8507" extrusionOk="0">
                  <a:moveTo>
                    <a:pt x="4131" y="1"/>
                  </a:moveTo>
                  <a:cubicBezTo>
                    <a:pt x="3152" y="31"/>
                    <a:pt x="2234" y="154"/>
                    <a:pt x="1286" y="337"/>
                  </a:cubicBezTo>
                  <a:cubicBezTo>
                    <a:pt x="919" y="3213"/>
                    <a:pt x="460" y="5967"/>
                    <a:pt x="1" y="8506"/>
                  </a:cubicBezTo>
                  <a:cubicBezTo>
                    <a:pt x="1072" y="7466"/>
                    <a:pt x="2540" y="4284"/>
                    <a:pt x="4131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1"/>
            <p:cNvSpPr/>
            <p:nvPr/>
          </p:nvSpPr>
          <p:spPr>
            <a:xfrm>
              <a:off x="4549250" y="4236200"/>
              <a:ext cx="103300" cy="212675"/>
            </a:xfrm>
            <a:custGeom>
              <a:avLst/>
              <a:gdLst/>
              <a:ahLst/>
              <a:cxnLst/>
              <a:rect l="l" t="t" r="r" b="b"/>
              <a:pathLst>
                <a:path w="4132" h="8507" extrusionOk="0">
                  <a:moveTo>
                    <a:pt x="1286" y="337"/>
                  </a:moveTo>
                  <a:cubicBezTo>
                    <a:pt x="919" y="3213"/>
                    <a:pt x="460" y="5967"/>
                    <a:pt x="1" y="8506"/>
                  </a:cubicBezTo>
                  <a:cubicBezTo>
                    <a:pt x="1072" y="7466"/>
                    <a:pt x="2540" y="4284"/>
                    <a:pt x="4131" y="1"/>
                  </a:cubicBezTo>
                  <a:cubicBezTo>
                    <a:pt x="3152" y="31"/>
                    <a:pt x="2234" y="154"/>
                    <a:pt x="1286" y="337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1"/>
            <p:cNvSpPr/>
            <p:nvPr/>
          </p:nvSpPr>
          <p:spPr>
            <a:xfrm>
              <a:off x="4446000" y="4240025"/>
              <a:ext cx="47450" cy="228725"/>
            </a:xfrm>
            <a:custGeom>
              <a:avLst/>
              <a:gdLst/>
              <a:ahLst/>
              <a:cxnLst/>
              <a:rect l="l" t="t" r="r" b="b"/>
              <a:pathLst>
                <a:path w="1898" h="9149" extrusionOk="0">
                  <a:moveTo>
                    <a:pt x="429" y="1"/>
                  </a:moveTo>
                  <a:cubicBezTo>
                    <a:pt x="337" y="2387"/>
                    <a:pt x="184" y="4223"/>
                    <a:pt x="123" y="5294"/>
                  </a:cubicBezTo>
                  <a:cubicBezTo>
                    <a:pt x="0" y="7283"/>
                    <a:pt x="337" y="8568"/>
                    <a:pt x="1010" y="9149"/>
                  </a:cubicBezTo>
                  <a:cubicBezTo>
                    <a:pt x="1347" y="7466"/>
                    <a:pt x="1622" y="5630"/>
                    <a:pt x="1897" y="3733"/>
                  </a:cubicBezTo>
                  <a:cubicBezTo>
                    <a:pt x="1714" y="3060"/>
                    <a:pt x="1591" y="1867"/>
                    <a:pt x="1622" y="123"/>
                  </a:cubicBezTo>
                  <a:cubicBezTo>
                    <a:pt x="1224" y="93"/>
                    <a:pt x="857" y="31"/>
                    <a:pt x="429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1"/>
            <p:cNvSpPr/>
            <p:nvPr/>
          </p:nvSpPr>
          <p:spPr>
            <a:xfrm>
              <a:off x="4446000" y="4240025"/>
              <a:ext cx="47450" cy="228725"/>
            </a:xfrm>
            <a:custGeom>
              <a:avLst/>
              <a:gdLst/>
              <a:ahLst/>
              <a:cxnLst/>
              <a:rect l="l" t="t" r="r" b="b"/>
              <a:pathLst>
                <a:path w="1898" h="9149" extrusionOk="0">
                  <a:moveTo>
                    <a:pt x="1622" y="123"/>
                  </a:moveTo>
                  <a:cubicBezTo>
                    <a:pt x="1224" y="93"/>
                    <a:pt x="857" y="31"/>
                    <a:pt x="429" y="1"/>
                  </a:cubicBezTo>
                  <a:cubicBezTo>
                    <a:pt x="337" y="2387"/>
                    <a:pt x="184" y="4223"/>
                    <a:pt x="123" y="5294"/>
                  </a:cubicBezTo>
                  <a:cubicBezTo>
                    <a:pt x="0" y="7283"/>
                    <a:pt x="337" y="8568"/>
                    <a:pt x="1010" y="9149"/>
                  </a:cubicBezTo>
                  <a:cubicBezTo>
                    <a:pt x="1347" y="7466"/>
                    <a:pt x="1622" y="5630"/>
                    <a:pt x="1897" y="3733"/>
                  </a:cubicBezTo>
                  <a:cubicBezTo>
                    <a:pt x="1714" y="3060"/>
                    <a:pt x="1591" y="1867"/>
                    <a:pt x="1622" y="123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1"/>
            <p:cNvSpPr/>
            <p:nvPr/>
          </p:nvSpPr>
          <p:spPr>
            <a:xfrm>
              <a:off x="4457475" y="4130650"/>
              <a:ext cx="29850" cy="101750"/>
            </a:xfrm>
            <a:custGeom>
              <a:avLst/>
              <a:gdLst/>
              <a:ahLst/>
              <a:cxnLst/>
              <a:rect l="l" t="t" r="r" b="b"/>
              <a:pathLst>
                <a:path w="1194" h="4070" extrusionOk="0">
                  <a:moveTo>
                    <a:pt x="1102" y="1"/>
                  </a:moveTo>
                  <a:cubicBezTo>
                    <a:pt x="765" y="1"/>
                    <a:pt x="429" y="31"/>
                    <a:pt x="61" y="62"/>
                  </a:cubicBezTo>
                  <a:cubicBezTo>
                    <a:pt x="61" y="1469"/>
                    <a:pt x="61" y="2754"/>
                    <a:pt x="0" y="3947"/>
                  </a:cubicBezTo>
                  <a:cubicBezTo>
                    <a:pt x="398" y="3978"/>
                    <a:pt x="765" y="4009"/>
                    <a:pt x="1132" y="4070"/>
                  </a:cubicBezTo>
                  <a:lnTo>
                    <a:pt x="1132" y="3856"/>
                  </a:lnTo>
                  <a:cubicBezTo>
                    <a:pt x="1194" y="2877"/>
                    <a:pt x="1194" y="1561"/>
                    <a:pt x="1102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1"/>
            <p:cNvSpPr/>
            <p:nvPr/>
          </p:nvSpPr>
          <p:spPr>
            <a:xfrm>
              <a:off x="4457475" y="4130650"/>
              <a:ext cx="29850" cy="101750"/>
            </a:xfrm>
            <a:custGeom>
              <a:avLst/>
              <a:gdLst/>
              <a:ahLst/>
              <a:cxnLst/>
              <a:rect l="l" t="t" r="r" b="b"/>
              <a:pathLst>
                <a:path w="1194" h="4070" extrusionOk="0">
                  <a:moveTo>
                    <a:pt x="1102" y="1"/>
                  </a:moveTo>
                  <a:cubicBezTo>
                    <a:pt x="765" y="1"/>
                    <a:pt x="429" y="31"/>
                    <a:pt x="61" y="62"/>
                  </a:cubicBezTo>
                  <a:cubicBezTo>
                    <a:pt x="61" y="1469"/>
                    <a:pt x="61" y="2754"/>
                    <a:pt x="0" y="3947"/>
                  </a:cubicBezTo>
                  <a:cubicBezTo>
                    <a:pt x="398" y="3978"/>
                    <a:pt x="765" y="4009"/>
                    <a:pt x="1132" y="4070"/>
                  </a:cubicBezTo>
                  <a:lnTo>
                    <a:pt x="1132" y="3856"/>
                  </a:lnTo>
                  <a:cubicBezTo>
                    <a:pt x="1194" y="2877"/>
                    <a:pt x="1194" y="1561"/>
                    <a:pt x="1102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1"/>
            <p:cNvSpPr/>
            <p:nvPr/>
          </p:nvSpPr>
          <p:spPr>
            <a:xfrm>
              <a:off x="3118900" y="3953950"/>
              <a:ext cx="31400" cy="117075"/>
            </a:xfrm>
            <a:custGeom>
              <a:avLst/>
              <a:gdLst/>
              <a:ahLst/>
              <a:cxnLst/>
              <a:rect l="l" t="t" r="r" b="b"/>
              <a:pathLst>
                <a:path w="1256" h="4683" extrusionOk="0">
                  <a:moveTo>
                    <a:pt x="429" y="1"/>
                  </a:moveTo>
                  <a:cubicBezTo>
                    <a:pt x="215" y="1653"/>
                    <a:pt x="93" y="3214"/>
                    <a:pt x="1" y="4621"/>
                  </a:cubicBezTo>
                  <a:lnTo>
                    <a:pt x="949" y="4682"/>
                  </a:lnTo>
                  <a:cubicBezTo>
                    <a:pt x="1010" y="3214"/>
                    <a:pt x="1102" y="1684"/>
                    <a:pt x="1255" y="123"/>
                  </a:cubicBezTo>
                  <a:cubicBezTo>
                    <a:pt x="980" y="62"/>
                    <a:pt x="674" y="32"/>
                    <a:pt x="429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1"/>
            <p:cNvSpPr/>
            <p:nvPr/>
          </p:nvSpPr>
          <p:spPr>
            <a:xfrm>
              <a:off x="3118900" y="3953950"/>
              <a:ext cx="31400" cy="117075"/>
            </a:xfrm>
            <a:custGeom>
              <a:avLst/>
              <a:gdLst/>
              <a:ahLst/>
              <a:cxnLst/>
              <a:rect l="l" t="t" r="r" b="b"/>
              <a:pathLst>
                <a:path w="1256" h="4683" extrusionOk="0">
                  <a:moveTo>
                    <a:pt x="429" y="1"/>
                  </a:moveTo>
                  <a:cubicBezTo>
                    <a:pt x="215" y="1653"/>
                    <a:pt x="93" y="3214"/>
                    <a:pt x="1" y="4621"/>
                  </a:cubicBezTo>
                  <a:lnTo>
                    <a:pt x="949" y="4682"/>
                  </a:lnTo>
                  <a:cubicBezTo>
                    <a:pt x="1010" y="3214"/>
                    <a:pt x="1102" y="1684"/>
                    <a:pt x="1255" y="123"/>
                  </a:cubicBezTo>
                  <a:cubicBezTo>
                    <a:pt x="980" y="62"/>
                    <a:pt x="674" y="32"/>
                    <a:pt x="429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1"/>
            <p:cNvSpPr/>
            <p:nvPr/>
          </p:nvSpPr>
          <p:spPr>
            <a:xfrm>
              <a:off x="2908550" y="4093925"/>
              <a:ext cx="90300" cy="113250"/>
            </a:xfrm>
            <a:custGeom>
              <a:avLst/>
              <a:gdLst/>
              <a:ahLst/>
              <a:cxnLst/>
              <a:rect l="l" t="t" r="r" b="b"/>
              <a:pathLst>
                <a:path w="3612" h="4530" extrusionOk="0">
                  <a:moveTo>
                    <a:pt x="2724" y="1"/>
                  </a:moveTo>
                  <a:cubicBezTo>
                    <a:pt x="1806" y="276"/>
                    <a:pt x="888" y="613"/>
                    <a:pt x="1" y="1011"/>
                  </a:cubicBezTo>
                  <a:cubicBezTo>
                    <a:pt x="399" y="2234"/>
                    <a:pt x="796" y="3397"/>
                    <a:pt x="1194" y="4529"/>
                  </a:cubicBezTo>
                  <a:cubicBezTo>
                    <a:pt x="1990" y="4040"/>
                    <a:pt x="2785" y="3611"/>
                    <a:pt x="3611" y="3183"/>
                  </a:cubicBezTo>
                  <a:cubicBezTo>
                    <a:pt x="3305" y="2234"/>
                    <a:pt x="3030" y="1164"/>
                    <a:pt x="2724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1"/>
            <p:cNvSpPr/>
            <p:nvPr/>
          </p:nvSpPr>
          <p:spPr>
            <a:xfrm>
              <a:off x="2908550" y="4093925"/>
              <a:ext cx="90300" cy="113250"/>
            </a:xfrm>
            <a:custGeom>
              <a:avLst/>
              <a:gdLst/>
              <a:ahLst/>
              <a:cxnLst/>
              <a:rect l="l" t="t" r="r" b="b"/>
              <a:pathLst>
                <a:path w="3612" h="4530" extrusionOk="0">
                  <a:moveTo>
                    <a:pt x="1" y="1011"/>
                  </a:moveTo>
                  <a:cubicBezTo>
                    <a:pt x="399" y="2234"/>
                    <a:pt x="796" y="3397"/>
                    <a:pt x="1194" y="4529"/>
                  </a:cubicBezTo>
                  <a:cubicBezTo>
                    <a:pt x="1990" y="4040"/>
                    <a:pt x="2785" y="3611"/>
                    <a:pt x="3611" y="3183"/>
                  </a:cubicBezTo>
                  <a:cubicBezTo>
                    <a:pt x="3305" y="2234"/>
                    <a:pt x="3030" y="1164"/>
                    <a:pt x="2724" y="1"/>
                  </a:cubicBezTo>
                  <a:cubicBezTo>
                    <a:pt x="1806" y="276"/>
                    <a:pt x="888" y="613"/>
                    <a:pt x="1" y="101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1"/>
            <p:cNvSpPr/>
            <p:nvPr/>
          </p:nvSpPr>
          <p:spPr>
            <a:xfrm>
              <a:off x="4456700" y="4037325"/>
              <a:ext cx="28325" cy="84175"/>
            </a:xfrm>
            <a:custGeom>
              <a:avLst/>
              <a:gdLst/>
              <a:ahLst/>
              <a:cxnLst/>
              <a:rect l="l" t="t" r="r" b="b"/>
              <a:pathLst>
                <a:path w="1133" h="3367" extrusionOk="0">
                  <a:moveTo>
                    <a:pt x="919" y="1"/>
                  </a:moveTo>
                  <a:cubicBezTo>
                    <a:pt x="613" y="1"/>
                    <a:pt x="307" y="31"/>
                    <a:pt x="1" y="31"/>
                  </a:cubicBezTo>
                  <a:cubicBezTo>
                    <a:pt x="62" y="1194"/>
                    <a:pt x="92" y="2296"/>
                    <a:pt x="92" y="3366"/>
                  </a:cubicBezTo>
                  <a:cubicBezTo>
                    <a:pt x="429" y="3336"/>
                    <a:pt x="796" y="3336"/>
                    <a:pt x="1133" y="3305"/>
                  </a:cubicBezTo>
                  <a:cubicBezTo>
                    <a:pt x="1072" y="2296"/>
                    <a:pt x="1010" y="1194"/>
                    <a:pt x="919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1"/>
            <p:cNvSpPr/>
            <p:nvPr/>
          </p:nvSpPr>
          <p:spPr>
            <a:xfrm>
              <a:off x="4456700" y="4037325"/>
              <a:ext cx="28325" cy="84175"/>
            </a:xfrm>
            <a:custGeom>
              <a:avLst/>
              <a:gdLst/>
              <a:ahLst/>
              <a:cxnLst/>
              <a:rect l="l" t="t" r="r" b="b"/>
              <a:pathLst>
                <a:path w="1133" h="3367" extrusionOk="0">
                  <a:moveTo>
                    <a:pt x="1" y="31"/>
                  </a:moveTo>
                  <a:cubicBezTo>
                    <a:pt x="62" y="1194"/>
                    <a:pt x="92" y="2296"/>
                    <a:pt x="92" y="3366"/>
                  </a:cubicBezTo>
                  <a:cubicBezTo>
                    <a:pt x="429" y="3336"/>
                    <a:pt x="796" y="3336"/>
                    <a:pt x="1133" y="3305"/>
                  </a:cubicBezTo>
                  <a:cubicBezTo>
                    <a:pt x="1072" y="2296"/>
                    <a:pt x="1010" y="1194"/>
                    <a:pt x="919" y="1"/>
                  </a:cubicBezTo>
                  <a:cubicBezTo>
                    <a:pt x="613" y="1"/>
                    <a:pt x="307" y="31"/>
                    <a:pt x="1" y="3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1"/>
            <p:cNvSpPr/>
            <p:nvPr/>
          </p:nvSpPr>
          <p:spPr>
            <a:xfrm>
              <a:off x="4641800" y="3921550"/>
              <a:ext cx="107125" cy="95925"/>
            </a:xfrm>
            <a:custGeom>
              <a:avLst/>
              <a:gdLst/>
              <a:ahLst/>
              <a:cxnLst/>
              <a:rect l="l" t="t" r="r" b="b"/>
              <a:pathLst>
                <a:path w="4285" h="3837" extrusionOk="0">
                  <a:moveTo>
                    <a:pt x="3197" y="0"/>
                  </a:moveTo>
                  <a:cubicBezTo>
                    <a:pt x="2386" y="0"/>
                    <a:pt x="1568" y="69"/>
                    <a:pt x="766" y="196"/>
                  </a:cubicBezTo>
                  <a:cubicBezTo>
                    <a:pt x="521" y="1450"/>
                    <a:pt x="276" y="2674"/>
                    <a:pt x="1" y="3836"/>
                  </a:cubicBezTo>
                  <a:cubicBezTo>
                    <a:pt x="536" y="3791"/>
                    <a:pt x="1079" y="3768"/>
                    <a:pt x="1622" y="3768"/>
                  </a:cubicBezTo>
                  <a:cubicBezTo>
                    <a:pt x="2165" y="3768"/>
                    <a:pt x="2709" y="3791"/>
                    <a:pt x="3244" y="3836"/>
                  </a:cubicBezTo>
                  <a:cubicBezTo>
                    <a:pt x="3611" y="2582"/>
                    <a:pt x="3948" y="1328"/>
                    <a:pt x="4284" y="43"/>
                  </a:cubicBezTo>
                  <a:cubicBezTo>
                    <a:pt x="3924" y="14"/>
                    <a:pt x="3561" y="0"/>
                    <a:pt x="3197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1"/>
            <p:cNvSpPr/>
            <p:nvPr/>
          </p:nvSpPr>
          <p:spPr>
            <a:xfrm>
              <a:off x="4641800" y="3920300"/>
              <a:ext cx="107125" cy="97175"/>
            </a:xfrm>
            <a:custGeom>
              <a:avLst/>
              <a:gdLst/>
              <a:ahLst/>
              <a:cxnLst/>
              <a:rect l="l" t="t" r="r" b="b"/>
              <a:pathLst>
                <a:path w="4285" h="3887" extrusionOk="0">
                  <a:moveTo>
                    <a:pt x="3244" y="3886"/>
                  </a:moveTo>
                  <a:cubicBezTo>
                    <a:pt x="3611" y="2632"/>
                    <a:pt x="3948" y="1378"/>
                    <a:pt x="4284" y="93"/>
                  </a:cubicBezTo>
                  <a:cubicBezTo>
                    <a:pt x="3122" y="1"/>
                    <a:pt x="1928" y="62"/>
                    <a:pt x="766" y="246"/>
                  </a:cubicBezTo>
                  <a:cubicBezTo>
                    <a:pt x="521" y="1500"/>
                    <a:pt x="276" y="2724"/>
                    <a:pt x="1" y="3886"/>
                  </a:cubicBezTo>
                  <a:cubicBezTo>
                    <a:pt x="1072" y="3795"/>
                    <a:pt x="2173" y="3795"/>
                    <a:pt x="3244" y="3886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1"/>
            <p:cNvSpPr/>
            <p:nvPr/>
          </p:nvSpPr>
          <p:spPr>
            <a:xfrm>
              <a:off x="2873375" y="3976900"/>
              <a:ext cx="101000" cy="132350"/>
            </a:xfrm>
            <a:custGeom>
              <a:avLst/>
              <a:gdLst/>
              <a:ahLst/>
              <a:cxnLst/>
              <a:rect l="l" t="t" r="r" b="b"/>
              <a:pathLst>
                <a:path w="4040" h="5294" extrusionOk="0">
                  <a:moveTo>
                    <a:pt x="3060" y="1"/>
                  </a:moveTo>
                  <a:cubicBezTo>
                    <a:pt x="2020" y="276"/>
                    <a:pt x="1010" y="613"/>
                    <a:pt x="1" y="1041"/>
                  </a:cubicBezTo>
                  <a:cubicBezTo>
                    <a:pt x="429" y="2510"/>
                    <a:pt x="857" y="3917"/>
                    <a:pt x="1286" y="5294"/>
                  </a:cubicBezTo>
                  <a:cubicBezTo>
                    <a:pt x="2173" y="4896"/>
                    <a:pt x="3091" y="4529"/>
                    <a:pt x="4039" y="4254"/>
                  </a:cubicBezTo>
                  <a:cubicBezTo>
                    <a:pt x="3703" y="2938"/>
                    <a:pt x="3397" y="1500"/>
                    <a:pt x="3060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1"/>
            <p:cNvSpPr/>
            <p:nvPr/>
          </p:nvSpPr>
          <p:spPr>
            <a:xfrm>
              <a:off x="2873375" y="3976900"/>
              <a:ext cx="101000" cy="132350"/>
            </a:xfrm>
            <a:custGeom>
              <a:avLst/>
              <a:gdLst/>
              <a:ahLst/>
              <a:cxnLst/>
              <a:rect l="l" t="t" r="r" b="b"/>
              <a:pathLst>
                <a:path w="4040" h="5294" extrusionOk="0">
                  <a:moveTo>
                    <a:pt x="1" y="1041"/>
                  </a:moveTo>
                  <a:cubicBezTo>
                    <a:pt x="429" y="2510"/>
                    <a:pt x="857" y="3917"/>
                    <a:pt x="1286" y="5294"/>
                  </a:cubicBezTo>
                  <a:cubicBezTo>
                    <a:pt x="2173" y="4896"/>
                    <a:pt x="3091" y="4529"/>
                    <a:pt x="4039" y="4254"/>
                  </a:cubicBezTo>
                  <a:cubicBezTo>
                    <a:pt x="3703" y="2938"/>
                    <a:pt x="3397" y="1500"/>
                    <a:pt x="3060" y="1"/>
                  </a:cubicBezTo>
                  <a:cubicBezTo>
                    <a:pt x="2020" y="276"/>
                    <a:pt x="1010" y="613"/>
                    <a:pt x="1" y="104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1"/>
            <p:cNvSpPr/>
            <p:nvPr/>
          </p:nvSpPr>
          <p:spPr>
            <a:xfrm>
              <a:off x="3130375" y="3890475"/>
              <a:ext cx="27575" cy="55850"/>
            </a:xfrm>
            <a:custGeom>
              <a:avLst/>
              <a:gdLst/>
              <a:ahLst/>
              <a:cxnLst/>
              <a:rect l="l" t="t" r="r" b="b"/>
              <a:pathLst>
                <a:path w="1103" h="2234" extrusionOk="0">
                  <a:moveTo>
                    <a:pt x="276" y="1"/>
                  </a:moveTo>
                  <a:cubicBezTo>
                    <a:pt x="184" y="735"/>
                    <a:pt x="93" y="1439"/>
                    <a:pt x="1" y="2142"/>
                  </a:cubicBezTo>
                  <a:cubicBezTo>
                    <a:pt x="276" y="2173"/>
                    <a:pt x="551" y="2203"/>
                    <a:pt x="827" y="2234"/>
                  </a:cubicBezTo>
                  <a:cubicBezTo>
                    <a:pt x="888" y="1530"/>
                    <a:pt x="980" y="827"/>
                    <a:pt x="1102" y="123"/>
                  </a:cubicBezTo>
                  <a:lnTo>
                    <a:pt x="490" y="31"/>
                  </a:lnTo>
                  <a:lnTo>
                    <a:pt x="276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1"/>
            <p:cNvSpPr/>
            <p:nvPr/>
          </p:nvSpPr>
          <p:spPr>
            <a:xfrm>
              <a:off x="3130375" y="3890475"/>
              <a:ext cx="27575" cy="55850"/>
            </a:xfrm>
            <a:custGeom>
              <a:avLst/>
              <a:gdLst/>
              <a:ahLst/>
              <a:cxnLst/>
              <a:rect l="l" t="t" r="r" b="b"/>
              <a:pathLst>
                <a:path w="1103" h="2234" extrusionOk="0">
                  <a:moveTo>
                    <a:pt x="827" y="2234"/>
                  </a:moveTo>
                  <a:cubicBezTo>
                    <a:pt x="888" y="1530"/>
                    <a:pt x="980" y="827"/>
                    <a:pt x="1102" y="123"/>
                  </a:cubicBezTo>
                  <a:lnTo>
                    <a:pt x="490" y="31"/>
                  </a:lnTo>
                  <a:lnTo>
                    <a:pt x="276" y="1"/>
                  </a:lnTo>
                  <a:cubicBezTo>
                    <a:pt x="184" y="735"/>
                    <a:pt x="93" y="1439"/>
                    <a:pt x="1" y="2142"/>
                  </a:cubicBezTo>
                  <a:cubicBezTo>
                    <a:pt x="276" y="2173"/>
                    <a:pt x="551" y="2203"/>
                    <a:pt x="827" y="2234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1"/>
            <p:cNvSpPr/>
            <p:nvPr/>
          </p:nvSpPr>
          <p:spPr>
            <a:xfrm>
              <a:off x="4449050" y="3944775"/>
              <a:ext cx="29850" cy="82650"/>
            </a:xfrm>
            <a:custGeom>
              <a:avLst/>
              <a:gdLst/>
              <a:ahLst/>
              <a:cxnLst/>
              <a:rect l="l" t="t" r="r" b="b"/>
              <a:pathLst>
                <a:path w="1194" h="3306" extrusionOk="0">
                  <a:moveTo>
                    <a:pt x="1" y="1"/>
                  </a:moveTo>
                  <a:cubicBezTo>
                    <a:pt x="123" y="1133"/>
                    <a:pt x="215" y="2234"/>
                    <a:pt x="276" y="3305"/>
                  </a:cubicBezTo>
                  <a:cubicBezTo>
                    <a:pt x="582" y="3305"/>
                    <a:pt x="888" y="3275"/>
                    <a:pt x="1194" y="3275"/>
                  </a:cubicBezTo>
                  <a:cubicBezTo>
                    <a:pt x="1102" y="2234"/>
                    <a:pt x="980" y="1133"/>
                    <a:pt x="857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1"/>
            <p:cNvSpPr/>
            <p:nvPr/>
          </p:nvSpPr>
          <p:spPr>
            <a:xfrm>
              <a:off x="4449050" y="3944775"/>
              <a:ext cx="29850" cy="82650"/>
            </a:xfrm>
            <a:custGeom>
              <a:avLst/>
              <a:gdLst/>
              <a:ahLst/>
              <a:cxnLst/>
              <a:rect l="l" t="t" r="r" b="b"/>
              <a:pathLst>
                <a:path w="1194" h="3306" extrusionOk="0">
                  <a:moveTo>
                    <a:pt x="1194" y="3275"/>
                  </a:moveTo>
                  <a:cubicBezTo>
                    <a:pt x="1102" y="2234"/>
                    <a:pt x="980" y="1133"/>
                    <a:pt x="857" y="1"/>
                  </a:cubicBezTo>
                  <a:lnTo>
                    <a:pt x="1" y="1"/>
                  </a:lnTo>
                  <a:cubicBezTo>
                    <a:pt x="123" y="1133"/>
                    <a:pt x="215" y="2234"/>
                    <a:pt x="276" y="3305"/>
                  </a:cubicBezTo>
                  <a:cubicBezTo>
                    <a:pt x="582" y="3305"/>
                    <a:pt x="888" y="3275"/>
                    <a:pt x="1194" y="3275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1"/>
            <p:cNvSpPr/>
            <p:nvPr/>
          </p:nvSpPr>
          <p:spPr>
            <a:xfrm>
              <a:off x="4583675" y="4106800"/>
              <a:ext cx="112475" cy="127125"/>
            </a:xfrm>
            <a:custGeom>
              <a:avLst/>
              <a:gdLst/>
              <a:ahLst/>
              <a:cxnLst/>
              <a:rect l="l" t="t" r="r" b="b"/>
              <a:pathLst>
                <a:path w="4499" h="5085" extrusionOk="0">
                  <a:moveTo>
                    <a:pt x="4102" y="0"/>
                  </a:moveTo>
                  <a:cubicBezTo>
                    <a:pt x="3194" y="0"/>
                    <a:pt x="2289" y="91"/>
                    <a:pt x="1408" y="251"/>
                  </a:cubicBezTo>
                  <a:cubicBezTo>
                    <a:pt x="918" y="2148"/>
                    <a:pt x="429" y="3769"/>
                    <a:pt x="1" y="4993"/>
                  </a:cubicBezTo>
                  <a:lnTo>
                    <a:pt x="1" y="5085"/>
                  </a:lnTo>
                  <a:cubicBezTo>
                    <a:pt x="949" y="4901"/>
                    <a:pt x="1928" y="4779"/>
                    <a:pt x="2907" y="4748"/>
                  </a:cubicBezTo>
                  <a:cubicBezTo>
                    <a:pt x="3427" y="3280"/>
                    <a:pt x="3978" y="1689"/>
                    <a:pt x="4498" y="6"/>
                  </a:cubicBezTo>
                  <a:cubicBezTo>
                    <a:pt x="4366" y="2"/>
                    <a:pt x="4234" y="0"/>
                    <a:pt x="4102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1"/>
            <p:cNvSpPr/>
            <p:nvPr/>
          </p:nvSpPr>
          <p:spPr>
            <a:xfrm>
              <a:off x="4583675" y="4106175"/>
              <a:ext cx="112475" cy="127750"/>
            </a:xfrm>
            <a:custGeom>
              <a:avLst/>
              <a:gdLst/>
              <a:ahLst/>
              <a:cxnLst/>
              <a:rect l="l" t="t" r="r" b="b"/>
              <a:pathLst>
                <a:path w="4499" h="5110" extrusionOk="0">
                  <a:moveTo>
                    <a:pt x="1408" y="276"/>
                  </a:moveTo>
                  <a:cubicBezTo>
                    <a:pt x="918" y="2173"/>
                    <a:pt x="429" y="3794"/>
                    <a:pt x="1" y="5018"/>
                  </a:cubicBezTo>
                  <a:lnTo>
                    <a:pt x="1" y="5110"/>
                  </a:lnTo>
                  <a:cubicBezTo>
                    <a:pt x="949" y="4926"/>
                    <a:pt x="1928" y="4804"/>
                    <a:pt x="2907" y="4773"/>
                  </a:cubicBezTo>
                  <a:cubicBezTo>
                    <a:pt x="3427" y="3305"/>
                    <a:pt x="3978" y="1714"/>
                    <a:pt x="4498" y="31"/>
                  </a:cubicBezTo>
                  <a:cubicBezTo>
                    <a:pt x="3458" y="1"/>
                    <a:pt x="2418" y="92"/>
                    <a:pt x="1408" y="276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1"/>
            <p:cNvSpPr/>
            <p:nvPr/>
          </p:nvSpPr>
          <p:spPr>
            <a:xfrm>
              <a:off x="3115075" y="4080175"/>
              <a:ext cx="27575" cy="69625"/>
            </a:xfrm>
            <a:custGeom>
              <a:avLst/>
              <a:gdLst/>
              <a:ahLst/>
              <a:cxnLst/>
              <a:rect l="l" t="t" r="r" b="b"/>
              <a:pathLst>
                <a:path w="1103" h="2785" extrusionOk="0">
                  <a:moveTo>
                    <a:pt x="123" y="0"/>
                  </a:moveTo>
                  <a:cubicBezTo>
                    <a:pt x="62" y="979"/>
                    <a:pt x="1" y="1897"/>
                    <a:pt x="1" y="2723"/>
                  </a:cubicBezTo>
                  <a:cubicBezTo>
                    <a:pt x="337" y="2723"/>
                    <a:pt x="705" y="2754"/>
                    <a:pt x="1041" y="2784"/>
                  </a:cubicBezTo>
                  <a:cubicBezTo>
                    <a:pt x="1041" y="1897"/>
                    <a:pt x="1072" y="1010"/>
                    <a:pt x="1102" y="61"/>
                  </a:cubicBezTo>
                  <a:cubicBezTo>
                    <a:pt x="766" y="61"/>
                    <a:pt x="429" y="31"/>
                    <a:pt x="123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1"/>
            <p:cNvSpPr/>
            <p:nvPr/>
          </p:nvSpPr>
          <p:spPr>
            <a:xfrm>
              <a:off x="3115075" y="4080175"/>
              <a:ext cx="27575" cy="69625"/>
            </a:xfrm>
            <a:custGeom>
              <a:avLst/>
              <a:gdLst/>
              <a:ahLst/>
              <a:cxnLst/>
              <a:rect l="l" t="t" r="r" b="b"/>
              <a:pathLst>
                <a:path w="1103" h="2785" extrusionOk="0">
                  <a:moveTo>
                    <a:pt x="1102" y="61"/>
                  </a:moveTo>
                  <a:cubicBezTo>
                    <a:pt x="766" y="61"/>
                    <a:pt x="429" y="31"/>
                    <a:pt x="123" y="0"/>
                  </a:cubicBezTo>
                  <a:cubicBezTo>
                    <a:pt x="62" y="979"/>
                    <a:pt x="1" y="1897"/>
                    <a:pt x="1" y="2723"/>
                  </a:cubicBezTo>
                  <a:cubicBezTo>
                    <a:pt x="337" y="2723"/>
                    <a:pt x="705" y="2754"/>
                    <a:pt x="1041" y="2784"/>
                  </a:cubicBezTo>
                  <a:cubicBezTo>
                    <a:pt x="1041" y="1897"/>
                    <a:pt x="1072" y="1010"/>
                    <a:pt x="1102" y="6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1"/>
            <p:cNvSpPr/>
            <p:nvPr/>
          </p:nvSpPr>
          <p:spPr>
            <a:xfrm>
              <a:off x="4621925" y="4026325"/>
              <a:ext cx="97925" cy="75275"/>
            </a:xfrm>
            <a:custGeom>
              <a:avLst/>
              <a:gdLst/>
              <a:ahLst/>
              <a:cxnLst/>
              <a:rect l="l" t="t" r="r" b="b"/>
              <a:pathLst>
                <a:path w="3917" h="3011" extrusionOk="0">
                  <a:moveTo>
                    <a:pt x="2473" y="0"/>
                  </a:moveTo>
                  <a:cubicBezTo>
                    <a:pt x="1883" y="0"/>
                    <a:pt x="1294" y="23"/>
                    <a:pt x="704" y="74"/>
                  </a:cubicBezTo>
                  <a:cubicBezTo>
                    <a:pt x="459" y="1114"/>
                    <a:pt x="215" y="2062"/>
                    <a:pt x="0" y="3011"/>
                  </a:cubicBezTo>
                  <a:cubicBezTo>
                    <a:pt x="1010" y="2797"/>
                    <a:pt x="2081" y="2705"/>
                    <a:pt x="3121" y="2705"/>
                  </a:cubicBezTo>
                  <a:cubicBezTo>
                    <a:pt x="3396" y="1848"/>
                    <a:pt x="3641" y="961"/>
                    <a:pt x="3917" y="43"/>
                  </a:cubicBezTo>
                  <a:cubicBezTo>
                    <a:pt x="3435" y="16"/>
                    <a:pt x="2954" y="0"/>
                    <a:pt x="2473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1"/>
            <p:cNvSpPr/>
            <p:nvPr/>
          </p:nvSpPr>
          <p:spPr>
            <a:xfrm>
              <a:off x="4621925" y="4025850"/>
              <a:ext cx="97925" cy="75750"/>
            </a:xfrm>
            <a:custGeom>
              <a:avLst/>
              <a:gdLst/>
              <a:ahLst/>
              <a:cxnLst/>
              <a:rect l="l" t="t" r="r" b="b"/>
              <a:pathLst>
                <a:path w="3917" h="3030" extrusionOk="0">
                  <a:moveTo>
                    <a:pt x="3121" y="2724"/>
                  </a:moveTo>
                  <a:cubicBezTo>
                    <a:pt x="3396" y="1867"/>
                    <a:pt x="3641" y="980"/>
                    <a:pt x="3917" y="62"/>
                  </a:cubicBezTo>
                  <a:cubicBezTo>
                    <a:pt x="2846" y="1"/>
                    <a:pt x="1775" y="1"/>
                    <a:pt x="704" y="93"/>
                  </a:cubicBezTo>
                  <a:cubicBezTo>
                    <a:pt x="459" y="1133"/>
                    <a:pt x="215" y="2081"/>
                    <a:pt x="0" y="3030"/>
                  </a:cubicBezTo>
                  <a:cubicBezTo>
                    <a:pt x="1010" y="2816"/>
                    <a:pt x="2081" y="2724"/>
                    <a:pt x="3121" y="2724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1"/>
            <p:cNvSpPr/>
            <p:nvPr/>
          </p:nvSpPr>
          <p:spPr>
            <a:xfrm>
              <a:off x="2601075" y="1130150"/>
              <a:ext cx="2397975" cy="1189250"/>
            </a:xfrm>
            <a:custGeom>
              <a:avLst/>
              <a:gdLst/>
              <a:ahLst/>
              <a:cxnLst/>
              <a:rect l="l" t="t" r="r" b="b"/>
              <a:pathLst>
                <a:path w="95919" h="47570" extrusionOk="0">
                  <a:moveTo>
                    <a:pt x="83832" y="1"/>
                  </a:moveTo>
                  <a:cubicBezTo>
                    <a:pt x="78396" y="1"/>
                    <a:pt x="70613" y="2880"/>
                    <a:pt x="66944" y="4522"/>
                  </a:cubicBezTo>
                  <a:cubicBezTo>
                    <a:pt x="62324" y="6633"/>
                    <a:pt x="48066" y="7214"/>
                    <a:pt x="48066" y="7214"/>
                  </a:cubicBezTo>
                  <a:lnTo>
                    <a:pt x="47852" y="7214"/>
                  </a:lnTo>
                  <a:cubicBezTo>
                    <a:pt x="47852" y="7214"/>
                    <a:pt x="33595" y="6633"/>
                    <a:pt x="28975" y="4522"/>
                  </a:cubicBezTo>
                  <a:cubicBezTo>
                    <a:pt x="25315" y="2885"/>
                    <a:pt x="17581" y="16"/>
                    <a:pt x="12141" y="16"/>
                  </a:cubicBezTo>
                  <a:cubicBezTo>
                    <a:pt x="10668" y="16"/>
                    <a:pt x="9363" y="226"/>
                    <a:pt x="8353" y="728"/>
                  </a:cubicBezTo>
                  <a:cubicBezTo>
                    <a:pt x="3886" y="2900"/>
                    <a:pt x="0" y="6510"/>
                    <a:pt x="5569" y="23675"/>
                  </a:cubicBezTo>
                  <a:cubicBezTo>
                    <a:pt x="8292" y="32027"/>
                    <a:pt x="10495" y="36586"/>
                    <a:pt x="11810" y="40869"/>
                  </a:cubicBezTo>
                  <a:cubicBezTo>
                    <a:pt x="12728" y="42981"/>
                    <a:pt x="13218" y="45275"/>
                    <a:pt x="13279" y="47570"/>
                  </a:cubicBezTo>
                  <a:lnTo>
                    <a:pt x="20071" y="47509"/>
                  </a:lnTo>
                  <a:cubicBezTo>
                    <a:pt x="19123" y="42399"/>
                    <a:pt x="14870" y="36525"/>
                    <a:pt x="11474" y="28417"/>
                  </a:cubicBezTo>
                  <a:cubicBezTo>
                    <a:pt x="7313" y="18443"/>
                    <a:pt x="8231" y="13456"/>
                    <a:pt x="12055" y="9998"/>
                  </a:cubicBezTo>
                  <a:cubicBezTo>
                    <a:pt x="13193" y="8961"/>
                    <a:pt x="14895" y="8559"/>
                    <a:pt x="16843" y="8559"/>
                  </a:cubicBezTo>
                  <a:cubicBezTo>
                    <a:pt x="21442" y="8559"/>
                    <a:pt x="27415" y="10795"/>
                    <a:pt x="30596" y="12171"/>
                  </a:cubicBezTo>
                  <a:cubicBezTo>
                    <a:pt x="35124" y="14159"/>
                    <a:pt x="47057" y="14282"/>
                    <a:pt x="47057" y="14282"/>
                  </a:cubicBezTo>
                  <a:lnTo>
                    <a:pt x="48892" y="14282"/>
                  </a:lnTo>
                  <a:cubicBezTo>
                    <a:pt x="48892" y="14282"/>
                    <a:pt x="60825" y="14159"/>
                    <a:pt x="65322" y="12171"/>
                  </a:cubicBezTo>
                  <a:cubicBezTo>
                    <a:pt x="68482" y="10795"/>
                    <a:pt x="74464" y="8559"/>
                    <a:pt x="79070" y="8559"/>
                  </a:cubicBezTo>
                  <a:cubicBezTo>
                    <a:pt x="81021" y="8559"/>
                    <a:pt x="82725" y="8961"/>
                    <a:pt x="83863" y="9998"/>
                  </a:cubicBezTo>
                  <a:cubicBezTo>
                    <a:pt x="87688" y="13456"/>
                    <a:pt x="88606" y="18443"/>
                    <a:pt x="84445" y="28417"/>
                  </a:cubicBezTo>
                  <a:cubicBezTo>
                    <a:pt x="81049" y="36525"/>
                    <a:pt x="76796" y="42399"/>
                    <a:pt x="75847" y="47509"/>
                  </a:cubicBezTo>
                  <a:lnTo>
                    <a:pt x="82639" y="47570"/>
                  </a:lnTo>
                  <a:cubicBezTo>
                    <a:pt x="82701" y="45275"/>
                    <a:pt x="83190" y="42981"/>
                    <a:pt x="84108" y="40869"/>
                  </a:cubicBezTo>
                  <a:cubicBezTo>
                    <a:pt x="85454" y="36617"/>
                    <a:pt x="87688" y="32027"/>
                    <a:pt x="90350" y="23644"/>
                  </a:cubicBezTo>
                  <a:cubicBezTo>
                    <a:pt x="95918" y="6510"/>
                    <a:pt x="92032" y="2900"/>
                    <a:pt x="87565" y="697"/>
                  </a:cubicBezTo>
                  <a:cubicBezTo>
                    <a:pt x="86571" y="207"/>
                    <a:pt x="85286" y="1"/>
                    <a:pt x="838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1"/>
            <p:cNvSpPr/>
            <p:nvPr/>
          </p:nvSpPr>
          <p:spPr>
            <a:xfrm>
              <a:off x="2601075" y="1089450"/>
              <a:ext cx="2397975" cy="1229950"/>
            </a:xfrm>
            <a:custGeom>
              <a:avLst/>
              <a:gdLst/>
              <a:ahLst/>
              <a:cxnLst/>
              <a:rect l="l" t="t" r="r" b="b"/>
              <a:pathLst>
                <a:path w="95919" h="49198" extrusionOk="0">
                  <a:moveTo>
                    <a:pt x="20071" y="49137"/>
                  </a:moveTo>
                  <a:cubicBezTo>
                    <a:pt x="19123" y="44027"/>
                    <a:pt x="14870" y="38153"/>
                    <a:pt x="11474" y="30045"/>
                  </a:cubicBezTo>
                  <a:cubicBezTo>
                    <a:pt x="7313" y="20071"/>
                    <a:pt x="8231" y="15084"/>
                    <a:pt x="12055" y="11626"/>
                  </a:cubicBezTo>
                  <a:cubicBezTo>
                    <a:pt x="15880" y="8138"/>
                    <a:pt x="26068" y="11841"/>
                    <a:pt x="30596" y="13799"/>
                  </a:cubicBezTo>
                  <a:cubicBezTo>
                    <a:pt x="35124" y="15787"/>
                    <a:pt x="47057" y="15910"/>
                    <a:pt x="47057" y="15910"/>
                  </a:cubicBezTo>
                  <a:lnTo>
                    <a:pt x="48892" y="15910"/>
                  </a:lnTo>
                  <a:cubicBezTo>
                    <a:pt x="48892" y="15910"/>
                    <a:pt x="60825" y="15787"/>
                    <a:pt x="65322" y="13799"/>
                  </a:cubicBezTo>
                  <a:cubicBezTo>
                    <a:pt x="69820" y="11841"/>
                    <a:pt x="80039" y="8138"/>
                    <a:pt x="83863" y="11626"/>
                  </a:cubicBezTo>
                  <a:cubicBezTo>
                    <a:pt x="87688" y="15084"/>
                    <a:pt x="88606" y="20071"/>
                    <a:pt x="84445" y="30045"/>
                  </a:cubicBezTo>
                  <a:cubicBezTo>
                    <a:pt x="81049" y="38153"/>
                    <a:pt x="76796" y="44027"/>
                    <a:pt x="75847" y="49137"/>
                  </a:cubicBezTo>
                  <a:lnTo>
                    <a:pt x="82639" y="49198"/>
                  </a:lnTo>
                  <a:cubicBezTo>
                    <a:pt x="82701" y="46903"/>
                    <a:pt x="83190" y="44609"/>
                    <a:pt x="84108" y="42497"/>
                  </a:cubicBezTo>
                  <a:cubicBezTo>
                    <a:pt x="85454" y="38245"/>
                    <a:pt x="87688" y="33655"/>
                    <a:pt x="90350" y="25272"/>
                  </a:cubicBezTo>
                  <a:cubicBezTo>
                    <a:pt x="95918" y="8138"/>
                    <a:pt x="92032" y="4528"/>
                    <a:pt x="87565" y="2325"/>
                  </a:cubicBezTo>
                  <a:cubicBezTo>
                    <a:pt x="82854" y="0"/>
                    <a:pt x="71594" y="4069"/>
                    <a:pt x="66944" y="6150"/>
                  </a:cubicBezTo>
                  <a:cubicBezTo>
                    <a:pt x="62324" y="8261"/>
                    <a:pt x="48066" y="8842"/>
                    <a:pt x="48066" y="8842"/>
                  </a:cubicBezTo>
                  <a:lnTo>
                    <a:pt x="47852" y="8842"/>
                  </a:lnTo>
                  <a:cubicBezTo>
                    <a:pt x="47852" y="8842"/>
                    <a:pt x="33595" y="8261"/>
                    <a:pt x="28975" y="6150"/>
                  </a:cubicBezTo>
                  <a:cubicBezTo>
                    <a:pt x="24324" y="4069"/>
                    <a:pt x="13095" y="0"/>
                    <a:pt x="8353" y="2356"/>
                  </a:cubicBezTo>
                  <a:cubicBezTo>
                    <a:pt x="3886" y="4528"/>
                    <a:pt x="0" y="8138"/>
                    <a:pt x="5569" y="25303"/>
                  </a:cubicBezTo>
                  <a:cubicBezTo>
                    <a:pt x="8292" y="33655"/>
                    <a:pt x="10495" y="38214"/>
                    <a:pt x="11810" y="42497"/>
                  </a:cubicBezTo>
                  <a:cubicBezTo>
                    <a:pt x="12728" y="44609"/>
                    <a:pt x="13218" y="46903"/>
                    <a:pt x="13279" y="49198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1"/>
            <p:cNvSpPr/>
            <p:nvPr/>
          </p:nvSpPr>
          <p:spPr>
            <a:xfrm>
              <a:off x="4485775" y="4243100"/>
              <a:ext cx="18375" cy="90275"/>
            </a:xfrm>
            <a:custGeom>
              <a:avLst/>
              <a:gdLst/>
              <a:ahLst/>
              <a:cxnLst/>
              <a:rect l="l" t="t" r="r" b="b"/>
              <a:pathLst>
                <a:path w="735" h="3611" extrusionOk="0">
                  <a:moveTo>
                    <a:pt x="31" y="0"/>
                  </a:moveTo>
                  <a:lnTo>
                    <a:pt x="31" y="0"/>
                  </a:lnTo>
                  <a:cubicBezTo>
                    <a:pt x="0" y="1744"/>
                    <a:pt x="123" y="2937"/>
                    <a:pt x="306" y="3610"/>
                  </a:cubicBezTo>
                  <a:cubicBezTo>
                    <a:pt x="459" y="2478"/>
                    <a:pt x="612" y="1316"/>
                    <a:pt x="735" y="123"/>
                  </a:cubicBezTo>
                  <a:cubicBezTo>
                    <a:pt x="490" y="92"/>
                    <a:pt x="276" y="31"/>
                    <a:pt x="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1"/>
            <p:cNvSpPr/>
            <p:nvPr/>
          </p:nvSpPr>
          <p:spPr>
            <a:xfrm>
              <a:off x="4605100" y="3926425"/>
              <a:ext cx="55850" cy="95625"/>
            </a:xfrm>
            <a:custGeom>
              <a:avLst/>
              <a:gdLst/>
              <a:ahLst/>
              <a:cxnLst/>
              <a:rect l="l" t="t" r="r" b="b"/>
              <a:pathLst>
                <a:path w="2234" h="3825" extrusionOk="0">
                  <a:moveTo>
                    <a:pt x="2234" y="1"/>
                  </a:moveTo>
                  <a:cubicBezTo>
                    <a:pt x="1530" y="123"/>
                    <a:pt x="857" y="306"/>
                    <a:pt x="184" y="551"/>
                  </a:cubicBezTo>
                  <a:cubicBezTo>
                    <a:pt x="153" y="1622"/>
                    <a:pt x="92" y="2693"/>
                    <a:pt x="0" y="3825"/>
                  </a:cubicBezTo>
                  <a:cubicBezTo>
                    <a:pt x="490" y="3733"/>
                    <a:pt x="979" y="3672"/>
                    <a:pt x="1469" y="3641"/>
                  </a:cubicBezTo>
                  <a:cubicBezTo>
                    <a:pt x="1744" y="2479"/>
                    <a:pt x="1989" y="1255"/>
                    <a:pt x="22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1"/>
            <p:cNvSpPr/>
            <p:nvPr/>
          </p:nvSpPr>
          <p:spPr>
            <a:xfrm>
              <a:off x="3072250" y="3882825"/>
              <a:ext cx="65050" cy="62750"/>
            </a:xfrm>
            <a:custGeom>
              <a:avLst/>
              <a:gdLst/>
              <a:ahLst/>
              <a:cxnLst/>
              <a:rect l="l" t="t" r="r" b="b"/>
              <a:pathLst>
                <a:path w="2602" h="2510" extrusionOk="0">
                  <a:moveTo>
                    <a:pt x="0" y="1"/>
                  </a:moveTo>
                  <a:cubicBezTo>
                    <a:pt x="0" y="796"/>
                    <a:pt x="31" y="1622"/>
                    <a:pt x="62" y="2509"/>
                  </a:cubicBezTo>
                  <a:cubicBezTo>
                    <a:pt x="475" y="2423"/>
                    <a:pt x="899" y="2386"/>
                    <a:pt x="1327" y="2386"/>
                  </a:cubicBezTo>
                  <a:cubicBezTo>
                    <a:pt x="1658" y="2386"/>
                    <a:pt x="1992" y="2408"/>
                    <a:pt x="2326" y="2448"/>
                  </a:cubicBezTo>
                  <a:cubicBezTo>
                    <a:pt x="2418" y="1745"/>
                    <a:pt x="2509" y="1041"/>
                    <a:pt x="2601" y="307"/>
                  </a:cubicBezTo>
                  <a:cubicBezTo>
                    <a:pt x="1744" y="123"/>
                    <a:pt x="888" y="3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1"/>
            <p:cNvSpPr/>
            <p:nvPr/>
          </p:nvSpPr>
          <p:spPr>
            <a:xfrm>
              <a:off x="3081425" y="4078650"/>
              <a:ext cx="36750" cy="70375"/>
            </a:xfrm>
            <a:custGeom>
              <a:avLst/>
              <a:gdLst/>
              <a:ahLst/>
              <a:cxnLst/>
              <a:rect l="l" t="t" r="r" b="b"/>
              <a:pathLst>
                <a:path w="1470" h="2815" extrusionOk="0">
                  <a:moveTo>
                    <a:pt x="1" y="0"/>
                  </a:moveTo>
                  <a:cubicBezTo>
                    <a:pt x="62" y="949"/>
                    <a:pt x="154" y="1866"/>
                    <a:pt x="215" y="2815"/>
                  </a:cubicBezTo>
                  <a:cubicBezTo>
                    <a:pt x="613" y="2784"/>
                    <a:pt x="980" y="2784"/>
                    <a:pt x="1347" y="2784"/>
                  </a:cubicBezTo>
                  <a:cubicBezTo>
                    <a:pt x="1377" y="1958"/>
                    <a:pt x="1408" y="1040"/>
                    <a:pt x="1469" y="61"/>
                  </a:cubicBezTo>
                  <a:cubicBezTo>
                    <a:pt x="980" y="31"/>
                    <a:pt x="460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1"/>
            <p:cNvSpPr/>
            <p:nvPr/>
          </p:nvSpPr>
          <p:spPr>
            <a:xfrm>
              <a:off x="2976625" y="4087825"/>
              <a:ext cx="32925" cy="85675"/>
            </a:xfrm>
            <a:custGeom>
              <a:avLst/>
              <a:gdLst/>
              <a:ahLst/>
              <a:cxnLst/>
              <a:rect l="l" t="t" r="r" b="b"/>
              <a:pathLst>
                <a:path w="1317" h="3427" extrusionOk="0">
                  <a:moveTo>
                    <a:pt x="980" y="0"/>
                  </a:moveTo>
                  <a:cubicBezTo>
                    <a:pt x="643" y="61"/>
                    <a:pt x="338" y="153"/>
                    <a:pt x="1" y="245"/>
                  </a:cubicBezTo>
                  <a:cubicBezTo>
                    <a:pt x="307" y="1377"/>
                    <a:pt x="582" y="2478"/>
                    <a:pt x="888" y="3427"/>
                  </a:cubicBezTo>
                  <a:lnTo>
                    <a:pt x="1317" y="3213"/>
                  </a:lnTo>
                  <a:cubicBezTo>
                    <a:pt x="1194" y="2142"/>
                    <a:pt x="1072" y="1071"/>
                    <a:pt x="9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1"/>
            <p:cNvSpPr/>
            <p:nvPr/>
          </p:nvSpPr>
          <p:spPr>
            <a:xfrm>
              <a:off x="4470475" y="3944775"/>
              <a:ext cx="56625" cy="82650"/>
            </a:xfrm>
            <a:custGeom>
              <a:avLst/>
              <a:gdLst/>
              <a:ahLst/>
              <a:cxnLst/>
              <a:rect l="l" t="t" r="r" b="b"/>
              <a:pathLst>
                <a:path w="2265" h="3306" extrusionOk="0">
                  <a:moveTo>
                    <a:pt x="0" y="1"/>
                  </a:moveTo>
                  <a:cubicBezTo>
                    <a:pt x="123" y="1133"/>
                    <a:pt x="245" y="2234"/>
                    <a:pt x="337" y="3275"/>
                  </a:cubicBezTo>
                  <a:cubicBezTo>
                    <a:pt x="507" y="3266"/>
                    <a:pt x="677" y="3262"/>
                    <a:pt x="849" y="3262"/>
                  </a:cubicBezTo>
                  <a:cubicBezTo>
                    <a:pt x="1261" y="3262"/>
                    <a:pt x="1679" y="3284"/>
                    <a:pt x="2112" y="3305"/>
                  </a:cubicBezTo>
                  <a:cubicBezTo>
                    <a:pt x="2173" y="2234"/>
                    <a:pt x="2203" y="1194"/>
                    <a:pt x="2264" y="184"/>
                  </a:cubicBezTo>
                  <a:cubicBezTo>
                    <a:pt x="1500" y="62"/>
                    <a:pt x="765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1"/>
            <p:cNvSpPr/>
            <p:nvPr/>
          </p:nvSpPr>
          <p:spPr>
            <a:xfrm>
              <a:off x="2931500" y="3881300"/>
              <a:ext cx="59700" cy="85700"/>
            </a:xfrm>
            <a:custGeom>
              <a:avLst/>
              <a:gdLst/>
              <a:ahLst/>
              <a:cxnLst/>
              <a:rect l="l" t="t" r="r" b="b"/>
              <a:pathLst>
                <a:path w="2388" h="3428" extrusionOk="0">
                  <a:moveTo>
                    <a:pt x="2296" y="0"/>
                  </a:moveTo>
                  <a:cubicBezTo>
                    <a:pt x="1531" y="31"/>
                    <a:pt x="766" y="92"/>
                    <a:pt x="1" y="153"/>
                  </a:cubicBezTo>
                  <a:cubicBezTo>
                    <a:pt x="215" y="1255"/>
                    <a:pt x="429" y="2356"/>
                    <a:pt x="643" y="3427"/>
                  </a:cubicBezTo>
                  <a:cubicBezTo>
                    <a:pt x="1225" y="3274"/>
                    <a:pt x="1806" y="3152"/>
                    <a:pt x="2387" y="3060"/>
                  </a:cubicBezTo>
                  <a:cubicBezTo>
                    <a:pt x="2357" y="2020"/>
                    <a:pt x="2326" y="979"/>
                    <a:pt x="22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1"/>
            <p:cNvSpPr/>
            <p:nvPr/>
          </p:nvSpPr>
          <p:spPr>
            <a:xfrm>
              <a:off x="3070725" y="2516725"/>
              <a:ext cx="1459425" cy="1421200"/>
            </a:xfrm>
            <a:custGeom>
              <a:avLst/>
              <a:gdLst/>
              <a:ahLst/>
              <a:cxnLst/>
              <a:rect l="l" t="t" r="r" b="b"/>
              <a:pathLst>
                <a:path w="58377" h="56848" extrusionOk="0">
                  <a:moveTo>
                    <a:pt x="29189" y="1"/>
                  </a:moveTo>
                  <a:cubicBezTo>
                    <a:pt x="26863" y="1255"/>
                    <a:pt x="19306" y="5722"/>
                    <a:pt x="13677" y="12117"/>
                  </a:cubicBezTo>
                  <a:cubicBezTo>
                    <a:pt x="6945" y="19765"/>
                    <a:pt x="1285" y="42009"/>
                    <a:pt x="337" y="48158"/>
                  </a:cubicBezTo>
                  <a:cubicBezTo>
                    <a:pt x="92" y="50147"/>
                    <a:pt x="0" y="52197"/>
                    <a:pt x="61" y="54216"/>
                  </a:cubicBezTo>
                  <a:cubicBezTo>
                    <a:pt x="949" y="54247"/>
                    <a:pt x="1867" y="54339"/>
                    <a:pt x="2754" y="54522"/>
                  </a:cubicBezTo>
                  <a:cubicBezTo>
                    <a:pt x="3886" y="46996"/>
                    <a:pt x="6181" y="38245"/>
                    <a:pt x="10770" y="31575"/>
                  </a:cubicBezTo>
                  <a:cubicBezTo>
                    <a:pt x="19000" y="19643"/>
                    <a:pt x="21540" y="16063"/>
                    <a:pt x="24110" y="13524"/>
                  </a:cubicBezTo>
                  <a:cubicBezTo>
                    <a:pt x="25548" y="12055"/>
                    <a:pt x="27261" y="10923"/>
                    <a:pt x="29189" y="10220"/>
                  </a:cubicBezTo>
                  <a:cubicBezTo>
                    <a:pt x="31085" y="10923"/>
                    <a:pt x="32829" y="12055"/>
                    <a:pt x="34267" y="13493"/>
                  </a:cubicBezTo>
                  <a:cubicBezTo>
                    <a:pt x="36807" y="16033"/>
                    <a:pt x="39377" y="19643"/>
                    <a:pt x="47607" y="31545"/>
                  </a:cubicBezTo>
                  <a:cubicBezTo>
                    <a:pt x="52625" y="38888"/>
                    <a:pt x="54950" y="48709"/>
                    <a:pt x="55929" y="56664"/>
                  </a:cubicBezTo>
                  <a:cubicBezTo>
                    <a:pt x="56694" y="56664"/>
                    <a:pt x="57490" y="56725"/>
                    <a:pt x="58254" y="56847"/>
                  </a:cubicBezTo>
                  <a:cubicBezTo>
                    <a:pt x="58377" y="53145"/>
                    <a:pt x="58316" y="49994"/>
                    <a:pt x="58040" y="48158"/>
                  </a:cubicBezTo>
                  <a:cubicBezTo>
                    <a:pt x="57092" y="42009"/>
                    <a:pt x="51432" y="19765"/>
                    <a:pt x="44701" y="12117"/>
                  </a:cubicBezTo>
                  <a:cubicBezTo>
                    <a:pt x="39071" y="5722"/>
                    <a:pt x="31514" y="1255"/>
                    <a:pt x="291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1"/>
            <p:cNvSpPr/>
            <p:nvPr/>
          </p:nvSpPr>
          <p:spPr>
            <a:xfrm>
              <a:off x="4583675" y="4113050"/>
              <a:ext cx="35200" cy="118600"/>
            </a:xfrm>
            <a:custGeom>
              <a:avLst/>
              <a:gdLst/>
              <a:ahLst/>
              <a:cxnLst/>
              <a:rect l="l" t="t" r="r" b="b"/>
              <a:pathLst>
                <a:path w="1408" h="4744" extrusionOk="0">
                  <a:moveTo>
                    <a:pt x="1408" y="1"/>
                  </a:moveTo>
                  <a:cubicBezTo>
                    <a:pt x="1102" y="62"/>
                    <a:pt x="796" y="154"/>
                    <a:pt x="521" y="246"/>
                  </a:cubicBezTo>
                  <a:cubicBezTo>
                    <a:pt x="368" y="1775"/>
                    <a:pt x="184" y="3275"/>
                    <a:pt x="1" y="4743"/>
                  </a:cubicBezTo>
                  <a:cubicBezTo>
                    <a:pt x="429" y="3519"/>
                    <a:pt x="918" y="1898"/>
                    <a:pt x="14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1"/>
            <p:cNvSpPr/>
            <p:nvPr/>
          </p:nvSpPr>
          <p:spPr>
            <a:xfrm>
              <a:off x="2949875" y="3968500"/>
              <a:ext cx="49725" cy="114750"/>
            </a:xfrm>
            <a:custGeom>
              <a:avLst/>
              <a:gdLst/>
              <a:ahLst/>
              <a:cxnLst/>
              <a:rect l="l" t="t" r="r" b="b"/>
              <a:pathLst>
                <a:path w="1989" h="4590" extrusionOk="0">
                  <a:moveTo>
                    <a:pt x="1683" y="0"/>
                  </a:moveTo>
                  <a:cubicBezTo>
                    <a:pt x="1102" y="92"/>
                    <a:pt x="551" y="184"/>
                    <a:pt x="0" y="337"/>
                  </a:cubicBezTo>
                  <a:cubicBezTo>
                    <a:pt x="337" y="1867"/>
                    <a:pt x="643" y="3274"/>
                    <a:pt x="979" y="4590"/>
                  </a:cubicBezTo>
                  <a:cubicBezTo>
                    <a:pt x="1316" y="4498"/>
                    <a:pt x="1652" y="4406"/>
                    <a:pt x="1989" y="4345"/>
                  </a:cubicBezTo>
                  <a:lnTo>
                    <a:pt x="1928" y="3641"/>
                  </a:lnTo>
                  <a:cubicBezTo>
                    <a:pt x="1836" y="2387"/>
                    <a:pt x="1744" y="1163"/>
                    <a:pt x="16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1"/>
            <p:cNvSpPr/>
            <p:nvPr/>
          </p:nvSpPr>
          <p:spPr>
            <a:xfrm>
              <a:off x="2783875" y="1344125"/>
              <a:ext cx="2033125" cy="2584625"/>
            </a:xfrm>
            <a:custGeom>
              <a:avLst/>
              <a:gdLst/>
              <a:ahLst/>
              <a:cxnLst/>
              <a:rect l="l" t="t" r="r" b="b"/>
              <a:pathLst>
                <a:path w="81325" h="103385" extrusionOk="0">
                  <a:moveTo>
                    <a:pt x="9562" y="0"/>
                  </a:moveTo>
                  <a:cubicBezTo>
                    <a:pt x="7613" y="0"/>
                    <a:pt x="5912" y="402"/>
                    <a:pt x="4774" y="1439"/>
                  </a:cubicBezTo>
                  <a:cubicBezTo>
                    <a:pt x="949" y="4897"/>
                    <a:pt x="1" y="9884"/>
                    <a:pt x="4192" y="19858"/>
                  </a:cubicBezTo>
                  <a:cubicBezTo>
                    <a:pt x="7589" y="27966"/>
                    <a:pt x="11841" y="33840"/>
                    <a:pt x="12790" y="38950"/>
                  </a:cubicBezTo>
                  <a:cubicBezTo>
                    <a:pt x="13004" y="40051"/>
                    <a:pt x="13035" y="41214"/>
                    <a:pt x="12882" y="42315"/>
                  </a:cubicBezTo>
                  <a:cubicBezTo>
                    <a:pt x="11964" y="48251"/>
                    <a:pt x="3489" y="67557"/>
                    <a:pt x="3611" y="80805"/>
                  </a:cubicBezTo>
                  <a:cubicBezTo>
                    <a:pt x="3672" y="87016"/>
                    <a:pt x="4621" y="94542"/>
                    <a:pt x="5845" y="101212"/>
                  </a:cubicBezTo>
                  <a:cubicBezTo>
                    <a:pt x="6640" y="101120"/>
                    <a:pt x="7436" y="101090"/>
                    <a:pt x="8231" y="101059"/>
                  </a:cubicBezTo>
                  <a:cubicBezTo>
                    <a:pt x="8109" y="86710"/>
                    <a:pt x="11841" y="79336"/>
                    <a:pt x="13341" y="73156"/>
                  </a:cubicBezTo>
                  <a:cubicBezTo>
                    <a:pt x="15085" y="65966"/>
                    <a:pt x="26894" y="49505"/>
                    <a:pt x="28302" y="47180"/>
                  </a:cubicBezTo>
                  <a:cubicBezTo>
                    <a:pt x="29679" y="44855"/>
                    <a:pt x="28975" y="38491"/>
                    <a:pt x="27231" y="34575"/>
                  </a:cubicBezTo>
                  <a:cubicBezTo>
                    <a:pt x="25518" y="30628"/>
                    <a:pt x="24477" y="27140"/>
                    <a:pt x="26313" y="24937"/>
                  </a:cubicBezTo>
                  <a:cubicBezTo>
                    <a:pt x="27039" y="24081"/>
                    <a:pt x="28198" y="23751"/>
                    <a:pt x="29536" y="23751"/>
                  </a:cubicBezTo>
                  <a:cubicBezTo>
                    <a:pt x="31639" y="23751"/>
                    <a:pt x="34182" y="24566"/>
                    <a:pt x="36165" y="25426"/>
                  </a:cubicBezTo>
                  <a:cubicBezTo>
                    <a:pt x="38316" y="26348"/>
                    <a:pt x="39601" y="26499"/>
                    <a:pt x="40223" y="26499"/>
                  </a:cubicBezTo>
                  <a:cubicBezTo>
                    <a:pt x="40468" y="26499"/>
                    <a:pt x="40611" y="26475"/>
                    <a:pt x="40663" y="26467"/>
                  </a:cubicBezTo>
                  <a:lnTo>
                    <a:pt x="40693" y="26467"/>
                  </a:lnTo>
                  <a:cubicBezTo>
                    <a:pt x="40745" y="26475"/>
                    <a:pt x="40885" y="26499"/>
                    <a:pt x="41127" y="26499"/>
                  </a:cubicBezTo>
                  <a:cubicBezTo>
                    <a:pt x="41742" y="26499"/>
                    <a:pt x="43018" y="26348"/>
                    <a:pt x="45191" y="25426"/>
                  </a:cubicBezTo>
                  <a:cubicBezTo>
                    <a:pt x="47173" y="24566"/>
                    <a:pt x="49716" y="23751"/>
                    <a:pt x="51820" y="23751"/>
                  </a:cubicBezTo>
                  <a:cubicBezTo>
                    <a:pt x="53157" y="23751"/>
                    <a:pt x="54317" y="24081"/>
                    <a:pt x="55043" y="24937"/>
                  </a:cubicBezTo>
                  <a:cubicBezTo>
                    <a:pt x="56878" y="27170"/>
                    <a:pt x="55838" y="30628"/>
                    <a:pt x="54094" y="34575"/>
                  </a:cubicBezTo>
                  <a:cubicBezTo>
                    <a:pt x="52350" y="38491"/>
                    <a:pt x="51677" y="44885"/>
                    <a:pt x="53054" y="47180"/>
                  </a:cubicBezTo>
                  <a:cubicBezTo>
                    <a:pt x="54461" y="49475"/>
                    <a:pt x="66271" y="65966"/>
                    <a:pt x="68015" y="73156"/>
                  </a:cubicBezTo>
                  <a:cubicBezTo>
                    <a:pt x="69576" y="79642"/>
                    <a:pt x="73645" y="87505"/>
                    <a:pt x="73094" y="103384"/>
                  </a:cubicBezTo>
                  <a:cubicBezTo>
                    <a:pt x="73767" y="103140"/>
                    <a:pt x="74471" y="102956"/>
                    <a:pt x="75175" y="102834"/>
                  </a:cubicBezTo>
                  <a:cubicBezTo>
                    <a:pt x="76551" y="95797"/>
                    <a:pt x="77683" y="87536"/>
                    <a:pt x="77745" y="80774"/>
                  </a:cubicBezTo>
                  <a:cubicBezTo>
                    <a:pt x="77836" y="67587"/>
                    <a:pt x="69392" y="48251"/>
                    <a:pt x="68443" y="42315"/>
                  </a:cubicBezTo>
                  <a:cubicBezTo>
                    <a:pt x="68290" y="41214"/>
                    <a:pt x="68321" y="40051"/>
                    <a:pt x="68566" y="38950"/>
                  </a:cubicBezTo>
                  <a:cubicBezTo>
                    <a:pt x="69514" y="33840"/>
                    <a:pt x="73737" y="27966"/>
                    <a:pt x="77133" y="19858"/>
                  </a:cubicBezTo>
                  <a:cubicBezTo>
                    <a:pt x="81324" y="9884"/>
                    <a:pt x="80406" y="4897"/>
                    <a:pt x="76582" y="1439"/>
                  </a:cubicBezTo>
                  <a:cubicBezTo>
                    <a:pt x="75444" y="402"/>
                    <a:pt x="73740" y="0"/>
                    <a:pt x="71788" y="0"/>
                  </a:cubicBezTo>
                  <a:cubicBezTo>
                    <a:pt x="67182" y="0"/>
                    <a:pt x="61200" y="2236"/>
                    <a:pt x="58041" y="3612"/>
                  </a:cubicBezTo>
                  <a:cubicBezTo>
                    <a:pt x="53513" y="5600"/>
                    <a:pt x="41580" y="5723"/>
                    <a:pt x="41580" y="5723"/>
                  </a:cubicBezTo>
                  <a:lnTo>
                    <a:pt x="39745" y="5723"/>
                  </a:lnTo>
                  <a:cubicBezTo>
                    <a:pt x="39745" y="5723"/>
                    <a:pt x="27812" y="5600"/>
                    <a:pt x="23315" y="3612"/>
                  </a:cubicBezTo>
                  <a:cubicBezTo>
                    <a:pt x="20134" y="2236"/>
                    <a:pt x="14160" y="0"/>
                    <a:pt x="95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1"/>
            <p:cNvSpPr/>
            <p:nvPr/>
          </p:nvSpPr>
          <p:spPr>
            <a:xfrm>
              <a:off x="4598200" y="4028150"/>
              <a:ext cx="41350" cy="79575"/>
            </a:xfrm>
            <a:custGeom>
              <a:avLst/>
              <a:gdLst/>
              <a:ahLst/>
              <a:cxnLst/>
              <a:rect l="l" t="t" r="r" b="b"/>
              <a:pathLst>
                <a:path w="1654" h="3183" extrusionOk="0">
                  <a:moveTo>
                    <a:pt x="1653" y="1"/>
                  </a:moveTo>
                  <a:lnTo>
                    <a:pt x="1653" y="1"/>
                  </a:lnTo>
                  <a:cubicBezTo>
                    <a:pt x="1194" y="31"/>
                    <a:pt x="705" y="93"/>
                    <a:pt x="246" y="184"/>
                  </a:cubicBezTo>
                  <a:cubicBezTo>
                    <a:pt x="215" y="551"/>
                    <a:pt x="215" y="888"/>
                    <a:pt x="184" y="1255"/>
                  </a:cubicBezTo>
                  <a:cubicBezTo>
                    <a:pt x="123" y="1898"/>
                    <a:pt x="62" y="2540"/>
                    <a:pt x="1" y="3183"/>
                  </a:cubicBezTo>
                  <a:cubicBezTo>
                    <a:pt x="307" y="3060"/>
                    <a:pt x="613" y="2999"/>
                    <a:pt x="949" y="2938"/>
                  </a:cubicBezTo>
                  <a:cubicBezTo>
                    <a:pt x="1194" y="1989"/>
                    <a:pt x="1408" y="1010"/>
                    <a:pt x="1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1"/>
            <p:cNvSpPr/>
            <p:nvPr/>
          </p:nvSpPr>
          <p:spPr>
            <a:xfrm>
              <a:off x="4485000" y="4130650"/>
              <a:ext cx="30625" cy="104825"/>
            </a:xfrm>
            <a:custGeom>
              <a:avLst/>
              <a:gdLst/>
              <a:ahLst/>
              <a:cxnLst/>
              <a:rect l="l" t="t" r="r" b="b"/>
              <a:pathLst>
                <a:path w="1225" h="4193" extrusionOk="0">
                  <a:moveTo>
                    <a:pt x="1" y="1"/>
                  </a:moveTo>
                  <a:cubicBezTo>
                    <a:pt x="62" y="1530"/>
                    <a:pt x="93" y="2877"/>
                    <a:pt x="62" y="3856"/>
                  </a:cubicBezTo>
                  <a:lnTo>
                    <a:pt x="62" y="4070"/>
                  </a:lnTo>
                  <a:cubicBezTo>
                    <a:pt x="307" y="4100"/>
                    <a:pt x="582" y="4162"/>
                    <a:pt x="827" y="4192"/>
                  </a:cubicBezTo>
                  <a:cubicBezTo>
                    <a:pt x="980" y="2815"/>
                    <a:pt x="1133" y="1408"/>
                    <a:pt x="12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1"/>
            <p:cNvSpPr/>
            <p:nvPr/>
          </p:nvSpPr>
          <p:spPr>
            <a:xfrm>
              <a:off x="3074550" y="3953200"/>
              <a:ext cx="54325" cy="116275"/>
            </a:xfrm>
            <a:custGeom>
              <a:avLst/>
              <a:gdLst/>
              <a:ahLst/>
              <a:cxnLst/>
              <a:rect l="l" t="t" r="r" b="b"/>
              <a:pathLst>
                <a:path w="2173" h="4651" extrusionOk="0">
                  <a:moveTo>
                    <a:pt x="1439" y="0"/>
                  </a:moveTo>
                  <a:cubicBezTo>
                    <a:pt x="952" y="0"/>
                    <a:pt x="469" y="41"/>
                    <a:pt x="0" y="123"/>
                  </a:cubicBezTo>
                  <a:cubicBezTo>
                    <a:pt x="31" y="1561"/>
                    <a:pt x="123" y="3060"/>
                    <a:pt x="214" y="4590"/>
                  </a:cubicBezTo>
                  <a:cubicBezTo>
                    <a:pt x="735" y="4590"/>
                    <a:pt x="1255" y="4620"/>
                    <a:pt x="1744" y="4651"/>
                  </a:cubicBezTo>
                  <a:cubicBezTo>
                    <a:pt x="1867" y="3244"/>
                    <a:pt x="1989" y="1683"/>
                    <a:pt x="2173" y="31"/>
                  </a:cubicBezTo>
                  <a:cubicBezTo>
                    <a:pt x="1928" y="11"/>
                    <a:pt x="1683" y="0"/>
                    <a:pt x="14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1"/>
            <p:cNvSpPr/>
            <p:nvPr/>
          </p:nvSpPr>
          <p:spPr>
            <a:xfrm>
              <a:off x="4479650" y="4037025"/>
              <a:ext cx="42850" cy="82950"/>
            </a:xfrm>
            <a:custGeom>
              <a:avLst/>
              <a:gdLst/>
              <a:ahLst/>
              <a:cxnLst/>
              <a:rect l="l" t="t" r="r" b="b"/>
              <a:pathLst>
                <a:path w="1714" h="3318" extrusionOk="0">
                  <a:moveTo>
                    <a:pt x="462" y="1"/>
                  </a:moveTo>
                  <a:cubicBezTo>
                    <a:pt x="310" y="1"/>
                    <a:pt x="156" y="5"/>
                    <a:pt x="1" y="13"/>
                  </a:cubicBezTo>
                  <a:cubicBezTo>
                    <a:pt x="92" y="1206"/>
                    <a:pt x="154" y="2308"/>
                    <a:pt x="215" y="3317"/>
                  </a:cubicBezTo>
                  <a:lnTo>
                    <a:pt x="1469" y="3317"/>
                  </a:lnTo>
                  <a:cubicBezTo>
                    <a:pt x="1561" y="2216"/>
                    <a:pt x="1653" y="1145"/>
                    <a:pt x="1714" y="74"/>
                  </a:cubicBezTo>
                  <a:cubicBezTo>
                    <a:pt x="1288" y="29"/>
                    <a:pt x="879" y="1"/>
                    <a:pt x="4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1"/>
            <p:cNvSpPr/>
            <p:nvPr/>
          </p:nvSpPr>
          <p:spPr>
            <a:xfrm>
              <a:off x="3001125" y="4179600"/>
              <a:ext cx="16075" cy="52050"/>
            </a:xfrm>
            <a:custGeom>
              <a:avLst/>
              <a:gdLst/>
              <a:ahLst/>
              <a:cxnLst/>
              <a:rect l="l" t="t" r="r" b="b"/>
              <a:pathLst>
                <a:path w="643" h="2082" extrusionOk="0">
                  <a:moveTo>
                    <a:pt x="398" y="1"/>
                  </a:moveTo>
                  <a:lnTo>
                    <a:pt x="0" y="184"/>
                  </a:lnTo>
                  <a:cubicBezTo>
                    <a:pt x="245" y="888"/>
                    <a:pt x="459" y="1530"/>
                    <a:pt x="643" y="2081"/>
                  </a:cubicBezTo>
                  <a:cubicBezTo>
                    <a:pt x="551" y="1408"/>
                    <a:pt x="459" y="704"/>
                    <a:pt x="398" y="1"/>
                  </a:cubicBezTo>
                  <a:close/>
                </a:path>
              </a:pathLst>
            </a:custGeom>
            <a:solidFill>
              <a:srgbClr val="EBD6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1"/>
            <p:cNvSpPr/>
            <p:nvPr/>
          </p:nvSpPr>
          <p:spPr>
            <a:xfrm>
              <a:off x="3086775" y="4158950"/>
              <a:ext cx="28325" cy="174425"/>
            </a:xfrm>
            <a:custGeom>
              <a:avLst/>
              <a:gdLst/>
              <a:ahLst/>
              <a:cxnLst/>
              <a:rect l="l" t="t" r="r" b="b"/>
              <a:pathLst>
                <a:path w="1133" h="6977" extrusionOk="0">
                  <a:moveTo>
                    <a:pt x="1102" y="1"/>
                  </a:moveTo>
                  <a:cubicBezTo>
                    <a:pt x="735" y="1"/>
                    <a:pt x="368" y="1"/>
                    <a:pt x="1" y="31"/>
                  </a:cubicBezTo>
                  <a:cubicBezTo>
                    <a:pt x="215" y="2387"/>
                    <a:pt x="490" y="4712"/>
                    <a:pt x="796" y="6976"/>
                  </a:cubicBezTo>
                  <a:cubicBezTo>
                    <a:pt x="1041" y="6212"/>
                    <a:pt x="1133" y="4835"/>
                    <a:pt x="1102" y="2724"/>
                  </a:cubicBezTo>
                  <a:lnTo>
                    <a:pt x="11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1"/>
            <p:cNvSpPr/>
            <p:nvPr/>
          </p:nvSpPr>
          <p:spPr>
            <a:xfrm>
              <a:off x="2940675" y="703775"/>
              <a:ext cx="1719525" cy="282025"/>
            </a:xfrm>
            <a:custGeom>
              <a:avLst/>
              <a:gdLst/>
              <a:ahLst/>
              <a:cxnLst/>
              <a:rect l="l" t="t" r="r" b="b"/>
              <a:pathLst>
                <a:path w="68781" h="11281" extrusionOk="0">
                  <a:moveTo>
                    <a:pt x="6856" y="1"/>
                  </a:moveTo>
                  <a:cubicBezTo>
                    <a:pt x="5162" y="1"/>
                    <a:pt x="3915" y="344"/>
                    <a:pt x="3367" y="1200"/>
                  </a:cubicBezTo>
                  <a:cubicBezTo>
                    <a:pt x="1" y="6554"/>
                    <a:pt x="3917" y="9767"/>
                    <a:pt x="7681" y="11021"/>
                  </a:cubicBezTo>
                  <a:cubicBezTo>
                    <a:pt x="8220" y="11202"/>
                    <a:pt x="8882" y="11281"/>
                    <a:pt x="9636" y="11281"/>
                  </a:cubicBezTo>
                  <a:cubicBezTo>
                    <a:pt x="14103" y="11281"/>
                    <a:pt x="21789" y="8529"/>
                    <a:pt x="26160" y="8084"/>
                  </a:cubicBezTo>
                  <a:lnTo>
                    <a:pt x="34391" y="7227"/>
                  </a:lnTo>
                  <a:lnTo>
                    <a:pt x="42621" y="8084"/>
                  </a:lnTo>
                  <a:cubicBezTo>
                    <a:pt x="46966" y="8529"/>
                    <a:pt x="54671" y="11281"/>
                    <a:pt x="59144" y="11281"/>
                  </a:cubicBezTo>
                  <a:cubicBezTo>
                    <a:pt x="59899" y="11281"/>
                    <a:pt x="60561" y="11202"/>
                    <a:pt x="61101" y="11021"/>
                  </a:cubicBezTo>
                  <a:cubicBezTo>
                    <a:pt x="64864" y="9767"/>
                    <a:pt x="68780" y="6554"/>
                    <a:pt x="65384" y="1200"/>
                  </a:cubicBezTo>
                  <a:cubicBezTo>
                    <a:pt x="64844" y="344"/>
                    <a:pt x="63602" y="1"/>
                    <a:pt x="61913" y="1"/>
                  </a:cubicBezTo>
                  <a:cubicBezTo>
                    <a:pt x="57380" y="1"/>
                    <a:pt x="49623" y="2474"/>
                    <a:pt x="43539" y="4168"/>
                  </a:cubicBezTo>
                  <a:cubicBezTo>
                    <a:pt x="41550" y="4719"/>
                    <a:pt x="39531" y="5147"/>
                    <a:pt x="37481" y="5483"/>
                  </a:cubicBezTo>
                  <a:cubicBezTo>
                    <a:pt x="36012" y="5698"/>
                    <a:pt x="34941" y="5789"/>
                    <a:pt x="34391" y="5820"/>
                  </a:cubicBezTo>
                  <a:cubicBezTo>
                    <a:pt x="33840" y="5789"/>
                    <a:pt x="32769" y="5698"/>
                    <a:pt x="31300" y="5483"/>
                  </a:cubicBezTo>
                  <a:cubicBezTo>
                    <a:pt x="29250" y="5147"/>
                    <a:pt x="27231" y="4719"/>
                    <a:pt x="25242" y="4168"/>
                  </a:cubicBezTo>
                  <a:cubicBezTo>
                    <a:pt x="19158" y="2474"/>
                    <a:pt x="11401" y="1"/>
                    <a:pt x="6856" y="1"/>
                  </a:cubicBez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1"/>
            <p:cNvSpPr/>
            <p:nvPr/>
          </p:nvSpPr>
          <p:spPr>
            <a:xfrm>
              <a:off x="2613325" y="2001950"/>
              <a:ext cx="2375000" cy="2978575"/>
            </a:xfrm>
            <a:custGeom>
              <a:avLst/>
              <a:gdLst/>
              <a:ahLst/>
              <a:cxnLst/>
              <a:rect l="l" t="t" r="r" b="b"/>
              <a:pathLst>
                <a:path w="95000" h="119143" extrusionOk="0">
                  <a:moveTo>
                    <a:pt x="67464" y="35798"/>
                  </a:moveTo>
                  <a:cubicBezTo>
                    <a:pt x="69299" y="39010"/>
                    <a:pt x="70829" y="42376"/>
                    <a:pt x="72084" y="45833"/>
                  </a:cubicBezTo>
                  <a:cubicBezTo>
                    <a:pt x="72910" y="48128"/>
                    <a:pt x="73644" y="50453"/>
                    <a:pt x="74286" y="52778"/>
                  </a:cubicBezTo>
                  <a:cubicBezTo>
                    <a:pt x="73460" y="50820"/>
                    <a:pt x="72634" y="48893"/>
                    <a:pt x="71839" y="46935"/>
                  </a:cubicBezTo>
                  <a:cubicBezTo>
                    <a:pt x="71625" y="46353"/>
                    <a:pt x="71380" y="45741"/>
                    <a:pt x="71135" y="45129"/>
                  </a:cubicBezTo>
                  <a:lnTo>
                    <a:pt x="70554" y="43508"/>
                  </a:lnTo>
                  <a:cubicBezTo>
                    <a:pt x="70370" y="43049"/>
                    <a:pt x="70187" y="42590"/>
                    <a:pt x="70003" y="42131"/>
                  </a:cubicBezTo>
                  <a:cubicBezTo>
                    <a:pt x="69208" y="40020"/>
                    <a:pt x="68381" y="37909"/>
                    <a:pt x="67464" y="35828"/>
                  </a:cubicBezTo>
                  <a:lnTo>
                    <a:pt x="67464" y="35798"/>
                  </a:lnTo>
                  <a:close/>
                  <a:moveTo>
                    <a:pt x="18357" y="75205"/>
                  </a:moveTo>
                  <a:cubicBezTo>
                    <a:pt x="19245" y="75236"/>
                    <a:pt x="20101" y="75327"/>
                    <a:pt x="20958" y="75511"/>
                  </a:cubicBezTo>
                  <a:lnTo>
                    <a:pt x="21172" y="75542"/>
                  </a:lnTo>
                  <a:lnTo>
                    <a:pt x="21784" y="75633"/>
                  </a:lnTo>
                  <a:cubicBezTo>
                    <a:pt x="22427" y="75694"/>
                    <a:pt x="23069" y="75756"/>
                    <a:pt x="23742" y="75786"/>
                  </a:cubicBezTo>
                  <a:cubicBezTo>
                    <a:pt x="23651" y="76490"/>
                    <a:pt x="23589" y="77255"/>
                    <a:pt x="23559" y="78050"/>
                  </a:cubicBezTo>
                  <a:cubicBezTo>
                    <a:pt x="22886" y="77989"/>
                    <a:pt x="22213" y="77836"/>
                    <a:pt x="21509" y="77744"/>
                  </a:cubicBezTo>
                  <a:cubicBezTo>
                    <a:pt x="21233" y="77714"/>
                    <a:pt x="20958" y="77683"/>
                    <a:pt x="20683" y="77653"/>
                  </a:cubicBezTo>
                  <a:cubicBezTo>
                    <a:pt x="20381" y="77616"/>
                    <a:pt x="20079" y="77599"/>
                    <a:pt x="19779" y="77599"/>
                  </a:cubicBezTo>
                  <a:cubicBezTo>
                    <a:pt x="19319" y="77599"/>
                    <a:pt x="18863" y="77640"/>
                    <a:pt x="18419" y="77714"/>
                  </a:cubicBezTo>
                  <a:cubicBezTo>
                    <a:pt x="18174" y="77775"/>
                    <a:pt x="17929" y="77836"/>
                    <a:pt x="17684" y="77897"/>
                  </a:cubicBezTo>
                  <a:cubicBezTo>
                    <a:pt x="17684" y="77041"/>
                    <a:pt x="17715" y="76184"/>
                    <a:pt x="17746" y="75297"/>
                  </a:cubicBezTo>
                  <a:cubicBezTo>
                    <a:pt x="17960" y="75236"/>
                    <a:pt x="18143" y="75236"/>
                    <a:pt x="18357" y="75205"/>
                  </a:cubicBezTo>
                  <a:close/>
                  <a:moveTo>
                    <a:pt x="84336" y="76784"/>
                  </a:moveTo>
                  <a:cubicBezTo>
                    <a:pt x="84700" y="76784"/>
                    <a:pt x="85063" y="76798"/>
                    <a:pt x="85423" y="76827"/>
                  </a:cubicBezTo>
                  <a:cubicBezTo>
                    <a:pt x="86922" y="76888"/>
                    <a:pt x="88452" y="77071"/>
                    <a:pt x="89921" y="77194"/>
                  </a:cubicBezTo>
                  <a:cubicBezTo>
                    <a:pt x="89707" y="78509"/>
                    <a:pt x="89462" y="79764"/>
                    <a:pt x="89217" y="80988"/>
                  </a:cubicBezTo>
                  <a:cubicBezTo>
                    <a:pt x="87626" y="80896"/>
                    <a:pt x="86005" y="80712"/>
                    <a:pt x="84383" y="80590"/>
                  </a:cubicBezTo>
                  <a:cubicBezTo>
                    <a:pt x="83848" y="80559"/>
                    <a:pt x="83304" y="80544"/>
                    <a:pt x="82761" y="80544"/>
                  </a:cubicBezTo>
                  <a:cubicBezTo>
                    <a:pt x="82218" y="80544"/>
                    <a:pt x="81675" y="80559"/>
                    <a:pt x="81140" y="80590"/>
                  </a:cubicBezTo>
                  <a:cubicBezTo>
                    <a:pt x="80650" y="80620"/>
                    <a:pt x="80161" y="80682"/>
                    <a:pt x="79671" y="80773"/>
                  </a:cubicBezTo>
                  <a:cubicBezTo>
                    <a:pt x="79426" y="80835"/>
                    <a:pt x="79151" y="80865"/>
                    <a:pt x="78906" y="80957"/>
                  </a:cubicBezTo>
                  <a:cubicBezTo>
                    <a:pt x="78968" y="79947"/>
                    <a:pt x="78998" y="78938"/>
                    <a:pt x="78998" y="77928"/>
                  </a:cubicBezTo>
                  <a:cubicBezTo>
                    <a:pt x="79304" y="77775"/>
                    <a:pt x="79579" y="77653"/>
                    <a:pt x="79885" y="77530"/>
                  </a:cubicBezTo>
                  <a:cubicBezTo>
                    <a:pt x="80528" y="77285"/>
                    <a:pt x="81201" y="77102"/>
                    <a:pt x="81905" y="76980"/>
                  </a:cubicBezTo>
                  <a:cubicBezTo>
                    <a:pt x="82707" y="76853"/>
                    <a:pt x="83525" y="76784"/>
                    <a:pt x="84336" y="76784"/>
                  </a:cubicBezTo>
                  <a:close/>
                  <a:moveTo>
                    <a:pt x="74286" y="77683"/>
                  </a:moveTo>
                  <a:cubicBezTo>
                    <a:pt x="75051" y="77683"/>
                    <a:pt x="75786" y="77744"/>
                    <a:pt x="76550" y="77897"/>
                  </a:cubicBezTo>
                  <a:cubicBezTo>
                    <a:pt x="76734" y="77928"/>
                    <a:pt x="76948" y="77959"/>
                    <a:pt x="77162" y="77989"/>
                  </a:cubicBezTo>
                  <a:lnTo>
                    <a:pt x="77162" y="81110"/>
                  </a:lnTo>
                  <a:cubicBezTo>
                    <a:pt x="76887" y="81079"/>
                    <a:pt x="76642" y="81049"/>
                    <a:pt x="76367" y="81018"/>
                  </a:cubicBezTo>
                  <a:cubicBezTo>
                    <a:pt x="76026" y="80982"/>
                    <a:pt x="75686" y="80967"/>
                    <a:pt x="75345" y="80967"/>
                  </a:cubicBezTo>
                  <a:cubicBezTo>
                    <a:pt x="75105" y="80967"/>
                    <a:pt x="74864" y="80975"/>
                    <a:pt x="74623" y="80988"/>
                  </a:cubicBezTo>
                  <a:cubicBezTo>
                    <a:pt x="74317" y="80988"/>
                    <a:pt x="74011" y="80988"/>
                    <a:pt x="73705" y="81018"/>
                  </a:cubicBezTo>
                  <a:cubicBezTo>
                    <a:pt x="72940" y="81079"/>
                    <a:pt x="72175" y="81171"/>
                    <a:pt x="71410" y="81294"/>
                  </a:cubicBezTo>
                  <a:cubicBezTo>
                    <a:pt x="71410" y="80100"/>
                    <a:pt x="71410" y="78968"/>
                    <a:pt x="71349" y="77897"/>
                  </a:cubicBezTo>
                  <a:cubicBezTo>
                    <a:pt x="72084" y="77836"/>
                    <a:pt x="72757" y="77744"/>
                    <a:pt x="73430" y="77714"/>
                  </a:cubicBezTo>
                  <a:lnTo>
                    <a:pt x="73430" y="77683"/>
                  </a:lnTo>
                  <a:close/>
                  <a:moveTo>
                    <a:pt x="15604" y="75144"/>
                  </a:moveTo>
                  <a:cubicBezTo>
                    <a:pt x="15604" y="76184"/>
                    <a:pt x="15634" y="77194"/>
                    <a:pt x="15696" y="78203"/>
                  </a:cubicBezTo>
                  <a:cubicBezTo>
                    <a:pt x="15512" y="78203"/>
                    <a:pt x="15328" y="78234"/>
                    <a:pt x="15114" y="78234"/>
                  </a:cubicBezTo>
                  <a:cubicBezTo>
                    <a:pt x="14502" y="78326"/>
                    <a:pt x="13952" y="78448"/>
                    <a:pt x="13370" y="78601"/>
                  </a:cubicBezTo>
                  <a:cubicBezTo>
                    <a:pt x="12330" y="78876"/>
                    <a:pt x="11320" y="79244"/>
                    <a:pt x="10311" y="79672"/>
                  </a:cubicBezTo>
                  <a:cubicBezTo>
                    <a:pt x="8842" y="80314"/>
                    <a:pt x="7343" y="80865"/>
                    <a:pt x="5813" y="81355"/>
                  </a:cubicBezTo>
                  <a:cubicBezTo>
                    <a:pt x="5507" y="79886"/>
                    <a:pt x="5232" y="78356"/>
                    <a:pt x="4987" y="76765"/>
                  </a:cubicBezTo>
                  <a:cubicBezTo>
                    <a:pt x="6395" y="76368"/>
                    <a:pt x="7833" y="76062"/>
                    <a:pt x="9271" y="75786"/>
                  </a:cubicBezTo>
                  <a:lnTo>
                    <a:pt x="9240" y="75786"/>
                  </a:lnTo>
                  <a:cubicBezTo>
                    <a:pt x="10403" y="75603"/>
                    <a:pt x="11535" y="75419"/>
                    <a:pt x="12728" y="75327"/>
                  </a:cubicBezTo>
                  <a:cubicBezTo>
                    <a:pt x="13493" y="75236"/>
                    <a:pt x="14258" y="75205"/>
                    <a:pt x="15023" y="75174"/>
                  </a:cubicBezTo>
                  <a:lnTo>
                    <a:pt x="15604" y="75144"/>
                  </a:lnTo>
                  <a:close/>
                  <a:moveTo>
                    <a:pt x="19887" y="78050"/>
                  </a:moveTo>
                  <a:cubicBezTo>
                    <a:pt x="20132" y="78050"/>
                    <a:pt x="20377" y="78061"/>
                    <a:pt x="20622" y="78081"/>
                  </a:cubicBezTo>
                  <a:cubicBezTo>
                    <a:pt x="20897" y="78112"/>
                    <a:pt x="21172" y="78142"/>
                    <a:pt x="21478" y="78203"/>
                  </a:cubicBezTo>
                  <a:cubicBezTo>
                    <a:pt x="22151" y="78295"/>
                    <a:pt x="22855" y="78418"/>
                    <a:pt x="23559" y="78509"/>
                  </a:cubicBezTo>
                  <a:cubicBezTo>
                    <a:pt x="23528" y="79825"/>
                    <a:pt x="23528" y="81232"/>
                    <a:pt x="23559" y="82670"/>
                  </a:cubicBezTo>
                  <a:cubicBezTo>
                    <a:pt x="22985" y="82736"/>
                    <a:pt x="22412" y="82787"/>
                    <a:pt x="21839" y="82787"/>
                  </a:cubicBezTo>
                  <a:cubicBezTo>
                    <a:pt x="21617" y="82787"/>
                    <a:pt x="21394" y="82779"/>
                    <a:pt x="21172" y="82762"/>
                  </a:cubicBezTo>
                  <a:lnTo>
                    <a:pt x="20224" y="82701"/>
                  </a:lnTo>
                  <a:cubicBezTo>
                    <a:pt x="19704" y="82670"/>
                    <a:pt x="19184" y="82640"/>
                    <a:pt x="18694" y="82640"/>
                  </a:cubicBezTo>
                  <a:cubicBezTo>
                    <a:pt x="18357" y="82640"/>
                    <a:pt x="18051" y="82640"/>
                    <a:pt x="17746" y="82670"/>
                  </a:cubicBezTo>
                  <a:cubicBezTo>
                    <a:pt x="17715" y="81446"/>
                    <a:pt x="17684" y="80253"/>
                    <a:pt x="17684" y="79029"/>
                  </a:cubicBezTo>
                  <a:lnTo>
                    <a:pt x="17684" y="78387"/>
                  </a:lnTo>
                  <a:cubicBezTo>
                    <a:pt x="17929" y="78295"/>
                    <a:pt x="18174" y="78234"/>
                    <a:pt x="18419" y="78173"/>
                  </a:cubicBezTo>
                  <a:cubicBezTo>
                    <a:pt x="18908" y="78091"/>
                    <a:pt x="19398" y="78050"/>
                    <a:pt x="19887" y="78050"/>
                  </a:cubicBezTo>
                  <a:close/>
                  <a:moveTo>
                    <a:pt x="82810" y="80991"/>
                  </a:moveTo>
                  <a:cubicBezTo>
                    <a:pt x="83294" y="80991"/>
                    <a:pt x="83777" y="81007"/>
                    <a:pt x="84261" y="81049"/>
                  </a:cubicBezTo>
                  <a:cubicBezTo>
                    <a:pt x="85882" y="81141"/>
                    <a:pt x="87534" y="81324"/>
                    <a:pt x="89125" y="81416"/>
                  </a:cubicBezTo>
                  <a:cubicBezTo>
                    <a:pt x="88942" y="82334"/>
                    <a:pt x="88758" y="83190"/>
                    <a:pt x="88513" y="84047"/>
                  </a:cubicBezTo>
                  <a:cubicBezTo>
                    <a:pt x="86831" y="83864"/>
                    <a:pt x="85148" y="83741"/>
                    <a:pt x="83465" y="83711"/>
                  </a:cubicBezTo>
                  <a:cubicBezTo>
                    <a:pt x="83358" y="83707"/>
                    <a:pt x="83250" y="83706"/>
                    <a:pt x="83142" y="83706"/>
                  </a:cubicBezTo>
                  <a:cubicBezTo>
                    <a:pt x="82204" y="83706"/>
                    <a:pt x="81250" y="83821"/>
                    <a:pt x="80344" y="83986"/>
                  </a:cubicBezTo>
                  <a:cubicBezTo>
                    <a:pt x="80008" y="84047"/>
                    <a:pt x="79702" y="84139"/>
                    <a:pt x="79396" y="84231"/>
                  </a:cubicBezTo>
                  <a:cubicBezTo>
                    <a:pt x="79151" y="84322"/>
                    <a:pt x="78906" y="84384"/>
                    <a:pt x="78662" y="84475"/>
                  </a:cubicBezTo>
                  <a:cubicBezTo>
                    <a:pt x="78692" y="84353"/>
                    <a:pt x="78692" y="84200"/>
                    <a:pt x="78692" y="84078"/>
                  </a:cubicBezTo>
                  <a:cubicBezTo>
                    <a:pt x="78784" y="83190"/>
                    <a:pt x="78845" y="82303"/>
                    <a:pt x="78906" y="81416"/>
                  </a:cubicBezTo>
                  <a:cubicBezTo>
                    <a:pt x="79151" y="81355"/>
                    <a:pt x="79396" y="81294"/>
                    <a:pt x="79641" y="81232"/>
                  </a:cubicBezTo>
                  <a:cubicBezTo>
                    <a:pt x="80100" y="81171"/>
                    <a:pt x="80589" y="81110"/>
                    <a:pt x="81048" y="81049"/>
                  </a:cubicBezTo>
                  <a:cubicBezTo>
                    <a:pt x="81636" y="81015"/>
                    <a:pt x="82223" y="80991"/>
                    <a:pt x="82810" y="80991"/>
                  </a:cubicBezTo>
                  <a:close/>
                  <a:moveTo>
                    <a:pt x="74654" y="81385"/>
                  </a:moveTo>
                  <a:cubicBezTo>
                    <a:pt x="75235" y="81385"/>
                    <a:pt x="75786" y="81385"/>
                    <a:pt x="76367" y="81446"/>
                  </a:cubicBezTo>
                  <a:cubicBezTo>
                    <a:pt x="76642" y="81477"/>
                    <a:pt x="76887" y="81508"/>
                    <a:pt x="77162" y="81538"/>
                  </a:cubicBezTo>
                  <a:cubicBezTo>
                    <a:pt x="77132" y="82609"/>
                    <a:pt x="77132" y="83680"/>
                    <a:pt x="77071" y="84751"/>
                  </a:cubicBezTo>
                  <a:cubicBezTo>
                    <a:pt x="76765" y="84720"/>
                    <a:pt x="76459" y="84720"/>
                    <a:pt x="76122" y="84720"/>
                  </a:cubicBezTo>
                  <a:lnTo>
                    <a:pt x="74868" y="84720"/>
                  </a:lnTo>
                  <a:cubicBezTo>
                    <a:pt x="74531" y="84720"/>
                    <a:pt x="74164" y="84751"/>
                    <a:pt x="73827" y="84751"/>
                  </a:cubicBezTo>
                  <a:cubicBezTo>
                    <a:pt x="73001" y="84843"/>
                    <a:pt x="72145" y="84934"/>
                    <a:pt x="71288" y="85057"/>
                  </a:cubicBezTo>
                  <a:cubicBezTo>
                    <a:pt x="71349" y="83925"/>
                    <a:pt x="71410" y="82823"/>
                    <a:pt x="71410" y="81722"/>
                  </a:cubicBezTo>
                  <a:cubicBezTo>
                    <a:pt x="72175" y="81599"/>
                    <a:pt x="72940" y="81508"/>
                    <a:pt x="73736" y="81446"/>
                  </a:cubicBezTo>
                  <a:cubicBezTo>
                    <a:pt x="74042" y="81416"/>
                    <a:pt x="74348" y="81385"/>
                    <a:pt x="74654" y="81385"/>
                  </a:cubicBezTo>
                  <a:close/>
                  <a:moveTo>
                    <a:pt x="15726" y="78601"/>
                  </a:moveTo>
                  <a:cubicBezTo>
                    <a:pt x="15818" y="80039"/>
                    <a:pt x="15940" y="81477"/>
                    <a:pt x="16063" y="82915"/>
                  </a:cubicBezTo>
                  <a:cubicBezTo>
                    <a:pt x="16047" y="82900"/>
                    <a:pt x="16025" y="82892"/>
                    <a:pt x="16005" y="82892"/>
                  </a:cubicBezTo>
                  <a:cubicBezTo>
                    <a:pt x="15986" y="82892"/>
                    <a:pt x="15971" y="82900"/>
                    <a:pt x="15971" y="82915"/>
                  </a:cubicBezTo>
                  <a:cubicBezTo>
                    <a:pt x="15787" y="82946"/>
                    <a:pt x="15604" y="82976"/>
                    <a:pt x="15451" y="83007"/>
                  </a:cubicBezTo>
                  <a:cubicBezTo>
                    <a:pt x="15114" y="83068"/>
                    <a:pt x="14747" y="83160"/>
                    <a:pt x="14411" y="83252"/>
                  </a:cubicBezTo>
                  <a:cubicBezTo>
                    <a:pt x="13493" y="83558"/>
                    <a:pt x="12575" y="83894"/>
                    <a:pt x="11657" y="84292"/>
                  </a:cubicBezTo>
                  <a:cubicBezTo>
                    <a:pt x="10127" y="84934"/>
                    <a:pt x="8597" y="85699"/>
                    <a:pt x="7006" y="86189"/>
                  </a:cubicBezTo>
                  <a:cubicBezTo>
                    <a:pt x="6609" y="84781"/>
                    <a:pt x="6242" y="83282"/>
                    <a:pt x="5874" y="81722"/>
                  </a:cubicBezTo>
                  <a:cubicBezTo>
                    <a:pt x="7404" y="81232"/>
                    <a:pt x="8903" y="80682"/>
                    <a:pt x="10372" y="80039"/>
                  </a:cubicBezTo>
                  <a:cubicBezTo>
                    <a:pt x="11382" y="79611"/>
                    <a:pt x="12391" y="79274"/>
                    <a:pt x="13432" y="78999"/>
                  </a:cubicBezTo>
                  <a:cubicBezTo>
                    <a:pt x="13982" y="78846"/>
                    <a:pt x="14564" y="78723"/>
                    <a:pt x="15114" y="78662"/>
                  </a:cubicBezTo>
                  <a:cubicBezTo>
                    <a:pt x="15328" y="78632"/>
                    <a:pt x="15512" y="78632"/>
                    <a:pt x="15726" y="78601"/>
                  </a:cubicBezTo>
                  <a:close/>
                  <a:moveTo>
                    <a:pt x="18694" y="83068"/>
                  </a:moveTo>
                  <a:cubicBezTo>
                    <a:pt x="19184" y="83068"/>
                    <a:pt x="19704" y="83099"/>
                    <a:pt x="20193" y="83129"/>
                  </a:cubicBezTo>
                  <a:cubicBezTo>
                    <a:pt x="20499" y="83129"/>
                    <a:pt x="20836" y="83160"/>
                    <a:pt x="21172" y="83190"/>
                  </a:cubicBezTo>
                  <a:cubicBezTo>
                    <a:pt x="21437" y="83211"/>
                    <a:pt x="21703" y="83221"/>
                    <a:pt x="21969" y="83221"/>
                  </a:cubicBezTo>
                  <a:cubicBezTo>
                    <a:pt x="22501" y="83221"/>
                    <a:pt x="23039" y="83180"/>
                    <a:pt x="23589" y="83099"/>
                  </a:cubicBezTo>
                  <a:cubicBezTo>
                    <a:pt x="23620" y="84139"/>
                    <a:pt x="23651" y="85179"/>
                    <a:pt x="23712" y="86219"/>
                  </a:cubicBezTo>
                  <a:cubicBezTo>
                    <a:pt x="22855" y="86097"/>
                    <a:pt x="21998" y="85975"/>
                    <a:pt x="21111" y="85913"/>
                  </a:cubicBezTo>
                  <a:cubicBezTo>
                    <a:pt x="20775" y="85883"/>
                    <a:pt x="20407" y="85852"/>
                    <a:pt x="20071" y="85852"/>
                  </a:cubicBezTo>
                  <a:cubicBezTo>
                    <a:pt x="19704" y="85852"/>
                    <a:pt x="19306" y="85852"/>
                    <a:pt x="18939" y="85883"/>
                  </a:cubicBezTo>
                  <a:cubicBezTo>
                    <a:pt x="18572" y="85913"/>
                    <a:pt x="18235" y="85944"/>
                    <a:pt x="17899" y="86005"/>
                  </a:cubicBezTo>
                  <a:cubicBezTo>
                    <a:pt x="17837" y="85026"/>
                    <a:pt x="17807" y="84078"/>
                    <a:pt x="17776" y="83099"/>
                  </a:cubicBezTo>
                  <a:cubicBezTo>
                    <a:pt x="18082" y="83068"/>
                    <a:pt x="18388" y="83068"/>
                    <a:pt x="18694" y="83068"/>
                  </a:cubicBezTo>
                  <a:close/>
                  <a:moveTo>
                    <a:pt x="73216" y="51249"/>
                  </a:moveTo>
                  <a:cubicBezTo>
                    <a:pt x="73858" y="52748"/>
                    <a:pt x="74470" y="54277"/>
                    <a:pt x="75082" y="55807"/>
                  </a:cubicBezTo>
                  <a:cubicBezTo>
                    <a:pt x="77407" y="65476"/>
                    <a:pt x="78233" y="75450"/>
                    <a:pt x="77560" y="85363"/>
                  </a:cubicBezTo>
                  <a:cubicBezTo>
                    <a:pt x="77499" y="86587"/>
                    <a:pt x="77346" y="87780"/>
                    <a:pt x="77224" y="88942"/>
                  </a:cubicBezTo>
                  <a:cubicBezTo>
                    <a:pt x="77468" y="86372"/>
                    <a:pt x="77560" y="83802"/>
                    <a:pt x="77560" y="81141"/>
                  </a:cubicBezTo>
                  <a:cubicBezTo>
                    <a:pt x="77560" y="74593"/>
                    <a:pt x="77254" y="68107"/>
                    <a:pt x="75939" y="61651"/>
                  </a:cubicBezTo>
                  <a:lnTo>
                    <a:pt x="75939" y="61620"/>
                  </a:lnTo>
                  <a:cubicBezTo>
                    <a:pt x="75235" y="58133"/>
                    <a:pt x="74317" y="54675"/>
                    <a:pt x="73216" y="51249"/>
                  </a:cubicBezTo>
                  <a:close/>
                  <a:moveTo>
                    <a:pt x="76214" y="58867"/>
                  </a:moveTo>
                  <a:cubicBezTo>
                    <a:pt x="76459" y="59601"/>
                    <a:pt x="76673" y="60366"/>
                    <a:pt x="76918" y="61100"/>
                  </a:cubicBezTo>
                  <a:cubicBezTo>
                    <a:pt x="78509" y="66455"/>
                    <a:pt x="78753" y="72115"/>
                    <a:pt x="78600" y="77714"/>
                  </a:cubicBezTo>
                  <a:cubicBezTo>
                    <a:pt x="78600" y="77744"/>
                    <a:pt x="78600" y="77806"/>
                    <a:pt x="78600" y="77836"/>
                  </a:cubicBezTo>
                  <a:cubicBezTo>
                    <a:pt x="78570" y="78846"/>
                    <a:pt x="78539" y="79825"/>
                    <a:pt x="78509" y="80835"/>
                  </a:cubicBezTo>
                  <a:cubicBezTo>
                    <a:pt x="78386" y="83649"/>
                    <a:pt x="78080" y="86434"/>
                    <a:pt x="77621" y="89187"/>
                  </a:cubicBezTo>
                  <a:cubicBezTo>
                    <a:pt x="78080" y="85240"/>
                    <a:pt x="78294" y="81294"/>
                    <a:pt x="78172" y="77347"/>
                  </a:cubicBezTo>
                  <a:cubicBezTo>
                    <a:pt x="78080" y="71136"/>
                    <a:pt x="77407" y="64955"/>
                    <a:pt x="76214" y="58867"/>
                  </a:cubicBezTo>
                  <a:close/>
                  <a:moveTo>
                    <a:pt x="84230" y="84200"/>
                  </a:moveTo>
                  <a:cubicBezTo>
                    <a:pt x="85607" y="84231"/>
                    <a:pt x="87014" y="84353"/>
                    <a:pt x="88391" y="84475"/>
                  </a:cubicBezTo>
                  <a:cubicBezTo>
                    <a:pt x="87932" y="86250"/>
                    <a:pt x="87443" y="87933"/>
                    <a:pt x="86861" y="89463"/>
                  </a:cubicBezTo>
                  <a:cubicBezTo>
                    <a:pt x="85487" y="89088"/>
                    <a:pt x="84072" y="88917"/>
                    <a:pt x="82666" y="88917"/>
                  </a:cubicBezTo>
                  <a:cubicBezTo>
                    <a:pt x="82350" y="88917"/>
                    <a:pt x="82035" y="88926"/>
                    <a:pt x="81721" y="88942"/>
                  </a:cubicBezTo>
                  <a:cubicBezTo>
                    <a:pt x="80742" y="88973"/>
                    <a:pt x="79763" y="89095"/>
                    <a:pt x="78784" y="89279"/>
                  </a:cubicBezTo>
                  <a:cubicBezTo>
                    <a:pt x="78509" y="89310"/>
                    <a:pt x="78264" y="89371"/>
                    <a:pt x="77988" y="89432"/>
                  </a:cubicBezTo>
                  <a:cubicBezTo>
                    <a:pt x="78264" y="87963"/>
                    <a:pt x="78447" y="86434"/>
                    <a:pt x="78631" y="84934"/>
                  </a:cubicBezTo>
                  <a:lnTo>
                    <a:pt x="78662" y="84934"/>
                  </a:lnTo>
                  <a:cubicBezTo>
                    <a:pt x="78876" y="84843"/>
                    <a:pt x="79121" y="84751"/>
                    <a:pt x="79335" y="84690"/>
                  </a:cubicBezTo>
                  <a:cubicBezTo>
                    <a:pt x="79610" y="84598"/>
                    <a:pt x="79916" y="84537"/>
                    <a:pt x="80222" y="84475"/>
                  </a:cubicBezTo>
                  <a:cubicBezTo>
                    <a:pt x="81232" y="84292"/>
                    <a:pt x="82272" y="84200"/>
                    <a:pt x="83282" y="84200"/>
                  </a:cubicBezTo>
                  <a:close/>
                  <a:moveTo>
                    <a:pt x="76092" y="85149"/>
                  </a:moveTo>
                  <a:cubicBezTo>
                    <a:pt x="76428" y="85149"/>
                    <a:pt x="76765" y="85179"/>
                    <a:pt x="77071" y="85179"/>
                  </a:cubicBezTo>
                  <a:cubicBezTo>
                    <a:pt x="77071" y="85485"/>
                    <a:pt x="77071" y="85760"/>
                    <a:pt x="77040" y="86036"/>
                  </a:cubicBezTo>
                  <a:cubicBezTo>
                    <a:pt x="77009" y="87229"/>
                    <a:pt x="76887" y="88422"/>
                    <a:pt x="76765" y="89585"/>
                  </a:cubicBezTo>
                  <a:cubicBezTo>
                    <a:pt x="76398" y="89493"/>
                    <a:pt x="76061" y="89401"/>
                    <a:pt x="75694" y="89340"/>
                  </a:cubicBezTo>
                  <a:cubicBezTo>
                    <a:pt x="75449" y="89310"/>
                    <a:pt x="75174" y="89248"/>
                    <a:pt x="74929" y="89218"/>
                  </a:cubicBezTo>
                  <a:cubicBezTo>
                    <a:pt x="74531" y="89157"/>
                    <a:pt x="74164" y="89126"/>
                    <a:pt x="73766" y="89095"/>
                  </a:cubicBezTo>
                  <a:cubicBezTo>
                    <a:pt x="73247" y="89060"/>
                    <a:pt x="72716" y="89045"/>
                    <a:pt x="72182" y="89045"/>
                  </a:cubicBezTo>
                  <a:cubicBezTo>
                    <a:pt x="71804" y="89045"/>
                    <a:pt x="71423" y="89052"/>
                    <a:pt x="71043" y="89065"/>
                  </a:cubicBezTo>
                  <a:cubicBezTo>
                    <a:pt x="71135" y="87933"/>
                    <a:pt x="71227" y="86709"/>
                    <a:pt x="71288" y="85516"/>
                  </a:cubicBezTo>
                  <a:cubicBezTo>
                    <a:pt x="72145" y="85393"/>
                    <a:pt x="73001" y="85271"/>
                    <a:pt x="73858" y="85210"/>
                  </a:cubicBezTo>
                  <a:cubicBezTo>
                    <a:pt x="74195" y="85179"/>
                    <a:pt x="74531" y="85179"/>
                    <a:pt x="74898" y="85149"/>
                  </a:cubicBezTo>
                  <a:close/>
                  <a:moveTo>
                    <a:pt x="16063" y="83343"/>
                  </a:moveTo>
                  <a:cubicBezTo>
                    <a:pt x="16185" y="84353"/>
                    <a:pt x="16308" y="85393"/>
                    <a:pt x="16430" y="86403"/>
                  </a:cubicBezTo>
                  <a:cubicBezTo>
                    <a:pt x="16246" y="86464"/>
                    <a:pt x="16063" y="86556"/>
                    <a:pt x="15849" y="86648"/>
                  </a:cubicBezTo>
                  <a:lnTo>
                    <a:pt x="15818" y="86648"/>
                  </a:lnTo>
                  <a:lnTo>
                    <a:pt x="15390" y="86862"/>
                  </a:lnTo>
                  <a:cubicBezTo>
                    <a:pt x="14564" y="87290"/>
                    <a:pt x="13768" y="87719"/>
                    <a:pt x="12973" y="88208"/>
                  </a:cubicBezTo>
                  <a:cubicBezTo>
                    <a:pt x="11504" y="89065"/>
                    <a:pt x="10066" y="89983"/>
                    <a:pt x="8536" y="90748"/>
                  </a:cubicBezTo>
                  <a:cubicBezTo>
                    <a:pt x="8047" y="89463"/>
                    <a:pt x="7588" y="88055"/>
                    <a:pt x="7129" y="86617"/>
                  </a:cubicBezTo>
                  <a:cubicBezTo>
                    <a:pt x="8750" y="86097"/>
                    <a:pt x="10250" y="85363"/>
                    <a:pt x="11810" y="84720"/>
                  </a:cubicBezTo>
                  <a:cubicBezTo>
                    <a:pt x="12697" y="84322"/>
                    <a:pt x="13615" y="83986"/>
                    <a:pt x="14533" y="83711"/>
                  </a:cubicBezTo>
                  <a:cubicBezTo>
                    <a:pt x="14839" y="83588"/>
                    <a:pt x="15175" y="83527"/>
                    <a:pt x="15481" y="83435"/>
                  </a:cubicBezTo>
                  <a:lnTo>
                    <a:pt x="16063" y="83343"/>
                  </a:lnTo>
                  <a:close/>
                  <a:moveTo>
                    <a:pt x="89982" y="1"/>
                  </a:moveTo>
                  <a:cubicBezTo>
                    <a:pt x="86831" y="7221"/>
                    <a:pt x="85056" y="11382"/>
                    <a:pt x="85393" y="19245"/>
                  </a:cubicBezTo>
                  <a:cubicBezTo>
                    <a:pt x="85852" y="30352"/>
                    <a:pt x="93042" y="49137"/>
                    <a:pt x="90502" y="73002"/>
                  </a:cubicBezTo>
                  <a:cubicBezTo>
                    <a:pt x="90349" y="74287"/>
                    <a:pt x="90196" y="75542"/>
                    <a:pt x="90013" y="76765"/>
                  </a:cubicBezTo>
                  <a:cubicBezTo>
                    <a:pt x="88575" y="76643"/>
                    <a:pt x="87075" y="76459"/>
                    <a:pt x="85576" y="76368"/>
                  </a:cubicBezTo>
                  <a:cubicBezTo>
                    <a:pt x="85215" y="76349"/>
                    <a:pt x="84856" y="76339"/>
                    <a:pt x="84499" y="76339"/>
                  </a:cubicBezTo>
                  <a:cubicBezTo>
                    <a:pt x="83676" y="76339"/>
                    <a:pt x="82859" y="76393"/>
                    <a:pt x="82027" y="76521"/>
                  </a:cubicBezTo>
                  <a:cubicBezTo>
                    <a:pt x="81323" y="76612"/>
                    <a:pt x="80620" y="76796"/>
                    <a:pt x="79947" y="77041"/>
                  </a:cubicBezTo>
                  <a:cubicBezTo>
                    <a:pt x="79641" y="77163"/>
                    <a:pt x="79335" y="77285"/>
                    <a:pt x="79059" y="77438"/>
                  </a:cubicBezTo>
                  <a:lnTo>
                    <a:pt x="79059" y="73951"/>
                  </a:lnTo>
                  <a:cubicBezTo>
                    <a:pt x="78998" y="70799"/>
                    <a:pt x="78876" y="67678"/>
                    <a:pt x="78294" y="64588"/>
                  </a:cubicBezTo>
                  <a:cubicBezTo>
                    <a:pt x="77652" y="61590"/>
                    <a:pt x="76765" y="58683"/>
                    <a:pt x="75602" y="55838"/>
                  </a:cubicBezTo>
                  <a:cubicBezTo>
                    <a:pt x="74348" y="50331"/>
                    <a:pt x="72512" y="44976"/>
                    <a:pt x="70156" y="39836"/>
                  </a:cubicBezTo>
                  <a:cubicBezTo>
                    <a:pt x="68993" y="37358"/>
                    <a:pt x="67647" y="35002"/>
                    <a:pt x="66087" y="32769"/>
                  </a:cubicBezTo>
                  <a:cubicBezTo>
                    <a:pt x="65322" y="31300"/>
                    <a:pt x="64496" y="29862"/>
                    <a:pt x="63578" y="28485"/>
                  </a:cubicBezTo>
                  <a:cubicBezTo>
                    <a:pt x="59815" y="22886"/>
                    <a:pt x="53879" y="19184"/>
                    <a:pt x="50085" y="13585"/>
                  </a:cubicBezTo>
                  <a:cubicBezTo>
                    <a:pt x="50040" y="13513"/>
                    <a:pt x="49976" y="13483"/>
                    <a:pt x="49912" y="13483"/>
                  </a:cubicBezTo>
                  <a:cubicBezTo>
                    <a:pt x="49760" y="13483"/>
                    <a:pt x="49610" y="13649"/>
                    <a:pt x="49718" y="13799"/>
                  </a:cubicBezTo>
                  <a:cubicBezTo>
                    <a:pt x="53022" y="18664"/>
                    <a:pt x="57948" y="22060"/>
                    <a:pt x="61650" y="26588"/>
                  </a:cubicBezTo>
                  <a:cubicBezTo>
                    <a:pt x="62599" y="27782"/>
                    <a:pt x="63456" y="29005"/>
                    <a:pt x="64251" y="30290"/>
                  </a:cubicBezTo>
                  <a:cubicBezTo>
                    <a:pt x="63303" y="29128"/>
                    <a:pt x="62323" y="27965"/>
                    <a:pt x="61253" y="26864"/>
                  </a:cubicBezTo>
                  <a:cubicBezTo>
                    <a:pt x="57520" y="22856"/>
                    <a:pt x="53328" y="19307"/>
                    <a:pt x="49320" y="15574"/>
                  </a:cubicBezTo>
                  <a:cubicBezTo>
                    <a:pt x="49276" y="15523"/>
                    <a:pt x="49225" y="15501"/>
                    <a:pt x="49176" y="15501"/>
                  </a:cubicBezTo>
                  <a:cubicBezTo>
                    <a:pt x="49020" y="15501"/>
                    <a:pt x="48882" y="15717"/>
                    <a:pt x="49045" y="15880"/>
                  </a:cubicBezTo>
                  <a:cubicBezTo>
                    <a:pt x="53634" y="20255"/>
                    <a:pt x="58499" y="24385"/>
                    <a:pt x="62721" y="29189"/>
                  </a:cubicBezTo>
                  <a:cubicBezTo>
                    <a:pt x="63761" y="30413"/>
                    <a:pt x="64771" y="31667"/>
                    <a:pt x="65689" y="33013"/>
                  </a:cubicBezTo>
                  <a:cubicBezTo>
                    <a:pt x="66423" y="34451"/>
                    <a:pt x="67066" y="35920"/>
                    <a:pt x="67708" y="37419"/>
                  </a:cubicBezTo>
                  <a:cubicBezTo>
                    <a:pt x="66148" y="34666"/>
                    <a:pt x="64251" y="32126"/>
                    <a:pt x="62079" y="29862"/>
                  </a:cubicBezTo>
                  <a:cubicBezTo>
                    <a:pt x="58101" y="25640"/>
                    <a:pt x="53328" y="22305"/>
                    <a:pt x="49290" y="18175"/>
                  </a:cubicBezTo>
                  <a:cubicBezTo>
                    <a:pt x="49238" y="18123"/>
                    <a:pt x="49182" y="18102"/>
                    <a:pt x="49128" y="18102"/>
                  </a:cubicBezTo>
                  <a:cubicBezTo>
                    <a:pt x="48959" y="18102"/>
                    <a:pt x="48821" y="18318"/>
                    <a:pt x="48984" y="18481"/>
                  </a:cubicBezTo>
                  <a:cubicBezTo>
                    <a:pt x="53267" y="22856"/>
                    <a:pt x="58377" y="26405"/>
                    <a:pt x="62538" y="30964"/>
                  </a:cubicBezTo>
                  <a:cubicBezTo>
                    <a:pt x="64649" y="33258"/>
                    <a:pt x="66454" y="35828"/>
                    <a:pt x="67922" y="38582"/>
                  </a:cubicBezTo>
                  <a:cubicBezTo>
                    <a:pt x="68534" y="39714"/>
                    <a:pt x="69055" y="40907"/>
                    <a:pt x="69544" y="42131"/>
                  </a:cubicBezTo>
                  <a:lnTo>
                    <a:pt x="70095" y="43600"/>
                  </a:lnTo>
                  <a:cubicBezTo>
                    <a:pt x="70217" y="43875"/>
                    <a:pt x="70340" y="44150"/>
                    <a:pt x="70431" y="44456"/>
                  </a:cubicBezTo>
                  <a:cubicBezTo>
                    <a:pt x="70737" y="45282"/>
                    <a:pt x="71013" y="46108"/>
                    <a:pt x="71288" y="46935"/>
                  </a:cubicBezTo>
                  <a:cubicBezTo>
                    <a:pt x="73369" y="53054"/>
                    <a:pt x="75235" y="59234"/>
                    <a:pt x="76214" y="65629"/>
                  </a:cubicBezTo>
                  <a:cubicBezTo>
                    <a:pt x="76795" y="69575"/>
                    <a:pt x="77132" y="73583"/>
                    <a:pt x="77162" y="77561"/>
                  </a:cubicBezTo>
                  <a:cubicBezTo>
                    <a:pt x="76948" y="77530"/>
                    <a:pt x="76734" y="77500"/>
                    <a:pt x="76550" y="77438"/>
                  </a:cubicBezTo>
                  <a:cubicBezTo>
                    <a:pt x="75786" y="77316"/>
                    <a:pt x="74990" y="77255"/>
                    <a:pt x="74225" y="77255"/>
                  </a:cubicBezTo>
                  <a:cubicBezTo>
                    <a:pt x="73950" y="77255"/>
                    <a:pt x="73674" y="77285"/>
                    <a:pt x="73399" y="77285"/>
                  </a:cubicBezTo>
                  <a:cubicBezTo>
                    <a:pt x="72726" y="77316"/>
                    <a:pt x="72022" y="77377"/>
                    <a:pt x="71349" y="77469"/>
                  </a:cubicBezTo>
                  <a:cubicBezTo>
                    <a:pt x="71227" y="75419"/>
                    <a:pt x="70982" y="73706"/>
                    <a:pt x="70523" y="72666"/>
                  </a:cubicBezTo>
                  <a:cubicBezTo>
                    <a:pt x="68443" y="68015"/>
                    <a:pt x="64251" y="58408"/>
                    <a:pt x="59845" y="50637"/>
                  </a:cubicBezTo>
                  <a:cubicBezTo>
                    <a:pt x="56449" y="44670"/>
                    <a:pt x="50177" y="39439"/>
                    <a:pt x="47485" y="37358"/>
                  </a:cubicBezTo>
                  <a:cubicBezTo>
                    <a:pt x="44762" y="39439"/>
                    <a:pt x="38489" y="44670"/>
                    <a:pt x="35093" y="50637"/>
                  </a:cubicBezTo>
                  <a:cubicBezTo>
                    <a:pt x="30688" y="58408"/>
                    <a:pt x="26526" y="68015"/>
                    <a:pt x="24415" y="72666"/>
                  </a:cubicBezTo>
                  <a:cubicBezTo>
                    <a:pt x="24079" y="73553"/>
                    <a:pt x="23865" y="74440"/>
                    <a:pt x="23773" y="75389"/>
                  </a:cubicBezTo>
                  <a:cubicBezTo>
                    <a:pt x="23130" y="75358"/>
                    <a:pt x="22488" y="75297"/>
                    <a:pt x="21815" y="75205"/>
                  </a:cubicBezTo>
                  <a:lnTo>
                    <a:pt x="21172" y="75144"/>
                  </a:lnTo>
                  <a:lnTo>
                    <a:pt x="21019" y="75113"/>
                  </a:lnTo>
                  <a:cubicBezTo>
                    <a:pt x="20132" y="74930"/>
                    <a:pt x="19245" y="74838"/>
                    <a:pt x="18327" y="74807"/>
                  </a:cubicBezTo>
                  <a:cubicBezTo>
                    <a:pt x="18143" y="74807"/>
                    <a:pt x="17929" y="74838"/>
                    <a:pt x="17715" y="74868"/>
                  </a:cubicBezTo>
                  <a:cubicBezTo>
                    <a:pt x="17899" y="69331"/>
                    <a:pt x="18663" y="63823"/>
                    <a:pt x="19948" y="58439"/>
                  </a:cubicBezTo>
                  <a:cubicBezTo>
                    <a:pt x="21417" y="52319"/>
                    <a:pt x="23283" y="46231"/>
                    <a:pt x="26098" y="40601"/>
                  </a:cubicBezTo>
                  <a:cubicBezTo>
                    <a:pt x="30688" y="31484"/>
                    <a:pt x="38245" y="23835"/>
                    <a:pt x="47087" y="18817"/>
                  </a:cubicBezTo>
                  <a:cubicBezTo>
                    <a:pt x="47293" y="18688"/>
                    <a:pt x="47173" y="18385"/>
                    <a:pt x="46984" y="18385"/>
                  </a:cubicBezTo>
                  <a:cubicBezTo>
                    <a:pt x="46949" y="18385"/>
                    <a:pt x="46911" y="18395"/>
                    <a:pt x="46873" y="18419"/>
                  </a:cubicBezTo>
                  <a:cubicBezTo>
                    <a:pt x="36654" y="24233"/>
                    <a:pt x="28607" y="33228"/>
                    <a:pt x="24048" y="44059"/>
                  </a:cubicBezTo>
                  <a:cubicBezTo>
                    <a:pt x="21662" y="49933"/>
                    <a:pt x="19826" y="56052"/>
                    <a:pt x="18663" y="62294"/>
                  </a:cubicBezTo>
                  <a:cubicBezTo>
                    <a:pt x="17348" y="68933"/>
                    <a:pt x="17103" y="75603"/>
                    <a:pt x="17287" y="82334"/>
                  </a:cubicBezTo>
                  <a:cubicBezTo>
                    <a:pt x="17287" y="82517"/>
                    <a:pt x="17287" y="82701"/>
                    <a:pt x="17317" y="82884"/>
                  </a:cubicBezTo>
                  <a:cubicBezTo>
                    <a:pt x="17317" y="82915"/>
                    <a:pt x="17317" y="82946"/>
                    <a:pt x="17317" y="82976"/>
                  </a:cubicBezTo>
                  <a:cubicBezTo>
                    <a:pt x="17378" y="84200"/>
                    <a:pt x="17409" y="85424"/>
                    <a:pt x="17501" y="86648"/>
                  </a:cubicBezTo>
                  <a:cubicBezTo>
                    <a:pt x="17164" y="84231"/>
                    <a:pt x="16889" y="81814"/>
                    <a:pt x="16797" y="79366"/>
                  </a:cubicBezTo>
                  <a:cubicBezTo>
                    <a:pt x="16522" y="72604"/>
                    <a:pt x="17348" y="65690"/>
                    <a:pt x="18755" y="59081"/>
                  </a:cubicBezTo>
                  <a:cubicBezTo>
                    <a:pt x="19642" y="54798"/>
                    <a:pt x="20866" y="50606"/>
                    <a:pt x="22396" y="46506"/>
                  </a:cubicBezTo>
                  <a:cubicBezTo>
                    <a:pt x="23283" y="44273"/>
                    <a:pt x="24262" y="42070"/>
                    <a:pt x="25303" y="39928"/>
                  </a:cubicBezTo>
                  <a:cubicBezTo>
                    <a:pt x="30076" y="30199"/>
                    <a:pt x="37939" y="22917"/>
                    <a:pt x="45955" y="15880"/>
                  </a:cubicBezTo>
                  <a:cubicBezTo>
                    <a:pt x="46122" y="15736"/>
                    <a:pt x="45971" y="15517"/>
                    <a:pt x="45795" y="15517"/>
                  </a:cubicBezTo>
                  <a:cubicBezTo>
                    <a:pt x="45746" y="15517"/>
                    <a:pt x="45695" y="15534"/>
                    <a:pt x="45649" y="15574"/>
                  </a:cubicBezTo>
                  <a:cubicBezTo>
                    <a:pt x="43599" y="17410"/>
                    <a:pt x="41518" y="19215"/>
                    <a:pt x="39499" y="21112"/>
                  </a:cubicBezTo>
                  <a:cubicBezTo>
                    <a:pt x="41518" y="18878"/>
                    <a:pt x="43354" y="16492"/>
                    <a:pt x="45006" y="13983"/>
                  </a:cubicBezTo>
                  <a:cubicBezTo>
                    <a:pt x="45112" y="13815"/>
                    <a:pt x="44956" y="13661"/>
                    <a:pt x="44799" y="13661"/>
                  </a:cubicBezTo>
                  <a:cubicBezTo>
                    <a:pt x="44728" y="13661"/>
                    <a:pt x="44656" y="13692"/>
                    <a:pt x="44609" y="13769"/>
                  </a:cubicBezTo>
                  <a:cubicBezTo>
                    <a:pt x="41243" y="19001"/>
                    <a:pt x="36807" y="23376"/>
                    <a:pt x="32737" y="28026"/>
                  </a:cubicBezTo>
                  <a:cubicBezTo>
                    <a:pt x="32431" y="28363"/>
                    <a:pt x="32156" y="28699"/>
                    <a:pt x="31850" y="29067"/>
                  </a:cubicBezTo>
                  <a:lnTo>
                    <a:pt x="31728" y="29220"/>
                  </a:lnTo>
                  <a:cubicBezTo>
                    <a:pt x="31697" y="29250"/>
                    <a:pt x="31667" y="29281"/>
                    <a:pt x="31636" y="29311"/>
                  </a:cubicBezTo>
                  <a:cubicBezTo>
                    <a:pt x="31177" y="29862"/>
                    <a:pt x="30749" y="30413"/>
                    <a:pt x="30320" y="30994"/>
                  </a:cubicBezTo>
                  <a:cubicBezTo>
                    <a:pt x="27506" y="34666"/>
                    <a:pt x="25150" y="38674"/>
                    <a:pt x="23375" y="42896"/>
                  </a:cubicBezTo>
                  <a:cubicBezTo>
                    <a:pt x="22671" y="44517"/>
                    <a:pt x="22060" y="46170"/>
                    <a:pt x="21448" y="47822"/>
                  </a:cubicBezTo>
                  <a:cubicBezTo>
                    <a:pt x="19489" y="52870"/>
                    <a:pt x="17899" y="58041"/>
                    <a:pt x="16736" y="63303"/>
                  </a:cubicBezTo>
                  <a:cubicBezTo>
                    <a:pt x="15940" y="67066"/>
                    <a:pt x="15573" y="70891"/>
                    <a:pt x="15604" y="74715"/>
                  </a:cubicBezTo>
                  <a:lnTo>
                    <a:pt x="15023" y="74746"/>
                  </a:lnTo>
                  <a:cubicBezTo>
                    <a:pt x="14227" y="74777"/>
                    <a:pt x="13432" y="74807"/>
                    <a:pt x="12667" y="74899"/>
                  </a:cubicBezTo>
                  <a:cubicBezTo>
                    <a:pt x="11473" y="74991"/>
                    <a:pt x="10311" y="75174"/>
                    <a:pt x="9148" y="75389"/>
                  </a:cubicBezTo>
                  <a:cubicBezTo>
                    <a:pt x="7741" y="75633"/>
                    <a:pt x="6333" y="75939"/>
                    <a:pt x="4926" y="76306"/>
                  </a:cubicBezTo>
                  <a:cubicBezTo>
                    <a:pt x="4773" y="75236"/>
                    <a:pt x="4620" y="74165"/>
                    <a:pt x="4498" y="73033"/>
                  </a:cubicBezTo>
                  <a:cubicBezTo>
                    <a:pt x="1958" y="49168"/>
                    <a:pt x="9148" y="30382"/>
                    <a:pt x="9607" y="19245"/>
                  </a:cubicBezTo>
                  <a:cubicBezTo>
                    <a:pt x="9944" y="11413"/>
                    <a:pt x="8169" y="7252"/>
                    <a:pt x="5018" y="31"/>
                  </a:cubicBezTo>
                  <a:lnTo>
                    <a:pt x="1989" y="31"/>
                  </a:lnTo>
                  <a:lnTo>
                    <a:pt x="2264" y="674"/>
                  </a:lnTo>
                  <a:cubicBezTo>
                    <a:pt x="5507" y="8078"/>
                    <a:pt x="7129" y="11780"/>
                    <a:pt x="6823" y="19154"/>
                  </a:cubicBezTo>
                  <a:cubicBezTo>
                    <a:pt x="6700" y="22580"/>
                    <a:pt x="5844" y="26956"/>
                    <a:pt x="4834" y="32034"/>
                  </a:cubicBezTo>
                  <a:cubicBezTo>
                    <a:pt x="2784" y="42498"/>
                    <a:pt x="0" y="56848"/>
                    <a:pt x="1744" y="73339"/>
                  </a:cubicBezTo>
                  <a:cubicBezTo>
                    <a:pt x="3182" y="86709"/>
                    <a:pt x="7006" y="95184"/>
                    <a:pt x="9944" y="99926"/>
                  </a:cubicBezTo>
                  <a:cubicBezTo>
                    <a:pt x="13064" y="104975"/>
                    <a:pt x="16797" y="108340"/>
                    <a:pt x="19948" y="109044"/>
                  </a:cubicBezTo>
                  <a:cubicBezTo>
                    <a:pt x="19704" y="108065"/>
                    <a:pt x="19428" y="106963"/>
                    <a:pt x="19153" y="105801"/>
                  </a:cubicBezTo>
                  <a:cubicBezTo>
                    <a:pt x="16185" y="104210"/>
                    <a:pt x="11963" y="99498"/>
                    <a:pt x="8689" y="91145"/>
                  </a:cubicBezTo>
                  <a:cubicBezTo>
                    <a:pt x="10219" y="90380"/>
                    <a:pt x="11657" y="89493"/>
                    <a:pt x="13126" y="88606"/>
                  </a:cubicBezTo>
                  <a:cubicBezTo>
                    <a:pt x="13921" y="88147"/>
                    <a:pt x="14717" y="87688"/>
                    <a:pt x="15543" y="87290"/>
                  </a:cubicBezTo>
                  <a:lnTo>
                    <a:pt x="15910" y="87107"/>
                  </a:lnTo>
                  <a:cubicBezTo>
                    <a:pt x="16124" y="87015"/>
                    <a:pt x="16338" y="86923"/>
                    <a:pt x="16522" y="86831"/>
                  </a:cubicBezTo>
                  <a:cubicBezTo>
                    <a:pt x="17134" y="91635"/>
                    <a:pt x="18021" y="96438"/>
                    <a:pt x="19061" y="101181"/>
                  </a:cubicBezTo>
                  <a:cubicBezTo>
                    <a:pt x="19704" y="104118"/>
                    <a:pt x="20346" y="107055"/>
                    <a:pt x="20958" y="110023"/>
                  </a:cubicBezTo>
                  <a:cubicBezTo>
                    <a:pt x="21570" y="112991"/>
                    <a:pt x="21937" y="115989"/>
                    <a:pt x="22457" y="118987"/>
                  </a:cubicBezTo>
                  <a:cubicBezTo>
                    <a:pt x="22469" y="119096"/>
                    <a:pt x="22543" y="119143"/>
                    <a:pt x="22624" y="119143"/>
                  </a:cubicBezTo>
                  <a:cubicBezTo>
                    <a:pt x="22749" y="119143"/>
                    <a:pt x="22892" y="119032"/>
                    <a:pt x="22855" y="118865"/>
                  </a:cubicBezTo>
                  <a:cubicBezTo>
                    <a:pt x="22304" y="115622"/>
                    <a:pt x="21876" y="112348"/>
                    <a:pt x="21203" y="109105"/>
                  </a:cubicBezTo>
                  <a:cubicBezTo>
                    <a:pt x="20530" y="105739"/>
                    <a:pt x="19765" y="102405"/>
                    <a:pt x="19061" y="99070"/>
                  </a:cubicBezTo>
                  <a:cubicBezTo>
                    <a:pt x="17562" y="92186"/>
                    <a:pt x="16583" y="85240"/>
                    <a:pt x="16124" y="78234"/>
                  </a:cubicBezTo>
                  <a:cubicBezTo>
                    <a:pt x="15757" y="71442"/>
                    <a:pt x="16552" y="64680"/>
                    <a:pt x="18480" y="58194"/>
                  </a:cubicBezTo>
                  <a:lnTo>
                    <a:pt x="18480" y="58194"/>
                  </a:lnTo>
                  <a:cubicBezTo>
                    <a:pt x="16736" y="65506"/>
                    <a:pt x="16063" y="73063"/>
                    <a:pt x="16430" y="80590"/>
                  </a:cubicBezTo>
                  <a:cubicBezTo>
                    <a:pt x="16644" y="83711"/>
                    <a:pt x="17042" y="86831"/>
                    <a:pt x="17593" y="89952"/>
                  </a:cubicBezTo>
                  <a:cubicBezTo>
                    <a:pt x="17807" y="91359"/>
                    <a:pt x="18051" y="92767"/>
                    <a:pt x="18296" y="94174"/>
                  </a:cubicBezTo>
                  <a:cubicBezTo>
                    <a:pt x="18633" y="96653"/>
                    <a:pt x="19153" y="99100"/>
                    <a:pt x="19826" y="101517"/>
                  </a:cubicBezTo>
                  <a:cubicBezTo>
                    <a:pt x="19887" y="101762"/>
                    <a:pt x="19979" y="102037"/>
                    <a:pt x="20040" y="102282"/>
                  </a:cubicBezTo>
                  <a:cubicBezTo>
                    <a:pt x="21539" y="107728"/>
                    <a:pt x="23436" y="113174"/>
                    <a:pt x="23681" y="118773"/>
                  </a:cubicBezTo>
                  <a:cubicBezTo>
                    <a:pt x="23681" y="118911"/>
                    <a:pt x="23788" y="118980"/>
                    <a:pt x="23895" y="118980"/>
                  </a:cubicBezTo>
                  <a:cubicBezTo>
                    <a:pt x="24002" y="118980"/>
                    <a:pt x="24109" y="118911"/>
                    <a:pt x="24109" y="118773"/>
                  </a:cubicBezTo>
                  <a:cubicBezTo>
                    <a:pt x="23956" y="115347"/>
                    <a:pt x="23192" y="111950"/>
                    <a:pt x="22274" y="108585"/>
                  </a:cubicBezTo>
                  <a:lnTo>
                    <a:pt x="22274" y="108585"/>
                  </a:lnTo>
                  <a:cubicBezTo>
                    <a:pt x="22488" y="109074"/>
                    <a:pt x="22671" y="109564"/>
                    <a:pt x="22886" y="110053"/>
                  </a:cubicBezTo>
                  <a:cubicBezTo>
                    <a:pt x="23498" y="111491"/>
                    <a:pt x="24171" y="112899"/>
                    <a:pt x="24874" y="114306"/>
                  </a:cubicBezTo>
                  <a:cubicBezTo>
                    <a:pt x="25578" y="115714"/>
                    <a:pt x="26435" y="116968"/>
                    <a:pt x="27138" y="118314"/>
                  </a:cubicBezTo>
                  <a:cubicBezTo>
                    <a:pt x="27186" y="118391"/>
                    <a:pt x="27255" y="118422"/>
                    <a:pt x="27323" y="118422"/>
                  </a:cubicBezTo>
                  <a:cubicBezTo>
                    <a:pt x="27473" y="118422"/>
                    <a:pt x="27620" y="118269"/>
                    <a:pt x="27536" y="118100"/>
                  </a:cubicBezTo>
                  <a:cubicBezTo>
                    <a:pt x="26802" y="116754"/>
                    <a:pt x="25945" y="115469"/>
                    <a:pt x="25272" y="114092"/>
                  </a:cubicBezTo>
                  <a:cubicBezTo>
                    <a:pt x="24507" y="112562"/>
                    <a:pt x="23803" y="111033"/>
                    <a:pt x="23130" y="109472"/>
                  </a:cubicBezTo>
                  <a:cubicBezTo>
                    <a:pt x="22151" y="107208"/>
                    <a:pt x="21295" y="104883"/>
                    <a:pt x="20591" y="102496"/>
                  </a:cubicBezTo>
                  <a:cubicBezTo>
                    <a:pt x="20316" y="101578"/>
                    <a:pt x="20071" y="100691"/>
                    <a:pt x="19857" y="99773"/>
                  </a:cubicBezTo>
                  <a:cubicBezTo>
                    <a:pt x="19306" y="97540"/>
                    <a:pt x="18908" y="95276"/>
                    <a:pt x="18510" y="93012"/>
                  </a:cubicBezTo>
                  <a:cubicBezTo>
                    <a:pt x="18235" y="90839"/>
                    <a:pt x="18021" y="88636"/>
                    <a:pt x="17899" y="86434"/>
                  </a:cubicBezTo>
                  <a:cubicBezTo>
                    <a:pt x="18266" y="86372"/>
                    <a:pt x="18602" y="86342"/>
                    <a:pt x="18969" y="86311"/>
                  </a:cubicBezTo>
                  <a:cubicBezTo>
                    <a:pt x="19306" y="86281"/>
                    <a:pt x="19673" y="86281"/>
                    <a:pt x="20040" y="86281"/>
                  </a:cubicBezTo>
                  <a:cubicBezTo>
                    <a:pt x="20407" y="86281"/>
                    <a:pt x="20744" y="86281"/>
                    <a:pt x="21111" y="86311"/>
                  </a:cubicBezTo>
                  <a:cubicBezTo>
                    <a:pt x="21998" y="86372"/>
                    <a:pt x="22886" y="86525"/>
                    <a:pt x="23742" y="86648"/>
                  </a:cubicBezTo>
                  <a:cubicBezTo>
                    <a:pt x="24079" y="91971"/>
                    <a:pt x="24721" y="96928"/>
                    <a:pt x="24997" y="98029"/>
                  </a:cubicBezTo>
                  <a:cubicBezTo>
                    <a:pt x="25517" y="100079"/>
                    <a:pt x="25211" y="104607"/>
                    <a:pt x="22641" y="106015"/>
                  </a:cubicBezTo>
                  <a:cubicBezTo>
                    <a:pt x="22947" y="106933"/>
                    <a:pt x="23283" y="107820"/>
                    <a:pt x="23589" y="108615"/>
                  </a:cubicBezTo>
                  <a:cubicBezTo>
                    <a:pt x="24660" y="108126"/>
                    <a:pt x="25578" y="107330"/>
                    <a:pt x="26251" y="106321"/>
                  </a:cubicBezTo>
                  <a:cubicBezTo>
                    <a:pt x="28240" y="103445"/>
                    <a:pt x="28209" y="99406"/>
                    <a:pt x="27689" y="97356"/>
                  </a:cubicBezTo>
                  <a:cubicBezTo>
                    <a:pt x="27016" y="94694"/>
                    <a:pt x="25394" y="77285"/>
                    <a:pt x="26955" y="73798"/>
                  </a:cubicBezTo>
                  <a:cubicBezTo>
                    <a:pt x="27200" y="73277"/>
                    <a:pt x="27475" y="72666"/>
                    <a:pt x="27781" y="71992"/>
                  </a:cubicBezTo>
                  <a:cubicBezTo>
                    <a:pt x="29984" y="67036"/>
                    <a:pt x="33686" y="58775"/>
                    <a:pt x="37510" y="52013"/>
                  </a:cubicBezTo>
                  <a:cubicBezTo>
                    <a:pt x="40080" y="47485"/>
                    <a:pt x="44578" y="43324"/>
                    <a:pt x="47454" y="40938"/>
                  </a:cubicBezTo>
                  <a:cubicBezTo>
                    <a:pt x="50361" y="43355"/>
                    <a:pt x="54858" y="47485"/>
                    <a:pt x="57428" y="52013"/>
                  </a:cubicBezTo>
                  <a:cubicBezTo>
                    <a:pt x="61253" y="58775"/>
                    <a:pt x="64955" y="67036"/>
                    <a:pt x="67158" y="71992"/>
                  </a:cubicBezTo>
                  <a:cubicBezTo>
                    <a:pt x="67464" y="72666"/>
                    <a:pt x="67739" y="73277"/>
                    <a:pt x="67984" y="73798"/>
                  </a:cubicBezTo>
                  <a:cubicBezTo>
                    <a:pt x="69544" y="77285"/>
                    <a:pt x="67892" y="94694"/>
                    <a:pt x="67249" y="97356"/>
                  </a:cubicBezTo>
                  <a:cubicBezTo>
                    <a:pt x="66729" y="99406"/>
                    <a:pt x="66699" y="103445"/>
                    <a:pt x="68657" y="106321"/>
                  </a:cubicBezTo>
                  <a:cubicBezTo>
                    <a:pt x="69330" y="107330"/>
                    <a:pt x="70248" y="108126"/>
                    <a:pt x="71349" y="108615"/>
                  </a:cubicBezTo>
                  <a:cubicBezTo>
                    <a:pt x="71655" y="107820"/>
                    <a:pt x="71992" y="106933"/>
                    <a:pt x="72298" y="106015"/>
                  </a:cubicBezTo>
                  <a:cubicBezTo>
                    <a:pt x="69728" y="104607"/>
                    <a:pt x="69422" y="100079"/>
                    <a:pt x="69911" y="98029"/>
                  </a:cubicBezTo>
                  <a:cubicBezTo>
                    <a:pt x="70156" y="97111"/>
                    <a:pt x="70615" y="93654"/>
                    <a:pt x="70982" y="89493"/>
                  </a:cubicBezTo>
                  <a:cubicBezTo>
                    <a:pt x="71362" y="89480"/>
                    <a:pt x="71742" y="89473"/>
                    <a:pt x="72123" y="89473"/>
                  </a:cubicBezTo>
                  <a:cubicBezTo>
                    <a:pt x="72660" y="89473"/>
                    <a:pt x="73198" y="89488"/>
                    <a:pt x="73736" y="89524"/>
                  </a:cubicBezTo>
                  <a:cubicBezTo>
                    <a:pt x="74103" y="89554"/>
                    <a:pt x="74501" y="89585"/>
                    <a:pt x="74898" y="89646"/>
                  </a:cubicBezTo>
                  <a:cubicBezTo>
                    <a:pt x="75143" y="89677"/>
                    <a:pt x="75388" y="89738"/>
                    <a:pt x="75633" y="89769"/>
                  </a:cubicBezTo>
                  <a:cubicBezTo>
                    <a:pt x="75969" y="89830"/>
                    <a:pt x="76336" y="89921"/>
                    <a:pt x="76703" y="90013"/>
                  </a:cubicBezTo>
                  <a:cubicBezTo>
                    <a:pt x="76183" y="94358"/>
                    <a:pt x="75204" y="98611"/>
                    <a:pt x="73797" y="102741"/>
                  </a:cubicBezTo>
                  <a:cubicBezTo>
                    <a:pt x="72879" y="105495"/>
                    <a:pt x="71808" y="108157"/>
                    <a:pt x="70615" y="110818"/>
                  </a:cubicBezTo>
                  <a:cubicBezTo>
                    <a:pt x="70095" y="112012"/>
                    <a:pt x="69513" y="113174"/>
                    <a:pt x="68932" y="114367"/>
                  </a:cubicBezTo>
                  <a:cubicBezTo>
                    <a:pt x="68320" y="115530"/>
                    <a:pt x="67770" y="116968"/>
                    <a:pt x="67005" y="118100"/>
                  </a:cubicBezTo>
                  <a:cubicBezTo>
                    <a:pt x="66899" y="118269"/>
                    <a:pt x="67040" y="118422"/>
                    <a:pt x="67198" y="118422"/>
                  </a:cubicBezTo>
                  <a:cubicBezTo>
                    <a:pt x="67270" y="118422"/>
                    <a:pt x="67345" y="118391"/>
                    <a:pt x="67402" y="118314"/>
                  </a:cubicBezTo>
                  <a:cubicBezTo>
                    <a:pt x="68259" y="117090"/>
                    <a:pt x="68810" y="115591"/>
                    <a:pt x="69483" y="114214"/>
                  </a:cubicBezTo>
                  <a:cubicBezTo>
                    <a:pt x="70248" y="112685"/>
                    <a:pt x="70951" y="111155"/>
                    <a:pt x="71625" y="109564"/>
                  </a:cubicBezTo>
                  <a:cubicBezTo>
                    <a:pt x="72359" y="107912"/>
                    <a:pt x="73001" y="106229"/>
                    <a:pt x="73613" y="104516"/>
                  </a:cubicBezTo>
                  <a:lnTo>
                    <a:pt x="73613" y="104516"/>
                  </a:lnTo>
                  <a:cubicBezTo>
                    <a:pt x="73307" y="105892"/>
                    <a:pt x="73032" y="107269"/>
                    <a:pt x="72818" y="108677"/>
                  </a:cubicBezTo>
                  <a:cubicBezTo>
                    <a:pt x="72053" y="111522"/>
                    <a:pt x="71288" y="114398"/>
                    <a:pt x="70584" y="117305"/>
                  </a:cubicBezTo>
                  <a:cubicBezTo>
                    <a:pt x="70549" y="117465"/>
                    <a:pt x="70668" y="117563"/>
                    <a:pt x="70786" y="117563"/>
                  </a:cubicBezTo>
                  <a:cubicBezTo>
                    <a:pt x="70872" y="117563"/>
                    <a:pt x="70956" y="117512"/>
                    <a:pt x="70982" y="117396"/>
                  </a:cubicBezTo>
                  <a:cubicBezTo>
                    <a:pt x="71472" y="115469"/>
                    <a:pt x="71992" y="113511"/>
                    <a:pt x="72481" y="111583"/>
                  </a:cubicBezTo>
                  <a:cubicBezTo>
                    <a:pt x="72481" y="111675"/>
                    <a:pt x="72481" y="111767"/>
                    <a:pt x="72481" y="111828"/>
                  </a:cubicBezTo>
                  <a:cubicBezTo>
                    <a:pt x="72359" y="114031"/>
                    <a:pt x="72175" y="116295"/>
                    <a:pt x="72145" y="118498"/>
                  </a:cubicBezTo>
                  <a:cubicBezTo>
                    <a:pt x="72145" y="118651"/>
                    <a:pt x="72252" y="118727"/>
                    <a:pt x="72359" y="118727"/>
                  </a:cubicBezTo>
                  <a:cubicBezTo>
                    <a:pt x="72466" y="118727"/>
                    <a:pt x="72573" y="118651"/>
                    <a:pt x="72573" y="118498"/>
                  </a:cubicBezTo>
                  <a:cubicBezTo>
                    <a:pt x="72604" y="116540"/>
                    <a:pt x="72848" y="114582"/>
                    <a:pt x="72879" y="112624"/>
                  </a:cubicBezTo>
                  <a:cubicBezTo>
                    <a:pt x="72910" y="111369"/>
                    <a:pt x="73001" y="110145"/>
                    <a:pt x="73185" y="108921"/>
                  </a:cubicBezTo>
                  <a:cubicBezTo>
                    <a:pt x="74225" y="105005"/>
                    <a:pt x="75235" y="101089"/>
                    <a:pt x="76183" y="97142"/>
                  </a:cubicBezTo>
                  <a:cubicBezTo>
                    <a:pt x="76275" y="96744"/>
                    <a:pt x="76367" y="96377"/>
                    <a:pt x="76459" y="95979"/>
                  </a:cubicBezTo>
                  <a:cubicBezTo>
                    <a:pt x="76673" y="95153"/>
                    <a:pt x="76918" y="94327"/>
                    <a:pt x="77132" y="93501"/>
                  </a:cubicBezTo>
                  <a:cubicBezTo>
                    <a:pt x="77438" y="92308"/>
                    <a:pt x="77713" y="91115"/>
                    <a:pt x="77927" y="89891"/>
                  </a:cubicBezTo>
                  <a:cubicBezTo>
                    <a:pt x="78203" y="89830"/>
                    <a:pt x="78478" y="89769"/>
                    <a:pt x="78753" y="89707"/>
                  </a:cubicBezTo>
                  <a:cubicBezTo>
                    <a:pt x="79671" y="89524"/>
                    <a:pt x="80620" y="89401"/>
                    <a:pt x="81568" y="89340"/>
                  </a:cubicBezTo>
                  <a:cubicBezTo>
                    <a:pt x="81862" y="89325"/>
                    <a:pt x="82155" y="89317"/>
                    <a:pt x="82448" y="89317"/>
                  </a:cubicBezTo>
                  <a:cubicBezTo>
                    <a:pt x="83898" y="89317"/>
                    <a:pt x="85344" y="89504"/>
                    <a:pt x="86769" y="89860"/>
                  </a:cubicBezTo>
                  <a:cubicBezTo>
                    <a:pt x="83435" y="99039"/>
                    <a:pt x="78906" y="104118"/>
                    <a:pt x="75816" y="105770"/>
                  </a:cubicBezTo>
                  <a:cubicBezTo>
                    <a:pt x="75541" y="106933"/>
                    <a:pt x="75296" y="108034"/>
                    <a:pt x="75051" y="109044"/>
                  </a:cubicBezTo>
                  <a:cubicBezTo>
                    <a:pt x="78203" y="108310"/>
                    <a:pt x="81935" y="104975"/>
                    <a:pt x="85056" y="99926"/>
                  </a:cubicBezTo>
                  <a:cubicBezTo>
                    <a:pt x="87993" y="95153"/>
                    <a:pt x="91818" y="86678"/>
                    <a:pt x="93256" y="73308"/>
                  </a:cubicBezTo>
                  <a:cubicBezTo>
                    <a:pt x="95000" y="56848"/>
                    <a:pt x="92215" y="42498"/>
                    <a:pt x="90166" y="32004"/>
                  </a:cubicBezTo>
                  <a:cubicBezTo>
                    <a:pt x="89156" y="26925"/>
                    <a:pt x="88299" y="22550"/>
                    <a:pt x="88177" y="19123"/>
                  </a:cubicBezTo>
                  <a:cubicBezTo>
                    <a:pt x="87871" y="11749"/>
                    <a:pt x="89492" y="8017"/>
                    <a:pt x="92736" y="674"/>
                  </a:cubicBezTo>
                  <a:lnTo>
                    <a:pt x="9304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1"/>
            <p:cNvSpPr/>
            <p:nvPr/>
          </p:nvSpPr>
          <p:spPr>
            <a:xfrm>
              <a:off x="1858375" y="3456775"/>
              <a:ext cx="3884150" cy="1768475"/>
            </a:xfrm>
            <a:custGeom>
              <a:avLst/>
              <a:gdLst/>
              <a:ahLst/>
              <a:cxnLst/>
              <a:rect l="l" t="t" r="r" b="b"/>
              <a:pathLst>
                <a:path w="155366" h="70739" extrusionOk="0">
                  <a:moveTo>
                    <a:pt x="48647" y="1"/>
                  </a:moveTo>
                  <a:lnTo>
                    <a:pt x="48647" y="1"/>
                  </a:lnTo>
                  <a:cubicBezTo>
                    <a:pt x="46720" y="6487"/>
                    <a:pt x="45924" y="13249"/>
                    <a:pt x="46322" y="20041"/>
                  </a:cubicBezTo>
                  <a:cubicBezTo>
                    <a:pt x="46781" y="27047"/>
                    <a:pt x="47760" y="33993"/>
                    <a:pt x="49229" y="40877"/>
                  </a:cubicBezTo>
                  <a:cubicBezTo>
                    <a:pt x="49932" y="44212"/>
                    <a:pt x="50697" y="47546"/>
                    <a:pt x="51401" y="50912"/>
                  </a:cubicBezTo>
                  <a:cubicBezTo>
                    <a:pt x="52043" y="54155"/>
                    <a:pt x="52472" y="57398"/>
                    <a:pt x="53022" y="60672"/>
                  </a:cubicBezTo>
                  <a:cubicBezTo>
                    <a:pt x="53060" y="60839"/>
                    <a:pt x="52917" y="60950"/>
                    <a:pt x="52792" y="60950"/>
                  </a:cubicBezTo>
                  <a:cubicBezTo>
                    <a:pt x="52710" y="60950"/>
                    <a:pt x="52637" y="60903"/>
                    <a:pt x="52625" y="60794"/>
                  </a:cubicBezTo>
                  <a:cubicBezTo>
                    <a:pt x="52105" y="57796"/>
                    <a:pt x="51737" y="54798"/>
                    <a:pt x="51125" y="51830"/>
                  </a:cubicBezTo>
                  <a:cubicBezTo>
                    <a:pt x="50544" y="48862"/>
                    <a:pt x="49871" y="45925"/>
                    <a:pt x="49229" y="42988"/>
                  </a:cubicBezTo>
                  <a:cubicBezTo>
                    <a:pt x="48188" y="38245"/>
                    <a:pt x="47301" y="33442"/>
                    <a:pt x="46689" y="28638"/>
                  </a:cubicBezTo>
                  <a:cubicBezTo>
                    <a:pt x="46506" y="28730"/>
                    <a:pt x="46291" y="28822"/>
                    <a:pt x="46077" y="28914"/>
                  </a:cubicBezTo>
                  <a:cubicBezTo>
                    <a:pt x="46169" y="29617"/>
                    <a:pt x="46261" y="30321"/>
                    <a:pt x="46353" y="30994"/>
                  </a:cubicBezTo>
                  <a:cubicBezTo>
                    <a:pt x="46750" y="34054"/>
                    <a:pt x="47209" y="36960"/>
                    <a:pt x="47729" y="39683"/>
                  </a:cubicBezTo>
                  <a:cubicBezTo>
                    <a:pt x="48249" y="42590"/>
                    <a:pt x="48800" y="45252"/>
                    <a:pt x="49351" y="47608"/>
                  </a:cubicBezTo>
                  <a:cubicBezTo>
                    <a:pt x="49626" y="48740"/>
                    <a:pt x="49871" y="49841"/>
                    <a:pt x="50116" y="50851"/>
                  </a:cubicBezTo>
                  <a:cubicBezTo>
                    <a:pt x="50942" y="54155"/>
                    <a:pt x="51646" y="56542"/>
                    <a:pt x="52013" y="57735"/>
                  </a:cubicBezTo>
                  <a:cubicBezTo>
                    <a:pt x="30229" y="59815"/>
                    <a:pt x="11810" y="64527"/>
                    <a:pt x="0" y="70738"/>
                  </a:cubicBezTo>
                  <a:cubicBezTo>
                    <a:pt x="19520" y="64925"/>
                    <a:pt x="47117" y="61284"/>
                    <a:pt x="77683" y="61284"/>
                  </a:cubicBezTo>
                  <a:cubicBezTo>
                    <a:pt x="108278" y="61284"/>
                    <a:pt x="135845" y="64925"/>
                    <a:pt x="155365" y="70738"/>
                  </a:cubicBezTo>
                  <a:cubicBezTo>
                    <a:pt x="143555" y="64527"/>
                    <a:pt x="125106" y="59846"/>
                    <a:pt x="103352" y="57735"/>
                  </a:cubicBezTo>
                  <a:cubicBezTo>
                    <a:pt x="103689" y="56542"/>
                    <a:pt x="104393" y="54155"/>
                    <a:pt x="105219" y="50851"/>
                  </a:cubicBezTo>
                  <a:cubicBezTo>
                    <a:pt x="105463" y="49841"/>
                    <a:pt x="105739" y="48740"/>
                    <a:pt x="105984" y="47608"/>
                  </a:cubicBezTo>
                  <a:cubicBezTo>
                    <a:pt x="106534" y="45252"/>
                    <a:pt x="107085" y="42590"/>
                    <a:pt x="107605" y="39653"/>
                  </a:cubicBezTo>
                  <a:cubicBezTo>
                    <a:pt x="108095" y="37144"/>
                    <a:pt x="108523" y="34390"/>
                    <a:pt x="108921" y="31514"/>
                  </a:cubicBezTo>
                  <a:lnTo>
                    <a:pt x="108921" y="31514"/>
                  </a:lnTo>
                  <a:cubicBezTo>
                    <a:pt x="108615" y="31576"/>
                    <a:pt x="108370" y="31637"/>
                    <a:pt x="108095" y="31698"/>
                  </a:cubicBezTo>
                  <a:cubicBezTo>
                    <a:pt x="107881" y="32922"/>
                    <a:pt x="107605" y="34115"/>
                    <a:pt x="107299" y="35308"/>
                  </a:cubicBezTo>
                  <a:cubicBezTo>
                    <a:pt x="107085" y="36134"/>
                    <a:pt x="106840" y="36991"/>
                    <a:pt x="106626" y="37786"/>
                  </a:cubicBezTo>
                  <a:cubicBezTo>
                    <a:pt x="106534" y="38184"/>
                    <a:pt x="106443" y="38551"/>
                    <a:pt x="106351" y="38949"/>
                  </a:cubicBezTo>
                  <a:cubicBezTo>
                    <a:pt x="105402" y="42896"/>
                    <a:pt x="104393" y="46812"/>
                    <a:pt x="103352" y="50728"/>
                  </a:cubicBezTo>
                  <a:cubicBezTo>
                    <a:pt x="103169" y="51952"/>
                    <a:pt x="103077" y="53176"/>
                    <a:pt x="103046" y="54431"/>
                  </a:cubicBezTo>
                  <a:cubicBezTo>
                    <a:pt x="103016" y="56389"/>
                    <a:pt x="102771" y="58347"/>
                    <a:pt x="102740" y="60305"/>
                  </a:cubicBezTo>
                  <a:cubicBezTo>
                    <a:pt x="102740" y="60458"/>
                    <a:pt x="102633" y="60534"/>
                    <a:pt x="102526" y="60534"/>
                  </a:cubicBezTo>
                  <a:cubicBezTo>
                    <a:pt x="102419" y="60534"/>
                    <a:pt x="102312" y="60458"/>
                    <a:pt x="102312" y="60305"/>
                  </a:cubicBezTo>
                  <a:cubicBezTo>
                    <a:pt x="102343" y="58102"/>
                    <a:pt x="102526" y="55869"/>
                    <a:pt x="102649" y="53666"/>
                  </a:cubicBezTo>
                  <a:cubicBezTo>
                    <a:pt x="102649" y="53574"/>
                    <a:pt x="102649" y="53482"/>
                    <a:pt x="102649" y="53390"/>
                  </a:cubicBezTo>
                  <a:cubicBezTo>
                    <a:pt x="102159" y="55318"/>
                    <a:pt x="101639" y="57276"/>
                    <a:pt x="101180" y="59234"/>
                  </a:cubicBezTo>
                  <a:cubicBezTo>
                    <a:pt x="101143" y="59332"/>
                    <a:pt x="101058" y="59376"/>
                    <a:pt x="100972" y="59376"/>
                  </a:cubicBezTo>
                  <a:cubicBezTo>
                    <a:pt x="100844" y="59376"/>
                    <a:pt x="100715" y="59277"/>
                    <a:pt x="100752" y="59112"/>
                  </a:cubicBezTo>
                  <a:cubicBezTo>
                    <a:pt x="101486" y="56236"/>
                    <a:pt x="102220" y="53360"/>
                    <a:pt x="102985" y="50484"/>
                  </a:cubicBezTo>
                  <a:cubicBezTo>
                    <a:pt x="103199" y="49076"/>
                    <a:pt x="103475" y="47699"/>
                    <a:pt x="103781" y="46353"/>
                  </a:cubicBezTo>
                  <a:lnTo>
                    <a:pt x="103781" y="46353"/>
                  </a:lnTo>
                  <a:cubicBezTo>
                    <a:pt x="103169" y="48036"/>
                    <a:pt x="102526" y="49719"/>
                    <a:pt x="101823" y="51371"/>
                  </a:cubicBezTo>
                  <a:cubicBezTo>
                    <a:pt x="101119" y="52962"/>
                    <a:pt x="100415" y="54522"/>
                    <a:pt x="99650" y="56052"/>
                  </a:cubicBezTo>
                  <a:cubicBezTo>
                    <a:pt x="98977" y="57398"/>
                    <a:pt x="98426" y="58897"/>
                    <a:pt x="97570" y="60152"/>
                  </a:cubicBezTo>
                  <a:cubicBezTo>
                    <a:pt x="97526" y="60214"/>
                    <a:pt x="97464" y="60240"/>
                    <a:pt x="97401" y="60240"/>
                  </a:cubicBezTo>
                  <a:cubicBezTo>
                    <a:pt x="97246" y="60240"/>
                    <a:pt x="97085" y="60081"/>
                    <a:pt x="97172" y="59907"/>
                  </a:cubicBezTo>
                  <a:cubicBezTo>
                    <a:pt x="97937" y="58806"/>
                    <a:pt x="98457" y="57398"/>
                    <a:pt x="99100" y="56174"/>
                  </a:cubicBezTo>
                  <a:cubicBezTo>
                    <a:pt x="99711" y="54951"/>
                    <a:pt x="100232" y="53819"/>
                    <a:pt x="100782" y="52625"/>
                  </a:cubicBezTo>
                  <a:cubicBezTo>
                    <a:pt x="101976" y="49994"/>
                    <a:pt x="103046" y="47302"/>
                    <a:pt x="103964" y="44548"/>
                  </a:cubicBezTo>
                  <a:cubicBezTo>
                    <a:pt x="105372" y="40418"/>
                    <a:pt x="106351" y="36165"/>
                    <a:pt x="106901" y="31851"/>
                  </a:cubicBezTo>
                  <a:cubicBezTo>
                    <a:pt x="106534" y="31728"/>
                    <a:pt x="106167" y="31667"/>
                    <a:pt x="105831" y="31576"/>
                  </a:cubicBezTo>
                  <a:cubicBezTo>
                    <a:pt x="105678" y="32769"/>
                    <a:pt x="105555" y="33931"/>
                    <a:pt x="105372" y="35063"/>
                  </a:cubicBezTo>
                  <a:cubicBezTo>
                    <a:pt x="105127" y="36991"/>
                    <a:pt x="104821" y="38796"/>
                    <a:pt x="104484" y="40479"/>
                  </a:cubicBezTo>
                  <a:cubicBezTo>
                    <a:pt x="104178" y="42192"/>
                    <a:pt x="103750" y="43875"/>
                    <a:pt x="103261" y="45527"/>
                  </a:cubicBezTo>
                  <a:cubicBezTo>
                    <a:pt x="103016" y="46353"/>
                    <a:pt x="102740" y="47088"/>
                    <a:pt x="102496" y="47822"/>
                  </a:cubicBezTo>
                  <a:cubicBezTo>
                    <a:pt x="102159" y="48770"/>
                    <a:pt x="101853" y="49658"/>
                    <a:pt x="101547" y="50453"/>
                  </a:cubicBezTo>
                  <a:cubicBezTo>
                    <a:pt x="100660" y="52809"/>
                    <a:pt x="99620" y="55134"/>
                    <a:pt x="98426" y="57337"/>
                  </a:cubicBezTo>
                  <a:cubicBezTo>
                    <a:pt x="91757" y="56848"/>
                    <a:pt x="84781" y="56572"/>
                    <a:pt x="77652" y="56572"/>
                  </a:cubicBezTo>
                  <a:cubicBezTo>
                    <a:pt x="70493" y="56572"/>
                    <a:pt x="63547" y="56848"/>
                    <a:pt x="56877" y="57337"/>
                  </a:cubicBezTo>
                  <a:cubicBezTo>
                    <a:pt x="55684" y="55134"/>
                    <a:pt x="54644" y="52809"/>
                    <a:pt x="53757" y="50453"/>
                  </a:cubicBezTo>
                  <a:cubicBezTo>
                    <a:pt x="53451" y="49658"/>
                    <a:pt x="53114" y="48770"/>
                    <a:pt x="52808" y="47822"/>
                  </a:cubicBezTo>
                  <a:cubicBezTo>
                    <a:pt x="52563" y="47118"/>
                    <a:pt x="52319" y="46353"/>
                    <a:pt x="52043" y="45527"/>
                  </a:cubicBezTo>
                  <a:cubicBezTo>
                    <a:pt x="51554" y="43875"/>
                    <a:pt x="51156" y="42192"/>
                    <a:pt x="50850" y="40479"/>
                  </a:cubicBezTo>
                  <a:cubicBezTo>
                    <a:pt x="50514" y="38796"/>
                    <a:pt x="50208" y="36960"/>
                    <a:pt x="49932" y="35063"/>
                  </a:cubicBezTo>
                  <a:cubicBezTo>
                    <a:pt x="49626" y="32799"/>
                    <a:pt x="49382" y="30474"/>
                    <a:pt x="49167" y="28118"/>
                  </a:cubicBezTo>
                  <a:cubicBezTo>
                    <a:pt x="48800" y="28149"/>
                    <a:pt x="48433" y="28179"/>
                    <a:pt x="48097" y="28241"/>
                  </a:cubicBezTo>
                  <a:cubicBezTo>
                    <a:pt x="48219" y="30443"/>
                    <a:pt x="48433" y="32646"/>
                    <a:pt x="48708" y="34819"/>
                  </a:cubicBezTo>
                  <a:cubicBezTo>
                    <a:pt x="49106" y="37083"/>
                    <a:pt x="49504" y="39347"/>
                    <a:pt x="50055" y="41611"/>
                  </a:cubicBezTo>
                  <a:cubicBezTo>
                    <a:pt x="50269" y="42498"/>
                    <a:pt x="50514" y="43416"/>
                    <a:pt x="50758" y="44303"/>
                  </a:cubicBezTo>
                  <a:cubicBezTo>
                    <a:pt x="51493" y="46690"/>
                    <a:pt x="52319" y="49015"/>
                    <a:pt x="53298" y="51279"/>
                  </a:cubicBezTo>
                  <a:cubicBezTo>
                    <a:pt x="53971" y="52840"/>
                    <a:pt x="54705" y="54400"/>
                    <a:pt x="55470" y="55899"/>
                  </a:cubicBezTo>
                  <a:cubicBezTo>
                    <a:pt x="56143" y="57276"/>
                    <a:pt x="57000" y="58561"/>
                    <a:pt x="57734" y="59907"/>
                  </a:cubicBezTo>
                  <a:cubicBezTo>
                    <a:pt x="57818" y="60076"/>
                    <a:pt x="57671" y="60229"/>
                    <a:pt x="57521" y="60229"/>
                  </a:cubicBezTo>
                  <a:cubicBezTo>
                    <a:pt x="57453" y="60229"/>
                    <a:pt x="57384" y="60198"/>
                    <a:pt x="57336" y="60121"/>
                  </a:cubicBezTo>
                  <a:cubicBezTo>
                    <a:pt x="56633" y="58775"/>
                    <a:pt x="55776" y="57521"/>
                    <a:pt x="55072" y="56113"/>
                  </a:cubicBezTo>
                  <a:cubicBezTo>
                    <a:pt x="54369" y="54736"/>
                    <a:pt x="53696" y="53298"/>
                    <a:pt x="53084" y="51860"/>
                  </a:cubicBezTo>
                  <a:cubicBezTo>
                    <a:pt x="52869" y="51371"/>
                    <a:pt x="52686" y="50881"/>
                    <a:pt x="52472" y="50392"/>
                  </a:cubicBezTo>
                  <a:lnTo>
                    <a:pt x="52472" y="50392"/>
                  </a:lnTo>
                  <a:cubicBezTo>
                    <a:pt x="53390" y="53757"/>
                    <a:pt x="54154" y="57154"/>
                    <a:pt x="54307" y="60611"/>
                  </a:cubicBezTo>
                  <a:cubicBezTo>
                    <a:pt x="54307" y="60749"/>
                    <a:pt x="54200" y="60817"/>
                    <a:pt x="54093" y="60817"/>
                  </a:cubicBezTo>
                  <a:cubicBezTo>
                    <a:pt x="53986" y="60817"/>
                    <a:pt x="53879" y="60749"/>
                    <a:pt x="53879" y="60611"/>
                  </a:cubicBezTo>
                  <a:cubicBezTo>
                    <a:pt x="53634" y="54981"/>
                    <a:pt x="51737" y="49535"/>
                    <a:pt x="50238" y="44089"/>
                  </a:cubicBezTo>
                  <a:cubicBezTo>
                    <a:pt x="50177" y="43844"/>
                    <a:pt x="50085" y="43569"/>
                    <a:pt x="50024" y="43324"/>
                  </a:cubicBezTo>
                  <a:cubicBezTo>
                    <a:pt x="49351" y="40907"/>
                    <a:pt x="48831" y="38460"/>
                    <a:pt x="48494" y="35981"/>
                  </a:cubicBezTo>
                  <a:cubicBezTo>
                    <a:pt x="48249" y="34574"/>
                    <a:pt x="48005" y="33166"/>
                    <a:pt x="47760" y="31759"/>
                  </a:cubicBezTo>
                  <a:cubicBezTo>
                    <a:pt x="47240" y="28669"/>
                    <a:pt x="46842" y="25548"/>
                    <a:pt x="46628" y="22397"/>
                  </a:cubicBezTo>
                  <a:cubicBezTo>
                    <a:pt x="46261" y="14870"/>
                    <a:pt x="46934" y="7344"/>
                    <a:pt x="48647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1"/>
            <p:cNvSpPr/>
            <p:nvPr/>
          </p:nvSpPr>
          <p:spPr>
            <a:xfrm>
              <a:off x="3056175" y="3956250"/>
              <a:ext cx="24500" cy="112475"/>
            </a:xfrm>
            <a:custGeom>
              <a:avLst/>
              <a:gdLst/>
              <a:ahLst/>
              <a:cxnLst/>
              <a:rect l="l" t="t" r="r" b="b"/>
              <a:pathLst>
                <a:path w="980" h="4499" extrusionOk="0">
                  <a:moveTo>
                    <a:pt x="735" y="1"/>
                  </a:moveTo>
                  <a:cubicBezTo>
                    <a:pt x="490" y="62"/>
                    <a:pt x="215" y="123"/>
                    <a:pt x="1" y="215"/>
                  </a:cubicBezTo>
                  <a:lnTo>
                    <a:pt x="1" y="857"/>
                  </a:lnTo>
                  <a:cubicBezTo>
                    <a:pt x="1" y="2081"/>
                    <a:pt x="1" y="3274"/>
                    <a:pt x="62" y="4498"/>
                  </a:cubicBezTo>
                  <a:cubicBezTo>
                    <a:pt x="368" y="4498"/>
                    <a:pt x="674" y="4468"/>
                    <a:pt x="980" y="4468"/>
                  </a:cubicBezTo>
                  <a:cubicBezTo>
                    <a:pt x="858" y="2938"/>
                    <a:pt x="796" y="1408"/>
                    <a:pt x="735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1"/>
            <p:cNvSpPr/>
            <p:nvPr/>
          </p:nvSpPr>
          <p:spPr>
            <a:xfrm>
              <a:off x="3055425" y="3882825"/>
              <a:ext cx="18375" cy="67325"/>
            </a:xfrm>
            <a:custGeom>
              <a:avLst/>
              <a:gdLst/>
              <a:ahLst/>
              <a:cxnLst/>
              <a:rect l="l" t="t" r="r" b="b"/>
              <a:pathLst>
                <a:path w="735" h="2693" extrusionOk="0">
                  <a:moveTo>
                    <a:pt x="673" y="1"/>
                  </a:moveTo>
                  <a:cubicBezTo>
                    <a:pt x="459" y="1"/>
                    <a:pt x="276" y="31"/>
                    <a:pt x="62" y="92"/>
                  </a:cubicBezTo>
                  <a:lnTo>
                    <a:pt x="31" y="92"/>
                  </a:lnTo>
                  <a:cubicBezTo>
                    <a:pt x="31" y="949"/>
                    <a:pt x="0" y="1836"/>
                    <a:pt x="0" y="2693"/>
                  </a:cubicBezTo>
                  <a:cubicBezTo>
                    <a:pt x="245" y="2601"/>
                    <a:pt x="490" y="2540"/>
                    <a:pt x="735" y="2509"/>
                  </a:cubicBezTo>
                  <a:cubicBezTo>
                    <a:pt x="704" y="1622"/>
                    <a:pt x="673" y="796"/>
                    <a:pt x="67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1"/>
            <p:cNvSpPr/>
            <p:nvPr/>
          </p:nvSpPr>
          <p:spPr>
            <a:xfrm>
              <a:off x="2986575" y="1938075"/>
              <a:ext cx="1637675" cy="2230850"/>
            </a:xfrm>
            <a:custGeom>
              <a:avLst/>
              <a:gdLst/>
              <a:ahLst/>
              <a:cxnLst/>
              <a:rect l="l" t="t" r="r" b="b"/>
              <a:pathLst>
                <a:path w="65507" h="89234" extrusionOk="0">
                  <a:moveTo>
                    <a:pt x="21441" y="0"/>
                  </a:moveTo>
                  <a:cubicBezTo>
                    <a:pt x="20091" y="0"/>
                    <a:pt x="18923" y="336"/>
                    <a:pt x="18205" y="1209"/>
                  </a:cubicBezTo>
                  <a:cubicBezTo>
                    <a:pt x="16339" y="3412"/>
                    <a:pt x="17379" y="6870"/>
                    <a:pt x="19123" y="10817"/>
                  </a:cubicBezTo>
                  <a:cubicBezTo>
                    <a:pt x="20867" y="14763"/>
                    <a:pt x="21540" y="21127"/>
                    <a:pt x="20163" y="23422"/>
                  </a:cubicBezTo>
                  <a:cubicBezTo>
                    <a:pt x="18786" y="25717"/>
                    <a:pt x="6946" y="42208"/>
                    <a:pt x="5202" y="49398"/>
                  </a:cubicBezTo>
                  <a:cubicBezTo>
                    <a:pt x="3733" y="55578"/>
                    <a:pt x="1" y="62952"/>
                    <a:pt x="93" y="77301"/>
                  </a:cubicBezTo>
                  <a:lnTo>
                    <a:pt x="674" y="77301"/>
                  </a:lnTo>
                  <a:cubicBezTo>
                    <a:pt x="643" y="73446"/>
                    <a:pt x="1010" y="69621"/>
                    <a:pt x="1806" y="65858"/>
                  </a:cubicBezTo>
                  <a:cubicBezTo>
                    <a:pt x="2969" y="60596"/>
                    <a:pt x="4559" y="55425"/>
                    <a:pt x="6548" y="50407"/>
                  </a:cubicBezTo>
                  <a:cubicBezTo>
                    <a:pt x="7130" y="48755"/>
                    <a:pt x="7772" y="47103"/>
                    <a:pt x="8476" y="45481"/>
                  </a:cubicBezTo>
                  <a:cubicBezTo>
                    <a:pt x="10250" y="41229"/>
                    <a:pt x="12606" y="37221"/>
                    <a:pt x="15421" y="33580"/>
                  </a:cubicBezTo>
                  <a:cubicBezTo>
                    <a:pt x="15849" y="32998"/>
                    <a:pt x="16278" y="32448"/>
                    <a:pt x="16737" y="31897"/>
                  </a:cubicBezTo>
                  <a:cubicBezTo>
                    <a:pt x="16767" y="31866"/>
                    <a:pt x="16798" y="31836"/>
                    <a:pt x="16798" y="31805"/>
                  </a:cubicBezTo>
                  <a:lnTo>
                    <a:pt x="16951" y="31622"/>
                  </a:lnTo>
                  <a:cubicBezTo>
                    <a:pt x="17257" y="31285"/>
                    <a:pt x="17532" y="30949"/>
                    <a:pt x="17807" y="30612"/>
                  </a:cubicBezTo>
                  <a:cubicBezTo>
                    <a:pt x="21907" y="25931"/>
                    <a:pt x="26344" y="21586"/>
                    <a:pt x="29709" y="16354"/>
                  </a:cubicBezTo>
                  <a:cubicBezTo>
                    <a:pt x="29757" y="16278"/>
                    <a:pt x="29826" y="16246"/>
                    <a:pt x="29894" y="16246"/>
                  </a:cubicBezTo>
                  <a:cubicBezTo>
                    <a:pt x="30044" y="16246"/>
                    <a:pt x="30191" y="16400"/>
                    <a:pt x="30107" y="16569"/>
                  </a:cubicBezTo>
                  <a:cubicBezTo>
                    <a:pt x="28455" y="19077"/>
                    <a:pt x="26619" y="21464"/>
                    <a:pt x="24600" y="23697"/>
                  </a:cubicBezTo>
                  <a:cubicBezTo>
                    <a:pt x="26619" y="21800"/>
                    <a:pt x="28669" y="19965"/>
                    <a:pt x="30749" y="18160"/>
                  </a:cubicBezTo>
                  <a:cubicBezTo>
                    <a:pt x="30796" y="18120"/>
                    <a:pt x="30847" y="18103"/>
                    <a:pt x="30895" y="18103"/>
                  </a:cubicBezTo>
                  <a:cubicBezTo>
                    <a:pt x="31072" y="18103"/>
                    <a:pt x="31223" y="18322"/>
                    <a:pt x="31055" y="18465"/>
                  </a:cubicBezTo>
                  <a:cubicBezTo>
                    <a:pt x="23039" y="25472"/>
                    <a:pt x="15176" y="32784"/>
                    <a:pt x="10403" y="42514"/>
                  </a:cubicBezTo>
                  <a:cubicBezTo>
                    <a:pt x="9363" y="44655"/>
                    <a:pt x="8384" y="46828"/>
                    <a:pt x="7497" y="49092"/>
                  </a:cubicBezTo>
                  <a:cubicBezTo>
                    <a:pt x="5967" y="53161"/>
                    <a:pt x="4743" y="57383"/>
                    <a:pt x="3825" y="61667"/>
                  </a:cubicBezTo>
                  <a:cubicBezTo>
                    <a:pt x="2448" y="68275"/>
                    <a:pt x="1592" y="75190"/>
                    <a:pt x="1898" y="81952"/>
                  </a:cubicBezTo>
                  <a:cubicBezTo>
                    <a:pt x="1989" y="84399"/>
                    <a:pt x="2234" y="86816"/>
                    <a:pt x="2601" y="89233"/>
                  </a:cubicBezTo>
                  <a:cubicBezTo>
                    <a:pt x="2510" y="88010"/>
                    <a:pt x="2448" y="86786"/>
                    <a:pt x="2418" y="85562"/>
                  </a:cubicBezTo>
                  <a:cubicBezTo>
                    <a:pt x="2387" y="85531"/>
                    <a:pt x="2387" y="85501"/>
                    <a:pt x="2418" y="85470"/>
                  </a:cubicBezTo>
                  <a:cubicBezTo>
                    <a:pt x="2418" y="85287"/>
                    <a:pt x="2418" y="85103"/>
                    <a:pt x="2387" y="84919"/>
                  </a:cubicBezTo>
                  <a:cubicBezTo>
                    <a:pt x="2204" y="78188"/>
                    <a:pt x="2418" y="71518"/>
                    <a:pt x="3733" y="64879"/>
                  </a:cubicBezTo>
                  <a:cubicBezTo>
                    <a:pt x="4927" y="58638"/>
                    <a:pt x="6732" y="52518"/>
                    <a:pt x="9149" y="46614"/>
                  </a:cubicBezTo>
                  <a:cubicBezTo>
                    <a:pt x="13708" y="35783"/>
                    <a:pt x="21754" y="26788"/>
                    <a:pt x="31973" y="20974"/>
                  </a:cubicBezTo>
                  <a:cubicBezTo>
                    <a:pt x="32007" y="20957"/>
                    <a:pt x="32041" y="20950"/>
                    <a:pt x="32072" y="20950"/>
                  </a:cubicBezTo>
                  <a:cubicBezTo>
                    <a:pt x="32269" y="20950"/>
                    <a:pt x="32398" y="21240"/>
                    <a:pt x="32187" y="21372"/>
                  </a:cubicBezTo>
                  <a:cubicBezTo>
                    <a:pt x="23345" y="26420"/>
                    <a:pt x="15788" y="34039"/>
                    <a:pt x="11199" y="43156"/>
                  </a:cubicBezTo>
                  <a:cubicBezTo>
                    <a:pt x="8384" y="48786"/>
                    <a:pt x="6518" y="54905"/>
                    <a:pt x="5049" y="60994"/>
                  </a:cubicBezTo>
                  <a:cubicBezTo>
                    <a:pt x="3764" y="66378"/>
                    <a:pt x="2999" y="71886"/>
                    <a:pt x="2816" y="77454"/>
                  </a:cubicBezTo>
                  <a:cubicBezTo>
                    <a:pt x="3030" y="77393"/>
                    <a:pt x="3244" y="77362"/>
                    <a:pt x="3427" y="77362"/>
                  </a:cubicBezTo>
                  <a:cubicBezTo>
                    <a:pt x="3397" y="75343"/>
                    <a:pt x="3489" y="73293"/>
                    <a:pt x="3733" y="71304"/>
                  </a:cubicBezTo>
                  <a:cubicBezTo>
                    <a:pt x="4651" y="65155"/>
                    <a:pt x="10311" y="42911"/>
                    <a:pt x="17043" y="35263"/>
                  </a:cubicBezTo>
                  <a:cubicBezTo>
                    <a:pt x="22672" y="28868"/>
                    <a:pt x="30229" y="24401"/>
                    <a:pt x="32555" y="23147"/>
                  </a:cubicBezTo>
                  <a:cubicBezTo>
                    <a:pt x="34880" y="24401"/>
                    <a:pt x="42437" y="28868"/>
                    <a:pt x="48067" y="35263"/>
                  </a:cubicBezTo>
                  <a:cubicBezTo>
                    <a:pt x="54798" y="42911"/>
                    <a:pt x="60458" y="65155"/>
                    <a:pt x="61406" y="71304"/>
                  </a:cubicBezTo>
                  <a:cubicBezTo>
                    <a:pt x="61682" y="73171"/>
                    <a:pt x="61743" y="76322"/>
                    <a:pt x="61620" y="80024"/>
                  </a:cubicBezTo>
                  <a:cubicBezTo>
                    <a:pt x="61835" y="80055"/>
                    <a:pt x="62018" y="80085"/>
                    <a:pt x="62232" y="80146"/>
                  </a:cubicBezTo>
                  <a:cubicBezTo>
                    <a:pt x="62202" y="76138"/>
                    <a:pt x="61865" y="72161"/>
                    <a:pt x="61284" y="68214"/>
                  </a:cubicBezTo>
                  <a:cubicBezTo>
                    <a:pt x="60305" y="61789"/>
                    <a:pt x="58439" y="55639"/>
                    <a:pt x="56389" y="49520"/>
                  </a:cubicBezTo>
                  <a:cubicBezTo>
                    <a:pt x="56083" y="48694"/>
                    <a:pt x="55807" y="47868"/>
                    <a:pt x="55501" y="47042"/>
                  </a:cubicBezTo>
                  <a:cubicBezTo>
                    <a:pt x="55410" y="46736"/>
                    <a:pt x="55287" y="46461"/>
                    <a:pt x="55165" y="46155"/>
                  </a:cubicBezTo>
                  <a:lnTo>
                    <a:pt x="54614" y="44686"/>
                  </a:lnTo>
                  <a:cubicBezTo>
                    <a:pt x="54125" y="43493"/>
                    <a:pt x="53604" y="42300"/>
                    <a:pt x="52992" y="41167"/>
                  </a:cubicBezTo>
                  <a:cubicBezTo>
                    <a:pt x="51554" y="38383"/>
                    <a:pt x="49719" y="35844"/>
                    <a:pt x="47608" y="33549"/>
                  </a:cubicBezTo>
                  <a:cubicBezTo>
                    <a:pt x="43477" y="28990"/>
                    <a:pt x="38368" y="25441"/>
                    <a:pt x="34054" y="21036"/>
                  </a:cubicBezTo>
                  <a:cubicBezTo>
                    <a:pt x="33910" y="20892"/>
                    <a:pt x="34066" y="20673"/>
                    <a:pt x="34229" y="20673"/>
                  </a:cubicBezTo>
                  <a:cubicBezTo>
                    <a:pt x="34274" y="20673"/>
                    <a:pt x="34320" y="20690"/>
                    <a:pt x="34360" y="20730"/>
                  </a:cubicBezTo>
                  <a:cubicBezTo>
                    <a:pt x="38398" y="24891"/>
                    <a:pt x="43202" y="28226"/>
                    <a:pt x="47149" y="32417"/>
                  </a:cubicBezTo>
                  <a:cubicBezTo>
                    <a:pt x="49321" y="34712"/>
                    <a:pt x="51218" y="37251"/>
                    <a:pt x="52778" y="40005"/>
                  </a:cubicBezTo>
                  <a:cubicBezTo>
                    <a:pt x="52136" y="38506"/>
                    <a:pt x="51493" y="37037"/>
                    <a:pt x="50759" y="35599"/>
                  </a:cubicBezTo>
                  <a:cubicBezTo>
                    <a:pt x="49841" y="34253"/>
                    <a:pt x="48831" y="32968"/>
                    <a:pt x="47791" y="31775"/>
                  </a:cubicBezTo>
                  <a:cubicBezTo>
                    <a:pt x="43569" y="26940"/>
                    <a:pt x="38704" y="22841"/>
                    <a:pt x="34054" y="18465"/>
                  </a:cubicBezTo>
                  <a:cubicBezTo>
                    <a:pt x="33886" y="18322"/>
                    <a:pt x="34037" y="18103"/>
                    <a:pt x="34214" y="18103"/>
                  </a:cubicBezTo>
                  <a:cubicBezTo>
                    <a:pt x="34262" y="18103"/>
                    <a:pt x="34313" y="18120"/>
                    <a:pt x="34360" y="18160"/>
                  </a:cubicBezTo>
                  <a:cubicBezTo>
                    <a:pt x="38337" y="21923"/>
                    <a:pt x="42529" y="25472"/>
                    <a:pt x="46292" y="29480"/>
                  </a:cubicBezTo>
                  <a:cubicBezTo>
                    <a:pt x="47332" y="30581"/>
                    <a:pt x="48311" y="31744"/>
                    <a:pt x="49260" y="32907"/>
                  </a:cubicBezTo>
                  <a:cubicBezTo>
                    <a:pt x="48495" y="31622"/>
                    <a:pt x="47608" y="30367"/>
                    <a:pt x="46659" y="29205"/>
                  </a:cubicBezTo>
                  <a:cubicBezTo>
                    <a:pt x="42957" y="24676"/>
                    <a:pt x="38031" y="21280"/>
                    <a:pt x="34727" y="16416"/>
                  </a:cubicBezTo>
                  <a:cubicBezTo>
                    <a:pt x="34622" y="16247"/>
                    <a:pt x="34763" y="16093"/>
                    <a:pt x="34920" y="16093"/>
                  </a:cubicBezTo>
                  <a:cubicBezTo>
                    <a:pt x="34992" y="16093"/>
                    <a:pt x="35067" y="16125"/>
                    <a:pt x="35125" y="16201"/>
                  </a:cubicBezTo>
                  <a:cubicBezTo>
                    <a:pt x="38918" y="21770"/>
                    <a:pt x="44823" y="25472"/>
                    <a:pt x="48617" y="31102"/>
                  </a:cubicBezTo>
                  <a:cubicBezTo>
                    <a:pt x="49505" y="32478"/>
                    <a:pt x="50361" y="33886"/>
                    <a:pt x="51096" y="35354"/>
                  </a:cubicBezTo>
                  <a:cubicBezTo>
                    <a:pt x="52656" y="37588"/>
                    <a:pt x="54033" y="39974"/>
                    <a:pt x="55165" y="42453"/>
                  </a:cubicBezTo>
                  <a:cubicBezTo>
                    <a:pt x="57521" y="47593"/>
                    <a:pt x="59356" y="52947"/>
                    <a:pt x="60641" y="58454"/>
                  </a:cubicBezTo>
                  <a:cubicBezTo>
                    <a:pt x="61773" y="61269"/>
                    <a:pt x="62691" y="64206"/>
                    <a:pt x="63303" y="67204"/>
                  </a:cubicBezTo>
                  <a:cubicBezTo>
                    <a:pt x="63915" y="70295"/>
                    <a:pt x="64038" y="73415"/>
                    <a:pt x="64068" y="76567"/>
                  </a:cubicBezTo>
                  <a:cubicBezTo>
                    <a:pt x="64099" y="77699"/>
                    <a:pt x="64099" y="78861"/>
                    <a:pt x="64068" y="80024"/>
                  </a:cubicBezTo>
                  <a:cubicBezTo>
                    <a:pt x="64374" y="79902"/>
                    <a:pt x="64649" y="79749"/>
                    <a:pt x="64955" y="79657"/>
                  </a:cubicBezTo>
                  <a:cubicBezTo>
                    <a:pt x="65506" y="63747"/>
                    <a:pt x="61468" y="55915"/>
                    <a:pt x="59877" y="49398"/>
                  </a:cubicBezTo>
                  <a:cubicBezTo>
                    <a:pt x="58133" y="42208"/>
                    <a:pt x="46323" y="25747"/>
                    <a:pt x="44946" y="23422"/>
                  </a:cubicBezTo>
                  <a:cubicBezTo>
                    <a:pt x="43538" y="21127"/>
                    <a:pt x="44242" y="14733"/>
                    <a:pt x="45986" y="10817"/>
                  </a:cubicBezTo>
                  <a:cubicBezTo>
                    <a:pt x="47730" y="6870"/>
                    <a:pt x="48770" y="3412"/>
                    <a:pt x="46904" y="1209"/>
                  </a:cubicBezTo>
                  <a:cubicBezTo>
                    <a:pt x="46172" y="346"/>
                    <a:pt x="44999" y="14"/>
                    <a:pt x="43647" y="14"/>
                  </a:cubicBezTo>
                  <a:cubicBezTo>
                    <a:pt x="41550" y="14"/>
                    <a:pt x="39024" y="813"/>
                    <a:pt x="37052" y="1668"/>
                  </a:cubicBezTo>
                  <a:cubicBezTo>
                    <a:pt x="34901" y="2590"/>
                    <a:pt x="33616" y="2741"/>
                    <a:pt x="32994" y="2741"/>
                  </a:cubicBezTo>
                  <a:cubicBezTo>
                    <a:pt x="32749" y="2741"/>
                    <a:pt x="32606" y="2717"/>
                    <a:pt x="32555" y="2709"/>
                  </a:cubicBezTo>
                  <a:cubicBezTo>
                    <a:pt x="32503" y="2717"/>
                    <a:pt x="32360" y="2741"/>
                    <a:pt x="32115" y="2741"/>
                  </a:cubicBezTo>
                  <a:cubicBezTo>
                    <a:pt x="31493" y="2741"/>
                    <a:pt x="30208" y="2590"/>
                    <a:pt x="28057" y="1668"/>
                  </a:cubicBezTo>
                  <a:cubicBezTo>
                    <a:pt x="26083" y="812"/>
                    <a:pt x="23542" y="0"/>
                    <a:pt x="21441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1"/>
            <p:cNvSpPr/>
            <p:nvPr/>
          </p:nvSpPr>
          <p:spPr>
            <a:xfrm>
              <a:off x="2991925" y="3967725"/>
              <a:ext cx="22975" cy="109400"/>
            </a:xfrm>
            <a:custGeom>
              <a:avLst/>
              <a:gdLst/>
              <a:ahLst/>
              <a:cxnLst/>
              <a:rect l="l" t="t" r="r" b="b"/>
              <a:pathLst>
                <a:path w="919" h="4376" extrusionOk="0">
                  <a:moveTo>
                    <a:pt x="582" y="1"/>
                  </a:moveTo>
                  <a:cubicBezTo>
                    <a:pt x="399" y="1"/>
                    <a:pt x="215" y="31"/>
                    <a:pt x="1" y="31"/>
                  </a:cubicBezTo>
                  <a:cubicBezTo>
                    <a:pt x="62" y="1194"/>
                    <a:pt x="154" y="2418"/>
                    <a:pt x="246" y="3672"/>
                  </a:cubicBezTo>
                  <a:lnTo>
                    <a:pt x="307" y="4376"/>
                  </a:lnTo>
                  <a:cubicBezTo>
                    <a:pt x="490" y="4345"/>
                    <a:pt x="643" y="4284"/>
                    <a:pt x="827" y="4253"/>
                  </a:cubicBezTo>
                  <a:lnTo>
                    <a:pt x="919" y="4253"/>
                  </a:lnTo>
                  <a:cubicBezTo>
                    <a:pt x="796" y="2846"/>
                    <a:pt x="674" y="1408"/>
                    <a:pt x="582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1"/>
            <p:cNvSpPr/>
            <p:nvPr/>
          </p:nvSpPr>
          <p:spPr>
            <a:xfrm>
              <a:off x="4563025" y="4119175"/>
              <a:ext cx="33675" cy="118575"/>
            </a:xfrm>
            <a:custGeom>
              <a:avLst/>
              <a:gdLst/>
              <a:ahLst/>
              <a:cxnLst/>
              <a:rect l="l" t="t" r="r" b="b"/>
              <a:pathLst>
                <a:path w="1347" h="4743" extrusionOk="0">
                  <a:moveTo>
                    <a:pt x="1347" y="1"/>
                  </a:moveTo>
                  <a:lnTo>
                    <a:pt x="1347" y="1"/>
                  </a:lnTo>
                  <a:cubicBezTo>
                    <a:pt x="1133" y="62"/>
                    <a:pt x="888" y="154"/>
                    <a:pt x="674" y="245"/>
                  </a:cubicBezTo>
                  <a:lnTo>
                    <a:pt x="643" y="245"/>
                  </a:lnTo>
                  <a:cubicBezTo>
                    <a:pt x="459" y="1745"/>
                    <a:pt x="245" y="3244"/>
                    <a:pt x="0" y="4743"/>
                  </a:cubicBezTo>
                  <a:cubicBezTo>
                    <a:pt x="276" y="4682"/>
                    <a:pt x="521" y="4621"/>
                    <a:pt x="796" y="4559"/>
                  </a:cubicBezTo>
                  <a:lnTo>
                    <a:pt x="796" y="4498"/>
                  </a:lnTo>
                  <a:cubicBezTo>
                    <a:pt x="1010" y="3030"/>
                    <a:pt x="1194" y="1530"/>
                    <a:pt x="1347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1"/>
            <p:cNvSpPr/>
            <p:nvPr/>
          </p:nvSpPr>
          <p:spPr>
            <a:xfrm>
              <a:off x="4299900" y="2897650"/>
              <a:ext cx="170600" cy="423775"/>
            </a:xfrm>
            <a:custGeom>
              <a:avLst/>
              <a:gdLst/>
              <a:ahLst/>
              <a:cxnLst/>
              <a:rect l="l" t="t" r="r" b="b"/>
              <a:pathLst>
                <a:path w="6824" h="16951" extrusionOk="0">
                  <a:moveTo>
                    <a:pt x="1" y="0"/>
                  </a:moveTo>
                  <a:lnTo>
                    <a:pt x="1" y="0"/>
                  </a:lnTo>
                  <a:cubicBezTo>
                    <a:pt x="888" y="2081"/>
                    <a:pt x="1714" y="4192"/>
                    <a:pt x="2540" y="6303"/>
                  </a:cubicBezTo>
                  <a:cubicBezTo>
                    <a:pt x="2724" y="6762"/>
                    <a:pt x="2907" y="7221"/>
                    <a:pt x="3091" y="7680"/>
                  </a:cubicBezTo>
                  <a:lnTo>
                    <a:pt x="3672" y="9332"/>
                  </a:lnTo>
                  <a:cubicBezTo>
                    <a:pt x="3917" y="9913"/>
                    <a:pt x="4162" y="10525"/>
                    <a:pt x="4376" y="11107"/>
                  </a:cubicBezTo>
                  <a:cubicBezTo>
                    <a:pt x="5141" y="13065"/>
                    <a:pt x="5997" y="15023"/>
                    <a:pt x="6823" y="16950"/>
                  </a:cubicBezTo>
                  <a:cubicBezTo>
                    <a:pt x="6181" y="14625"/>
                    <a:pt x="5447" y="12300"/>
                    <a:pt x="4621" y="10036"/>
                  </a:cubicBezTo>
                  <a:cubicBezTo>
                    <a:pt x="3366" y="6548"/>
                    <a:pt x="1836" y="3182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1"/>
            <p:cNvSpPr/>
            <p:nvPr/>
          </p:nvSpPr>
          <p:spPr>
            <a:xfrm>
              <a:off x="4443700" y="3283925"/>
              <a:ext cx="125475" cy="942375"/>
            </a:xfrm>
            <a:custGeom>
              <a:avLst/>
              <a:gdLst/>
              <a:ahLst/>
              <a:cxnLst/>
              <a:rect l="l" t="t" r="r" b="b"/>
              <a:pathLst>
                <a:path w="5019" h="37695" extrusionOk="0">
                  <a:moveTo>
                    <a:pt x="1" y="0"/>
                  </a:moveTo>
                  <a:cubicBezTo>
                    <a:pt x="1102" y="3396"/>
                    <a:pt x="2020" y="6854"/>
                    <a:pt x="2724" y="10372"/>
                  </a:cubicBezTo>
                  <a:cubicBezTo>
                    <a:pt x="4039" y="16828"/>
                    <a:pt x="4345" y="23314"/>
                    <a:pt x="4345" y="29862"/>
                  </a:cubicBezTo>
                  <a:cubicBezTo>
                    <a:pt x="4345" y="32523"/>
                    <a:pt x="4253" y="35124"/>
                    <a:pt x="4009" y="37694"/>
                  </a:cubicBezTo>
                  <a:cubicBezTo>
                    <a:pt x="4131" y="36501"/>
                    <a:pt x="4284" y="35308"/>
                    <a:pt x="4345" y="34114"/>
                  </a:cubicBezTo>
                  <a:cubicBezTo>
                    <a:pt x="5018" y="24171"/>
                    <a:pt x="4192" y="14197"/>
                    <a:pt x="1867" y="4528"/>
                  </a:cubicBezTo>
                  <a:cubicBezTo>
                    <a:pt x="1255" y="2998"/>
                    <a:pt x="643" y="1499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1"/>
            <p:cNvSpPr/>
            <p:nvPr/>
          </p:nvSpPr>
          <p:spPr>
            <a:xfrm>
              <a:off x="4523250" y="3949375"/>
              <a:ext cx="19150" cy="81100"/>
            </a:xfrm>
            <a:custGeom>
              <a:avLst/>
              <a:gdLst/>
              <a:ahLst/>
              <a:cxnLst/>
              <a:rect l="l" t="t" r="r" b="b"/>
              <a:pathLst>
                <a:path w="766" h="3244" extrusionOk="0">
                  <a:moveTo>
                    <a:pt x="153" y="0"/>
                  </a:moveTo>
                  <a:cubicBezTo>
                    <a:pt x="92" y="1010"/>
                    <a:pt x="62" y="2050"/>
                    <a:pt x="1" y="3121"/>
                  </a:cubicBezTo>
                  <a:cubicBezTo>
                    <a:pt x="245" y="3152"/>
                    <a:pt x="521" y="3182"/>
                    <a:pt x="765" y="3244"/>
                  </a:cubicBezTo>
                  <a:lnTo>
                    <a:pt x="765" y="123"/>
                  </a:lnTo>
                  <a:cubicBezTo>
                    <a:pt x="551" y="62"/>
                    <a:pt x="368" y="31"/>
                    <a:pt x="153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1"/>
            <p:cNvSpPr/>
            <p:nvPr/>
          </p:nvSpPr>
          <p:spPr>
            <a:xfrm>
              <a:off x="4585975" y="3940200"/>
              <a:ext cx="24500" cy="84925"/>
            </a:xfrm>
            <a:custGeom>
              <a:avLst/>
              <a:gdLst/>
              <a:ahLst/>
              <a:cxnLst/>
              <a:rect l="l" t="t" r="r" b="b"/>
              <a:pathLst>
                <a:path w="980" h="3397" extrusionOk="0">
                  <a:moveTo>
                    <a:pt x="979" y="0"/>
                  </a:moveTo>
                  <a:cubicBezTo>
                    <a:pt x="673" y="123"/>
                    <a:pt x="368" y="245"/>
                    <a:pt x="92" y="398"/>
                  </a:cubicBezTo>
                  <a:cubicBezTo>
                    <a:pt x="92" y="1408"/>
                    <a:pt x="62" y="2417"/>
                    <a:pt x="0" y="3396"/>
                  </a:cubicBezTo>
                  <a:cubicBezTo>
                    <a:pt x="245" y="3366"/>
                    <a:pt x="520" y="3305"/>
                    <a:pt x="765" y="3274"/>
                  </a:cubicBezTo>
                  <a:cubicBezTo>
                    <a:pt x="857" y="2142"/>
                    <a:pt x="918" y="1071"/>
                    <a:pt x="979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1"/>
            <p:cNvSpPr/>
            <p:nvPr/>
          </p:nvSpPr>
          <p:spPr>
            <a:xfrm>
              <a:off x="3057725" y="4078650"/>
              <a:ext cx="29075" cy="73450"/>
            </a:xfrm>
            <a:custGeom>
              <a:avLst/>
              <a:gdLst/>
              <a:ahLst/>
              <a:cxnLst/>
              <a:rect l="l" t="t" r="r" b="b"/>
              <a:pathLst>
                <a:path w="1163" h="2938" extrusionOk="0">
                  <a:moveTo>
                    <a:pt x="918" y="0"/>
                  </a:moveTo>
                  <a:cubicBezTo>
                    <a:pt x="612" y="0"/>
                    <a:pt x="306" y="31"/>
                    <a:pt x="0" y="31"/>
                  </a:cubicBezTo>
                  <a:cubicBezTo>
                    <a:pt x="31" y="1010"/>
                    <a:pt x="61" y="1989"/>
                    <a:pt x="123" y="2937"/>
                  </a:cubicBezTo>
                  <a:cubicBezTo>
                    <a:pt x="459" y="2876"/>
                    <a:pt x="796" y="2845"/>
                    <a:pt x="1163" y="2815"/>
                  </a:cubicBezTo>
                  <a:cubicBezTo>
                    <a:pt x="1071" y="1866"/>
                    <a:pt x="1010" y="949"/>
                    <a:pt x="918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1"/>
            <p:cNvSpPr/>
            <p:nvPr/>
          </p:nvSpPr>
          <p:spPr>
            <a:xfrm>
              <a:off x="2988875" y="3880525"/>
              <a:ext cx="17625" cy="77275"/>
            </a:xfrm>
            <a:custGeom>
              <a:avLst/>
              <a:gdLst/>
              <a:ahLst/>
              <a:cxnLst/>
              <a:rect l="l" t="t" r="r" b="b"/>
              <a:pathLst>
                <a:path w="705" h="3091" extrusionOk="0">
                  <a:moveTo>
                    <a:pt x="612" y="1"/>
                  </a:moveTo>
                  <a:lnTo>
                    <a:pt x="1" y="31"/>
                  </a:lnTo>
                  <a:cubicBezTo>
                    <a:pt x="1" y="1010"/>
                    <a:pt x="62" y="2051"/>
                    <a:pt x="92" y="3091"/>
                  </a:cubicBezTo>
                  <a:cubicBezTo>
                    <a:pt x="306" y="3091"/>
                    <a:pt x="490" y="3091"/>
                    <a:pt x="704" y="3060"/>
                  </a:cubicBezTo>
                  <a:cubicBezTo>
                    <a:pt x="643" y="2020"/>
                    <a:pt x="612" y="1010"/>
                    <a:pt x="612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1"/>
            <p:cNvSpPr/>
            <p:nvPr/>
          </p:nvSpPr>
          <p:spPr>
            <a:xfrm>
              <a:off x="4518650" y="3473600"/>
              <a:ext cx="63525" cy="758050"/>
            </a:xfrm>
            <a:custGeom>
              <a:avLst/>
              <a:gdLst/>
              <a:ahLst/>
              <a:cxnLst/>
              <a:rect l="l" t="t" r="r" b="b"/>
              <a:pathLst>
                <a:path w="2541" h="30322" extrusionOk="0">
                  <a:moveTo>
                    <a:pt x="1" y="1"/>
                  </a:moveTo>
                  <a:lnTo>
                    <a:pt x="1" y="1"/>
                  </a:lnTo>
                  <a:cubicBezTo>
                    <a:pt x="1194" y="6089"/>
                    <a:pt x="1837" y="12270"/>
                    <a:pt x="1959" y="18481"/>
                  </a:cubicBezTo>
                  <a:cubicBezTo>
                    <a:pt x="2051" y="22428"/>
                    <a:pt x="1867" y="26405"/>
                    <a:pt x="1408" y="30321"/>
                  </a:cubicBezTo>
                  <a:cubicBezTo>
                    <a:pt x="1867" y="27568"/>
                    <a:pt x="2173" y="24783"/>
                    <a:pt x="2296" y="21969"/>
                  </a:cubicBezTo>
                  <a:cubicBezTo>
                    <a:pt x="2326" y="20990"/>
                    <a:pt x="2387" y="19980"/>
                    <a:pt x="2418" y="18970"/>
                  </a:cubicBezTo>
                  <a:cubicBezTo>
                    <a:pt x="2387" y="18940"/>
                    <a:pt x="2387" y="18909"/>
                    <a:pt x="2418" y="18878"/>
                  </a:cubicBezTo>
                  <a:cubicBezTo>
                    <a:pt x="2540" y="13279"/>
                    <a:pt x="2326" y="7619"/>
                    <a:pt x="705" y="2234"/>
                  </a:cubicBezTo>
                  <a:cubicBezTo>
                    <a:pt x="490" y="1469"/>
                    <a:pt x="246" y="735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1"/>
            <p:cNvSpPr/>
            <p:nvPr/>
          </p:nvSpPr>
          <p:spPr>
            <a:xfrm>
              <a:off x="4516375" y="4038875"/>
              <a:ext cx="26025" cy="81850"/>
            </a:xfrm>
            <a:custGeom>
              <a:avLst/>
              <a:gdLst/>
              <a:ahLst/>
              <a:cxnLst/>
              <a:rect l="l" t="t" r="r" b="b"/>
              <a:pathLst>
                <a:path w="1041" h="3274" extrusionOk="0">
                  <a:moveTo>
                    <a:pt x="245" y="0"/>
                  </a:moveTo>
                  <a:cubicBezTo>
                    <a:pt x="184" y="1040"/>
                    <a:pt x="92" y="2142"/>
                    <a:pt x="0" y="3243"/>
                  </a:cubicBezTo>
                  <a:cubicBezTo>
                    <a:pt x="337" y="3243"/>
                    <a:pt x="643" y="3243"/>
                    <a:pt x="949" y="3274"/>
                  </a:cubicBezTo>
                  <a:cubicBezTo>
                    <a:pt x="1010" y="2234"/>
                    <a:pt x="1010" y="1163"/>
                    <a:pt x="1040" y="92"/>
                  </a:cubicBezTo>
                  <a:cubicBezTo>
                    <a:pt x="765" y="31"/>
                    <a:pt x="520" y="0"/>
                    <a:pt x="245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1"/>
            <p:cNvSpPr/>
            <p:nvPr/>
          </p:nvSpPr>
          <p:spPr>
            <a:xfrm>
              <a:off x="4579850" y="4032750"/>
              <a:ext cx="24500" cy="80325"/>
            </a:xfrm>
            <a:custGeom>
              <a:avLst/>
              <a:gdLst/>
              <a:ahLst/>
              <a:cxnLst/>
              <a:rect l="l" t="t" r="r" b="b"/>
              <a:pathLst>
                <a:path w="980" h="3213" extrusionOk="0">
                  <a:moveTo>
                    <a:pt x="980" y="0"/>
                  </a:moveTo>
                  <a:cubicBezTo>
                    <a:pt x="735" y="62"/>
                    <a:pt x="490" y="92"/>
                    <a:pt x="245" y="153"/>
                  </a:cubicBezTo>
                  <a:cubicBezTo>
                    <a:pt x="184" y="1071"/>
                    <a:pt x="123" y="1958"/>
                    <a:pt x="31" y="2846"/>
                  </a:cubicBezTo>
                  <a:cubicBezTo>
                    <a:pt x="31" y="2968"/>
                    <a:pt x="31" y="3090"/>
                    <a:pt x="1" y="3213"/>
                  </a:cubicBezTo>
                  <a:cubicBezTo>
                    <a:pt x="245" y="3121"/>
                    <a:pt x="490" y="3060"/>
                    <a:pt x="735" y="2968"/>
                  </a:cubicBezTo>
                  <a:cubicBezTo>
                    <a:pt x="796" y="2356"/>
                    <a:pt x="857" y="1714"/>
                    <a:pt x="918" y="1071"/>
                  </a:cubicBezTo>
                  <a:cubicBezTo>
                    <a:pt x="949" y="704"/>
                    <a:pt x="949" y="337"/>
                    <a:pt x="980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1"/>
            <p:cNvSpPr/>
            <p:nvPr/>
          </p:nvSpPr>
          <p:spPr>
            <a:xfrm>
              <a:off x="3001125" y="4084750"/>
              <a:ext cx="23725" cy="83400"/>
            </a:xfrm>
            <a:custGeom>
              <a:avLst/>
              <a:gdLst/>
              <a:ahLst/>
              <a:cxnLst/>
              <a:rect l="l" t="t" r="r" b="b"/>
              <a:pathLst>
                <a:path w="949" h="3336" extrusionOk="0">
                  <a:moveTo>
                    <a:pt x="581" y="1"/>
                  </a:moveTo>
                  <a:lnTo>
                    <a:pt x="0" y="123"/>
                  </a:lnTo>
                  <a:cubicBezTo>
                    <a:pt x="92" y="1194"/>
                    <a:pt x="214" y="2295"/>
                    <a:pt x="337" y="3336"/>
                  </a:cubicBezTo>
                  <a:cubicBezTo>
                    <a:pt x="520" y="3244"/>
                    <a:pt x="734" y="3152"/>
                    <a:pt x="949" y="3060"/>
                  </a:cubicBezTo>
                  <a:cubicBezTo>
                    <a:pt x="826" y="2051"/>
                    <a:pt x="704" y="1010"/>
                    <a:pt x="581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1"/>
            <p:cNvSpPr/>
            <p:nvPr/>
          </p:nvSpPr>
          <p:spPr>
            <a:xfrm>
              <a:off x="4505650" y="4130650"/>
              <a:ext cx="34450" cy="110925"/>
            </a:xfrm>
            <a:custGeom>
              <a:avLst/>
              <a:gdLst/>
              <a:ahLst/>
              <a:cxnLst/>
              <a:rect l="l" t="t" r="r" b="b"/>
              <a:pathLst>
                <a:path w="1378" h="4437" extrusionOk="0">
                  <a:moveTo>
                    <a:pt x="399" y="1"/>
                  </a:moveTo>
                  <a:cubicBezTo>
                    <a:pt x="276" y="1377"/>
                    <a:pt x="154" y="2785"/>
                    <a:pt x="1" y="4192"/>
                  </a:cubicBezTo>
                  <a:cubicBezTo>
                    <a:pt x="368" y="4284"/>
                    <a:pt x="705" y="4345"/>
                    <a:pt x="1072" y="4437"/>
                  </a:cubicBezTo>
                  <a:cubicBezTo>
                    <a:pt x="1194" y="3274"/>
                    <a:pt x="1286" y="2081"/>
                    <a:pt x="1347" y="888"/>
                  </a:cubicBezTo>
                  <a:cubicBezTo>
                    <a:pt x="1347" y="582"/>
                    <a:pt x="1378" y="307"/>
                    <a:pt x="1378" y="31"/>
                  </a:cubicBezTo>
                  <a:cubicBezTo>
                    <a:pt x="1041" y="31"/>
                    <a:pt x="735" y="1"/>
                    <a:pt x="399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1"/>
            <p:cNvSpPr/>
            <p:nvPr/>
          </p:nvSpPr>
          <p:spPr>
            <a:xfrm>
              <a:off x="3828725" y="4156650"/>
              <a:ext cx="4625" cy="8450"/>
            </a:xfrm>
            <a:custGeom>
              <a:avLst/>
              <a:gdLst/>
              <a:ahLst/>
              <a:cxnLst/>
              <a:rect l="l" t="t" r="r" b="b"/>
              <a:pathLst>
                <a:path w="185" h="338" fill="none" extrusionOk="0">
                  <a:moveTo>
                    <a:pt x="1" y="1"/>
                  </a:moveTo>
                  <a:lnTo>
                    <a:pt x="184" y="337"/>
                  </a:lnTo>
                </a:path>
              </a:pathLst>
            </a:custGeom>
            <a:noFill/>
            <a:ln w="9950" cap="flat" cmpd="sng">
              <a:solidFill>
                <a:srgbClr val="858585"/>
              </a:solidFill>
              <a:prstDash val="solid"/>
              <a:miter lim="305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1"/>
            <p:cNvSpPr/>
            <p:nvPr/>
          </p:nvSpPr>
          <p:spPr>
            <a:xfrm>
              <a:off x="1476675" y="2489950"/>
              <a:ext cx="618075" cy="336575"/>
            </a:xfrm>
            <a:custGeom>
              <a:avLst/>
              <a:gdLst/>
              <a:ahLst/>
              <a:cxnLst/>
              <a:rect l="l" t="t" r="r" b="b"/>
              <a:pathLst>
                <a:path w="24723" h="13463" extrusionOk="0">
                  <a:moveTo>
                    <a:pt x="1775" y="6120"/>
                  </a:moveTo>
                  <a:cubicBezTo>
                    <a:pt x="3580" y="9179"/>
                    <a:pt x="7894" y="6395"/>
                    <a:pt x="11229" y="8415"/>
                  </a:cubicBezTo>
                  <a:cubicBezTo>
                    <a:pt x="14534" y="10464"/>
                    <a:pt x="19123" y="13463"/>
                    <a:pt x="21938" y="9363"/>
                  </a:cubicBezTo>
                  <a:cubicBezTo>
                    <a:pt x="24722" y="5294"/>
                    <a:pt x="18113" y="521"/>
                    <a:pt x="12759" y="276"/>
                  </a:cubicBezTo>
                  <a:cubicBezTo>
                    <a:pt x="7405" y="1"/>
                    <a:pt x="1" y="3060"/>
                    <a:pt x="1775" y="61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1"/>
            <p:cNvSpPr/>
            <p:nvPr/>
          </p:nvSpPr>
          <p:spPr>
            <a:xfrm>
              <a:off x="5511500" y="3403250"/>
              <a:ext cx="618050" cy="335800"/>
            </a:xfrm>
            <a:custGeom>
              <a:avLst/>
              <a:gdLst/>
              <a:ahLst/>
              <a:cxnLst/>
              <a:rect l="l" t="t" r="r" b="b"/>
              <a:pathLst>
                <a:path w="24722" h="13432" extrusionOk="0">
                  <a:moveTo>
                    <a:pt x="1775" y="6119"/>
                  </a:moveTo>
                  <a:cubicBezTo>
                    <a:pt x="3580" y="9179"/>
                    <a:pt x="7894" y="6364"/>
                    <a:pt x="11229" y="8414"/>
                  </a:cubicBezTo>
                  <a:cubicBezTo>
                    <a:pt x="14533" y="10433"/>
                    <a:pt x="19122" y="13432"/>
                    <a:pt x="21937" y="9362"/>
                  </a:cubicBezTo>
                  <a:cubicBezTo>
                    <a:pt x="24721" y="5263"/>
                    <a:pt x="18113" y="490"/>
                    <a:pt x="12759" y="245"/>
                  </a:cubicBezTo>
                  <a:cubicBezTo>
                    <a:pt x="7404" y="0"/>
                    <a:pt x="0" y="3060"/>
                    <a:pt x="1775" y="611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1"/>
            <p:cNvSpPr/>
            <p:nvPr/>
          </p:nvSpPr>
          <p:spPr>
            <a:xfrm>
              <a:off x="1477450" y="3905000"/>
              <a:ext cx="596650" cy="334300"/>
            </a:xfrm>
            <a:custGeom>
              <a:avLst/>
              <a:gdLst/>
              <a:ahLst/>
              <a:cxnLst/>
              <a:rect l="l" t="t" r="r" b="b"/>
              <a:pathLst>
                <a:path w="23866" h="13372" extrusionOk="0">
                  <a:moveTo>
                    <a:pt x="21111" y="2204"/>
                  </a:moveTo>
                  <a:cubicBezTo>
                    <a:pt x="18327" y="1"/>
                    <a:pt x="15298" y="4192"/>
                    <a:pt x="11474" y="3489"/>
                  </a:cubicBezTo>
                  <a:cubicBezTo>
                    <a:pt x="7649" y="2785"/>
                    <a:pt x="2295" y="1684"/>
                    <a:pt x="1163" y="6487"/>
                  </a:cubicBezTo>
                  <a:cubicBezTo>
                    <a:pt x="0" y="11291"/>
                    <a:pt x="7925" y="13371"/>
                    <a:pt x="13004" y="11658"/>
                  </a:cubicBezTo>
                  <a:cubicBezTo>
                    <a:pt x="18082" y="9914"/>
                    <a:pt x="23865" y="4407"/>
                    <a:pt x="21111" y="22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1"/>
            <p:cNvSpPr/>
            <p:nvPr/>
          </p:nvSpPr>
          <p:spPr>
            <a:xfrm>
              <a:off x="4904925" y="2265075"/>
              <a:ext cx="597400" cy="334275"/>
            </a:xfrm>
            <a:custGeom>
              <a:avLst/>
              <a:gdLst/>
              <a:ahLst/>
              <a:cxnLst/>
              <a:rect l="l" t="t" r="r" b="b"/>
              <a:pathLst>
                <a:path w="23896" h="13371" extrusionOk="0">
                  <a:moveTo>
                    <a:pt x="21112" y="2204"/>
                  </a:moveTo>
                  <a:cubicBezTo>
                    <a:pt x="18328" y="1"/>
                    <a:pt x="15299" y="4192"/>
                    <a:pt x="11474" y="3489"/>
                  </a:cubicBezTo>
                  <a:cubicBezTo>
                    <a:pt x="7650" y="2815"/>
                    <a:pt x="2295" y="1683"/>
                    <a:pt x="1163" y="6487"/>
                  </a:cubicBezTo>
                  <a:cubicBezTo>
                    <a:pt x="1" y="11321"/>
                    <a:pt x="7925" y="13371"/>
                    <a:pt x="13004" y="11658"/>
                  </a:cubicBezTo>
                  <a:cubicBezTo>
                    <a:pt x="18083" y="9944"/>
                    <a:pt x="23896" y="4406"/>
                    <a:pt x="21112" y="22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1"/>
            <p:cNvSpPr/>
            <p:nvPr/>
          </p:nvSpPr>
          <p:spPr>
            <a:xfrm>
              <a:off x="2324175" y="2187050"/>
              <a:ext cx="237925" cy="390125"/>
            </a:xfrm>
            <a:custGeom>
              <a:avLst/>
              <a:gdLst/>
              <a:ahLst/>
              <a:cxnLst/>
              <a:rect l="l" t="t" r="r" b="b"/>
              <a:pathLst>
                <a:path w="9517" h="15605" extrusionOk="0">
                  <a:moveTo>
                    <a:pt x="1316" y="1990"/>
                  </a:moveTo>
                  <a:cubicBezTo>
                    <a:pt x="1" y="3948"/>
                    <a:pt x="2969" y="5753"/>
                    <a:pt x="2724" y="8353"/>
                  </a:cubicBezTo>
                  <a:cubicBezTo>
                    <a:pt x="2479" y="10954"/>
                    <a:pt x="2020" y="14626"/>
                    <a:pt x="5324" y="15115"/>
                  </a:cubicBezTo>
                  <a:cubicBezTo>
                    <a:pt x="8629" y="15605"/>
                    <a:pt x="9516" y="10189"/>
                    <a:pt x="8109" y="6854"/>
                  </a:cubicBezTo>
                  <a:cubicBezTo>
                    <a:pt x="6701" y="3550"/>
                    <a:pt x="2632" y="1"/>
                    <a:pt x="1316" y="19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1"/>
            <p:cNvSpPr/>
            <p:nvPr/>
          </p:nvSpPr>
          <p:spPr>
            <a:xfrm>
              <a:off x="5718000" y="3846100"/>
              <a:ext cx="238675" cy="390125"/>
            </a:xfrm>
            <a:custGeom>
              <a:avLst/>
              <a:gdLst/>
              <a:ahLst/>
              <a:cxnLst/>
              <a:rect l="l" t="t" r="r" b="b"/>
              <a:pathLst>
                <a:path w="9547" h="15605" extrusionOk="0">
                  <a:moveTo>
                    <a:pt x="1347" y="1990"/>
                  </a:moveTo>
                  <a:cubicBezTo>
                    <a:pt x="1" y="3948"/>
                    <a:pt x="2999" y="5753"/>
                    <a:pt x="2755" y="8354"/>
                  </a:cubicBezTo>
                  <a:cubicBezTo>
                    <a:pt x="2479" y="10954"/>
                    <a:pt x="2051" y="14626"/>
                    <a:pt x="5325" y="15115"/>
                  </a:cubicBezTo>
                  <a:cubicBezTo>
                    <a:pt x="8629" y="15605"/>
                    <a:pt x="9547" y="10189"/>
                    <a:pt x="8139" y="6854"/>
                  </a:cubicBezTo>
                  <a:cubicBezTo>
                    <a:pt x="6701" y="3550"/>
                    <a:pt x="2663" y="1"/>
                    <a:pt x="1347" y="19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1"/>
            <p:cNvSpPr/>
            <p:nvPr/>
          </p:nvSpPr>
          <p:spPr>
            <a:xfrm>
              <a:off x="3356800" y="4428950"/>
              <a:ext cx="237900" cy="390900"/>
            </a:xfrm>
            <a:custGeom>
              <a:avLst/>
              <a:gdLst/>
              <a:ahLst/>
              <a:cxnLst/>
              <a:rect l="l" t="t" r="r" b="b"/>
              <a:pathLst>
                <a:path w="9516" h="15636" extrusionOk="0">
                  <a:moveTo>
                    <a:pt x="1316" y="1990"/>
                  </a:moveTo>
                  <a:cubicBezTo>
                    <a:pt x="0" y="3978"/>
                    <a:pt x="2968" y="5753"/>
                    <a:pt x="2723" y="8384"/>
                  </a:cubicBezTo>
                  <a:cubicBezTo>
                    <a:pt x="2478" y="10985"/>
                    <a:pt x="2019" y="14656"/>
                    <a:pt x="5324" y="15146"/>
                  </a:cubicBezTo>
                  <a:cubicBezTo>
                    <a:pt x="8628" y="15635"/>
                    <a:pt x="9515" y="10189"/>
                    <a:pt x="8108" y="6885"/>
                  </a:cubicBezTo>
                  <a:cubicBezTo>
                    <a:pt x="6701" y="3581"/>
                    <a:pt x="2631" y="1"/>
                    <a:pt x="1316" y="19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1"/>
            <p:cNvSpPr/>
            <p:nvPr/>
          </p:nvSpPr>
          <p:spPr>
            <a:xfrm>
              <a:off x="1644950" y="4643900"/>
              <a:ext cx="238675" cy="390875"/>
            </a:xfrm>
            <a:custGeom>
              <a:avLst/>
              <a:gdLst/>
              <a:ahLst/>
              <a:cxnLst/>
              <a:rect l="l" t="t" r="r" b="b"/>
              <a:pathLst>
                <a:path w="9547" h="15635" extrusionOk="0">
                  <a:moveTo>
                    <a:pt x="1347" y="1989"/>
                  </a:moveTo>
                  <a:cubicBezTo>
                    <a:pt x="1" y="3978"/>
                    <a:pt x="2999" y="5752"/>
                    <a:pt x="2754" y="8384"/>
                  </a:cubicBezTo>
                  <a:cubicBezTo>
                    <a:pt x="2479" y="10984"/>
                    <a:pt x="2051" y="14656"/>
                    <a:pt x="5325" y="15145"/>
                  </a:cubicBezTo>
                  <a:cubicBezTo>
                    <a:pt x="8629" y="15635"/>
                    <a:pt x="9547" y="10189"/>
                    <a:pt x="8139" y="6884"/>
                  </a:cubicBezTo>
                  <a:cubicBezTo>
                    <a:pt x="6701" y="3580"/>
                    <a:pt x="2663" y="0"/>
                    <a:pt x="1347" y="19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31"/>
            <p:cNvSpPr/>
            <p:nvPr/>
          </p:nvSpPr>
          <p:spPr>
            <a:xfrm>
              <a:off x="5044150" y="4156650"/>
              <a:ext cx="238675" cy="390125"/>
            </a:xfrm>
            <a:custGeom>
              <a:avLst/>
              <a:gdLst/>
              <a:ahLst/>
              <a:cxnLst/>
              <a:rect l="l" t="t" r="r" b="b"/>
              <a:pathLst>
                <a:path w="9547" h="15605" extrusionOk="0">
                  <a:moveTo>
                    <a:pt x="1316" y="1990"/>
                  </a:moveTo>
                  <a:cubicBezTo>
                    <a:pt x="0" y="3948"/>
                    <a:pt x="2999" y="5753"/>
                    <a:pt x="2723" y="8353"/>
                  </a:cubicBezTo>
                  <a:cubicBezTo>
                    <a:pt x="2478" y="10954"/>
                    <a:pt x="2019" y="14626"/>
                    <a:pt x="5324" y="15115"/>
                  </a:cubicBezTo>
                  <a:cubicBezTo>
                    <a:pt x="8628" y="15605"/>
                    <a:pt x="9546" y="10189"/>
                    <a:pt x="8108" y="6854"/>
                  </a:cubicBezTo>
                  <a:cubicBezTo>
                    <a:pt x="6701" y="3550"/>
                    <a:pt x="2662" y="1"/>
                    <a:pt x="1316" y="19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1"/>
            <p:cNvSpPr/>
            <p:nvPr/>
          </p:nvSpPr>
          <p:spPr>
            <a:xfrm>
              <a:off x="2233150" y="2789025"/>
              <a:ext cx="306000" cy="243275"/>
            </a:xfrm>
            <a:custGeom>
              <a:avLst/>
              <a:gdLst/>
              <a:ahLst/>
              <a:cxnLst/>
              <a:rect l="l" t="t" r="r" b="b"/>
              <a:pathLst>
                <a:path w="12240" h="9731" extrusionOk="0">
                  <a:moveTo>
                    <a:pt x="1928" y="9088"/>
                  </a:moveTo>
                  <a:cubicBezTo>
                    <a:pt x="3887" y="9730"/>
                    <a:pt x="4682" y="6885"/>
                    <a:pt x="6916" y="6487"/>
                  </a:cubicBezTo>
                  <a:cubicBezTo>
                    <a:pt x="9149" y="6120"/>
                    <a:pt x="12239" y="5661"/>
                    <a:pt x="11903" y="2846"/>
                  </a:cubicBezTo>
                  <a:cubicBezTo>
                    <a:pt x="11566" y="1"/>
                    <a:pt x="6885" y="460"/>
                    <a:pt x="4468" y="2387"/>
                  </a:cubicBezTo>
                  <a:cubicBezTo>
                    <a:pt x="2051" y="4284"/>
                    <a:pt x="1" y="8445"/>
                    <a:pt x="1928" y="90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1"/>
            <p:cNvSpPr/>
            <p:nvPr/>
          </p:nvSpPr>
          <p:spPr>
            <a:xfrm>
              <a:off x="1677850" y="3003975"/>
              <a:ext cx="335800" cy="230250"/>
            </a:xfrm>
            <a:custGeom>
              <a:avLst/>
              <a:gdLst/>
              <a:ahLst/>
              <a:cxnLst/>
              <a:rect l="l" t="t" r="r" b="b"/>
              <a:pathLst>
                <a:path w="13432" h="9210" extrusionOk="0">
                  <a:moveTo>
                    <a:pt x="551" y="2601"/>
                  </a:moveTo>
                  <a:cubicBezTo>
                    <a:pt x="1102" y="4559"/>
                    <a:pt x="3917" y="3610"/>
                    <a:pt x="5447" y="5232"/>
                  </a:cubicBezTo>
                  <a:cubicBezTo>
                    <a:pt x="7007" y="6854"/>
                    <a:pt x="9118" y="9209"/>
                    <a:pt x="11290" y="7343"/>
                  </a:cubicBezTo>
                  <a:cubicBezTo>
                    <a:pt x="13432" y="5477"/>
                    <a:pt x="10434" y="1836"/>
                    <a:pt x="7496" y="918"/>
                  </a:cubicBezTo>
                  <a:cubicBezTo>
                    <a:pt x="4529" y="0"/>
                    <a:pt x="0" y="643"/>
                    <a:pt x="551" y="2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1"/>
            <p:cNvSpPr/>
            <p:nvPr/>
          </p:nvSpPr>
          <p:spPr>
            <a:xfrm>
              <a:off x="5602525" y="2994775"/>
              <a:ext cx="336575" cy="229500"/>
            </a:xfrm>
            <a:custGeom>
              <a:avLst/>
              <a:gdLst/>
              <a:ahLst/>
              <a:cxnLst/>
              <a:rect l="l" t="t" r="r" b="b"/>
              <a:pathLst>
                <a:path w="13463" h="9180" extrusionOk="0">
                  <a:moveTo>
                    <a:pt x="551" y="2571"/>
                  </a:moveTo>
                  <a:cubicBezTo>
                    <a:pt x="1101" y="4529"/>
                    <a:pt x="3916" y="3611"/>
                    <a:pt x="5477" y="5233"/>
                  </a:cubicBezTo>
                  <a:cubicBezTo>
                    <a:pt x="7006" y="6854"/>
                    <a:pt x="9148" y="9180"/>
                    <a:pt x="11290" y="7313"/>
                  </a:cubicBezTo>
                  <a:cubicBezTo>
                    <a:pt x="13462" y="5447"/>
                    <a:pt x="10464" y="1837"/>
                    <a:pt x="7496" y="919"/>
                  </a:cubicBezTo>
                  <a:cubicBezTo>
                    <a:pt x="4559" y="1"/>
                    <a:pt x="0" y="613"/>
                    <a:pt x="551" y="25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1"/>
            <p:cNvSpPr/>
            <p:nvPr/>
          </p:nvSpPr>
          <p:spPr>
            <a:xfrm>
              <a:off x="2360900" y="4710450"/>
              <a:ext cx="336575" cy="230250"/>
            </a:xfrm>
            <a:custGeom>
              <a:avLst/>
              <a:gdLst/>
              <a:ahLst/>
              <a:cxnLst/>
              <a:rect l="l" t="t" r="r" b="b"/>
              <a:pathLst>
                <a:path w="13463" h="9210" extrusionOk="0">
                  <a:moveTo>
                    <a:pt x="551" y="2601"/>
                  </a:moveTo>
                  <a:cubicBezTo>
                    <a:pt x="1102" y="4559"/>
                    <a:pt x="3917" y="3641"/>
                    <a:pt x="5477" y="5263"/>
                  </a:cubicBezTo>
                  <a:cubicBezTo>
                    <a:pt x="7037" y="6854"/>
                    <a:pt x="9149" y="9209"/>
                    <a:pt x="11321" y="7343"/>
                  </a:cubicBezTo>
                  <a:cubicBezTo>
                    <a:pt x="13463" y="5477"/>
                    <a:pt x="10464" y="1836"/>
                    <a:pt x="7527" y="918"/>
                  </a:cubicBezTo>
                  <a:cubicBezTo>
                    <a:pt x="4559" y="0"/>
                    <a:pt x="0" y="643"/>
                    <a:pt x="551" y="2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1"/>
            <p:cNvSpPr/>
            <p:nvPr/>
          </p:nvSpPr>
          <p:spPr>
            <a:xfrm>
              <a:off x="5559675" y="4376175"/>
              <a:ext cx="335825" cy="229500"/>
            </a:xfrm>
            <a:custGeom>
              <a:avLst/>
              <a:gdLst/>
              <a:ahLst/>
              <a:cxnLst/>
              <a:rect l="l" t="t" r="r" b="b"/>
              <a:pathLst>
                <a:path w="13433" h="9180" extrusionOk="0">
                  <a:moveTo>
                    <a:pt x="551" y="2601"/>
                  </a:moveTo>
                  <a:cubicBezTo>
                    <a:pt x="1102" y="4560"/>
                    <a:pt x="3917" y="3611"/>
                    <a:pt x="5447" y="5233"/>
                  </a:cubicBezTo>
                  <a:cubicBezTo>
                    <a:pt x="7007" y="6854"/>
                    <a:pt x="9118" y="9179"/>
                    <a:pt x="11291" y="7313"/>
                  </a:cubicBezTo>
                  <a:cubicBezTo>
                    <a:pt x="13432" y="5447"/>
                    <a:pt x="10434" y="1837"/>
                    <a:pt x="7497" y="919"/>
                  </a:cubicBezTo>
                  <a:cubicBezTo>
                    <a:pt x="4559" y="1"/>
                    <a:pt x="1" y="613"/>
                    <a:pt x="551" y="2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1"/>
            <p:cNvSpPr/>
            <p:nvPr/>
          </p:nvSpPr>
          <p:spPr>
            <a:xfrm>
              <a:off x="4904175" y="4729575"/>
              <a:ext cx="336575" cy="230250"/>
            </a:xfrm>
            <a:custGeom>
              <a:avLst/>
              <a:gdLst/>
              <a:ahLst/>
              <a:cxnLst/>
              <a:rect l="l" t="t" r="r" b="b"/>
              <a:pathLst>
                <a:path w="13463" h="9210" extrusionOk="0">
                  <a:moveTo>
                    <a:pt x="551" y="2601"/>
                  </a:moveTo>
                  <a:cubicBezTo>
                    <a:pt x="1102" y="4559"/>
                    <a:pt x="3947" y="3641"/>
                    <a:pt x="5477" y="5262"/>
                  </a:cubicBezTo>
                  <a:cubicBezTo>
                    <a:pt x="7037" y="6853"/>
                    <a:pt x="9148" y="9209"/>
                    <a:pt x="11321" y="7343"/>
                  </a:cubicBezTo>
                  <a:cubicBezTo>
                    <a:pt x="13462" y="5477"/>
                    <a:pt x="10464" y="1836"/>
                    <a:pt x="7527" y="918"/>
                  </a:cubicBezTo>
                  <a:cubicBezTo>
                    <a:pt x="4559" y="0"/>
                    <a:pt x="0" y="643"/>
                    <a:pt x="551" y="2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1"/>
            <p:cNvSpPr/>
            <p:nvPr/>
          </p:nvSpPr>
          <p:spPr>
            <a:xfrm>
              <a:off x="3656625" y="4113050"/>
              <a:ext cx="336575" cy="230275"/>
            </a:xfrm>
            <a:custGeom>
              <a:avLst/>
              <a:gdLst/>
              <a:ahLst/>
              <a:cxnLst/>
              <a:rect l="l" t="t" r="r" b="b"/>
              <a:pathLst>
                <a:path w="13463" h="9211" extrusionOk="0">
                  <a:moveTo>
                    <a:pt x="551" y="2601"/>
                  </a:moveTo>
                  <a:cubicBezTo>
                    <a:pt x="1102" y="4560"/>
                    <a:pt x="3917" y="3611"/>
                    <a:pt x="5477" y="5233"/>
                  </a:cubicBezTo>
                  <a:cubicBezTo>
                    <a:pt x="7007" y="6854"/>
                    <a:pt x="9149" y="9210"/>
                    <a:pt x="11290" y="7344"/>
                  </a:cubicBezTo>
                  <a:cubicBezTo>
                    <a:pt x="13463" y="5477"/>
                    <a:pt x="10464" y="1837"/>
                    <a:pt x="7497" y="919"/>
                  </a:cubicBezTo>
                  <a:cubicBezTo>
                    <a:pt x="4559" y="1"/>
                    <a:pt x="1" y="643"/>
                    <a:pt x="551" y="2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1"/>
            <p:cNvSpPr/>
            <p:nvPr/>
          </p:nvSpPr>
          <p:spPr>
            <a:xfrm>
              <a:off x="1241100" y="3210475"/>
              <a:ext cx="317450" cy="218025"/>
            </a:xfrm>
            <a:custGeom>
              <a:avLst/>
              <a:gdLst/>
              <a:ahLst/>
              <a:cxnLst/>
              <a:rect l="l" t="t" r="r" b="b"/>
              <a:pathLst>
                <a:path w="12698" h="8721" extrusionOk="0">
                  <a:moveTo>
                    <a:pt x="10892" y="949"/>
                  </a:moveTo>
                  <a:cubicBezTo>
                    <a:pt x="9087" y="1"/>
                    <a:pt x="7833" y="2693"/>
                    <a:pt x="5599" y="2755"/>
                  </a:cubicBezTo>
                  <a:cubicBezTo>
                    <a:pt x="3366" y="2785"/>
                    <a:pt x="184" y="2755"/>
                    <a:pt x="92" y="5600"/>
                  </a:cubicBezTo>
                  <a:cubicBezTo>
                    <a:pt x="0" y="8445"/>
                    <a:pt x="4681" y="8721"/>
                    <a:pt x="7374" y="7191"/>
                  </a:cubicBezTo>
                  <a:cubicBezTo>
                    <a:pt x="10036" y="5631"/>
                    <a:pt x="12698" y="1867"/>
                    <a:pt x="10892" y="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1"/>
            <p:cNvSpPr/>
            <p:nvPr/>
          </p:nvSpPr>
          <p:spPr>
            <a:xfrm>
              <a:off x="3980175" y="4482500"/>
              <a:ext cx="317450" cy="217250"/>
            </a:xfrm>
            <a:custGeom>
              <a:avLst/>
              <a:gdLst/>
              <a:ahLst/>
              <a:cxnLst/>
              <a:rect l="l" t="t" r="r" b="b"/>
              <a:pathLst>
                <a:path w="12698" h="8690" extrusionOk="0">
                  <a:moveTo>
                    <a:pt x="10893" y="918"/>
                  </a:moveTo>
                  <a:cubicBezTo>
                    <a:pt x="9057" y="1"/>
                    <a:pt x="7833" y="2693"/>
                    <a:pt x="5600" y="2724"/>
                  </a:cubicBezTo>
                  <a:cubicBezTo>
                    <a:pt x="3366" y="2754"/>
                    <a:pt x="215" y="2724"/>
                    <a:pt x="92" y="5569"/>
                  </a:cubicBezTo>
                  <a:cubicBezTo>
                    <a:pt x="1" y="8414"/>
                    <a:pt x="4682" y="8690"/>
                    <a:pt x="7374" y="7160"/>
                  </a:cubicBezTo>
                  <a:cubicBezTo>
                    <a:pt x="10036" y="5630"/>
                    <a:pt x="12698" y="1867"/>
                    <a:pt x="10893" y="9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1"/>
            <p:cNvSpPr/>
            <p:nvPr/>
          </p:nvSpPr>
          <p:spPr>
            <a:xfrm>
              <a:off x="1962400" y="4324925"/>
              <a:ext cx="318200" cy="217275"/>
            </a:xfrm>
            <a:custGeom>
              <a:avLst/>
              <a:gdLst/>
              <a:ahLst/>
              <a:cxnLst/>
              <a:rect l="l" t="t" r="r" b="b"/>
              <a:pathLst>
                <a:path w="12728" h="8691" extrusionOk="0">
                  <a:moveTo>
                    <a:pt x="10892" y="919"/>
                  </a:moveTo>
                  <a:cubicBezTo>
                    <a:pt x="9087" y="1"/>
                    <a:pt x="7833" y="2693"/>
                    <a:pt x="5599" y="2724"/>
                  </a:cubicBezTo>
                  <a:cubicBezTo>
                    <a:pt x="3396" y="2754"/>
                    <a:pt x="214" y="2724"/>
                    <a:pt x="122" y="5569"/>
                  </a:cubicBezTo>
                  <a:cubicBezTo>
                    <a:pt x="0" y="8415"/>
                    <a:pt x="4712" y="8690"/>
                    <a:pt x="7374" y="7160"/>
                  </a:cubicBezTo>
                  <a:cubicBezTo>
                    <a:pt x="10066" y="5630"/>
                    <a:pt x="12728" y="1867"/>
                    <a:pt x="10892" y="91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1"/>
            <p:cNvSpPr/>
            <p:nvPr/>
          </p:nvSpPr>
          <p:spPr>
            <a:xfrm>
              <a:off x="5478600" y="4765500"/>
              <a:ext cx="243250" cy="166775"/>
            </a:xfrm>
            <a:custGeom>
              <a:avLst/>
              <a:gdLst/>
              <a:ahLst/>
              <a:cxnLst/>
              <a:rect l="l" t="t" r="r" b="b"/>
              <a:pathLst>
                <a:path w="9730" h="6671" extrusionOk="0">
                  <a:moveTo>
                    <a:pt x="8323" y="705"/>
                  </a:moveTo>
                  <a:cubicBezTo>
                    <a:pt x="6946" y="1"/>
                    <a:pt x="5997" y="2051"/>
                    <a:pt x="4253" y="2082"/>
                  </a:cubicBezTo>
                  <a:cubicBezTo>
                    <a:pt x="2540" y="2112"/>
                    <a:pt x="123" y="2082"/>
                    <a:pt x="62" y="4284"/>
                  </a:cubicBezTo>
                  <a:cubicBezTo>
                    <a:pt x="1" y="6457"/>
                    <a:pt x="3580" y="6671"/>
                    <a:pt x="5630" y="5478"/>
                  </a:cubicBezTo>
                  <a:cubicBezTo>
                    <a:pt x="7711" y="4315"/>
                    <a:pt x="9730" y="1408"/>
                    <a:pt x="8323" y="7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1"/>
            <p:cNvSpPr/>
            <p:nvPr/>
          </p:nvSpPr>
          <p:spPr>
            <a:xfrm>
              <a:off x="5175700" y="3286975"/>
              <a:ext cx="317450" cy="218025"/>
            </a:xfrm>
            <a:custGeom>
              <a:avLst/>
              <a:gdLst/>
              <a:ahLst/>
              <a:cxnLst/>
              <a:rect l="l" t="t" r="r" b="b"/>
              <a:pathLst>
                <a:path w="12698" h="8721" extrusionOk="0">
                  <a:moveTo>
                    <a:pt x="10862" y="949"/>
                  </a:moveTo>
                  <a:cubicBezTo>
                    <a:pt x="9057" y="0"/>
                    <a:pt x="7803" y="2693"/>
                    <a:pt x="5569" y="2754"/>
                  </a:cubicBezTo>
                  <a:cubicBezTo>
                    <a:pt x="3366" y="2785"/>
                    <a:pt x="184" y="2754"/>
                    <a:pt x="92" y="5600"/>
                  </a:cubicBezTo>
                  <a:cubicBezTo>
                    <a:pt x="1" y="8445"/>
                    <a:pt x="4682" y="8720"/>
                    <a:pt x="7344" y="7190"/>
                  </a:cubicBezTo>
                  <a:cubicBezTo>
                    <a:pt x="10036" y="5630"/>
                    <a:pt x="12698" y="1867"/>
                    <a:pt x="10862" y="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1"/>
            <p:cNvSpPr/>
            <p:nvPr/>
          </p:nvSpPr>
          <p:spPr>
            <a:xfrm>
              <a:off x="3941925" y="3717600"/>
              <a:ext cx="317450" cy="217275"/>
            </a:xfrm>
            <a:custGeom>
              <a:avLst/>
              <a:gdLst/>
              <a:ahLst/>
              <a:cxnLst/>
              <a:rect l="l" t="t" r="r" b="b"/>
              <a:pathLst>
                <a:path w="12698" h="8691" extrusionOk="0">
                  <a:moveTo>
                    <a:pt x="10893" y="919"/>
                  </a:moveTo>
                  <a:cubicBezTo>
                    <a:pt x="9057" y="1"/>
                    <a:pt x="7833" y="2693"/>
                    <a:pt x="5600" y="2724"/>
                  </a:cubicBezTo>
                  <a:cubicBezTo>
                    <a:pt x="3366" y="2754"/>
                    <a:pt x="215" y="2724"/>
                    <a:pt x="93" y="5569"/>
                  </a:cubicBezTo>
                  <a:cubicBezTo>
                    <a:pt x="1" y="8415"/>
                    <a:pt x="4682" y="8690"/>
                    <a:pt x="7374" y="7160"/>
                  </a:cubicBezTo>
                  <a:cubicBezTo>
                    <a:pt x="10036" y="5630"/>
                    <a:pt x="12698" y="1867"/>
                    <a:pt x="10893" y="91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1"/>
            <p:cNvSpPr/>
            <p:nvPr/>
          </p:nvSpPr>
          <p:spPr>
            <a:xfrm>
              <a:off x="2241575" y="3252550"/>
              <a:ext cx="238675" cy="325100"/>
            </a:xfrm>
            <a:custGeom>
              <a:avLst/>
              <a:gdLst/>
              <a:ahLst/>
              <a:cxnLst/>
              <a:rect l="l" t="t" r="r" b="b"/>
              <a:pathLst>
                <a:path w="9547" h="13004" extrusionOk="0">
                  <a:moveTo>
                    <a:pt x="2234" y="12606"/>
                  </a:moveTo>
                  <a:cubicBezTo>
                    <a:pt x="4223" y="12239"/>
                    <a:pt x="3550" y="9332"/>
                    <a:pt x="5294" y="7925"/>
                  </a:cubicBezTo>
                  <a:cubicBezTo>
                    <a:pt x="7038" y="6518"/>
                    <a:pt x="9546" y="4590"/>
                    <a:pt x="7864" y="2295"/>
                  </a:cubicBezTo>
                  <a:cubicBezTo>
                    <a:pt x="6181" y="1"/>
                    <a:pt x="2326" y="2663"/>
                    <a:pt x="1163" y="5539"/>
                  </a:cubicBezTo>
                  <a:cubicBezTo>
                    <a:pt x="1" y="8384"/>
                    <a:pt x="215" y="13004"/>
                    <a:pt x="2234" y="126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1"/>
            <p:cNvSpPr/>
            <p:nvPr/>
          </p:nvSpPr>
          <p:spPr>
            <a:xfrm>
              <a:off x="3699450" y="3233425"/>
              <a:ext cx="238675" cy="325100"/>
            </a:xfrm>
            <a:custGeom>
              <a:avLst/>
              <a:gdLst/>
              <a:ahLst/>
              <a:cxnLst/>
              <a:rect l="l" t="t" r="r" b="b"/>
              <a:pathLst>
                <a:path w="9547" h="13004" extrusionOk="0">
                  <a:moveTo>
                    <a:pt x="2234" y="12606"/>
                  </a:moveTo>
                  <a:cubicBezTo>
                    <a:pt x="4223" y="12239"/>
                    <a:pt x="3550" y="9332"/>
                    <a:pt x="5294" y="7925"/>
                  </a:cubicBezTo>
                  <a:cubicBezTo>
                    <a:pt x="7038" y="6518"/>
                    <a:pt x="9547" y="4590"/>
                    <a:pt x="7864" y="2295"/>
                  </a:cubicBezTo>
                  <a:cubicBezTo>
                    <a:pt x="6181" y="1"/>
                    <a:pt x="2326" y="2663"/>
                    <a:pt x="1164" y="5539"/>
                  </a:cubicBezTo>
                  <a:cubicBezTo>
                    <a:pt x="1" y="8384"/>
                    <a:pt x="215" y="13004"/>
                    <a:pt x="2234" y="126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1"/>
            <p:cNvSpPr/>
            <p:nvPr/>
          </p:nvSpPr>
          <p:spPr>
            <a:xfrm>
              <a:off x="2432800" y="4213250"/>
              <a:ext cx="238675" cy="325125"/>
            </a:xfrm>
            <a:custGeom>
              <a:avLst/>
              <a:gdLst/>
              <a:ahLst/>
              <a:cxnLst/>
              <a:rect l="l" t="t" r="r" b="b"/>
              <a:pathLst>
                <a:path w="9547" h="13005" extrusionOk="0">
                  <a:moveTo>
                    <a:pt x="2234" y="12606"/>
                  </a:moveTo>
                  <a:cubicBezTo>
                    <a:pt x="4223" y="12239"/>
                    <a:pt x="3550" y="9333"/>
                    <a:pt x="5293" y="7925"/>
                  </a:cubicBezTo>
                  <a:cubicBezTo>
                    <a:pt x="7037" y="6518"/>
                    <a:pt x="9546" y="4621"/>
                    <a:pt x="7864" y="2296"/>
                  </a:cubicBezTo>
                  <a:cubicBezTo>
                    <a:pt x="6181" y="1"/>
                    <a:pt x="2326" y="2693"/>
                    <a:pt x="1163" y="5539"/>
                  </a:cubicBezTo>
                  <a:cubicBezTo>
                    <a:pt x="0" y="8415"/>
                    <a:pt x="215" y="13004"/>
                    <a:pt x="2234" y="126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1"/>
            <p:cNvSpPr/>
            <p:nvPr/>
          </p:nvSpPr>
          <p:spPr>
            <a:xfrm>
              <a:off x="5186400" y="3730625"/>
              <a:ext cx="238675" cy="325100"/>
            </a:xfrm>
            <a:custGeom>
              <a:avLst/>
              <a:gdLst/>
              <a:ahLst/>
              <a:cxnLst/>
              <a:rect l="l" t="t" r="r" b="b"/>
              <a:pathLst>
                <a:path w="9547" h="13004" extrusionOk="0">
                  <a:moveTo>
                    <a:pt x="2234" y="12605"/>
                  </a:moveTo>
                  <a:cubicBezTo>
                    <a:pt x="4223" y="12238"/>
                    <a:pt x="3550" y="9332"/>
                    <a:pt x="5294" y="7924"/>
                  </a:cubicBezTo>
                  <a:cubicBezTo>
                    <a:pt x="7038" y="6517"/>
                    <a:pt x="9547" y="4589"/>
                    <a:pt x="7864" y="2295"/>
                  </a:cubicBezTo>
                  <a:cubicBezTo>
                    <a:pt x="6181" y="0"/>
                    <a:pt x="2326" y="2692"/>
                    <a:pt x="1164" y="5538"/>
                  </a:cubicBezTo>
                  <a:cubicBezTo>
                    <a:pt x="1" y="8383"/>
                    <a:pt x="215" y="13003"/>
                    <a:pt x="2234" y="126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1"/>
            <p:cNvSpPr/>
            <p:nvPr/>
          </p:nvSpPr>
          <p:spPr>
            <a:xfrm>
              <a:off x="6128000" y="3161525"/>
              <a:ext cx="238675" cy="325100"/>
            </a:xfrm>
            <a:custGeom>
              <a:avLst/>
              <a:gdLst/>
              <a:ahLst/>
              <a:cxnLst/>
              <a:rect l="l" t="t" r="r" b="b"/>
              <a:pathLst>
                <a:path w="9547" h="13004" extrusionOk="0">
                  <a:moveTo>
                    <a:pt x="2234" y="12606"/>
                  </a:moveTo>
                  <a:cubicBezTo>
                    <a:pt x="4223" y="12239"/>
                    <a:pt x="3549" y="9332"/>
                    <a:pt x="5293" y="7925"/>
                  </a:cubicBezTo>
                  <a:cubicBezTo>
                    <a:pt x="7037" y="6518"/>
                    <a:pt x="9546" y="4621"/>
                    <a:pt x="7863" y="2295"/>
                  </a:cubicBezTo>
                  <a:cubicBezTo>
                    <a:pt x="6181" y="1"/>
                    <a:pt x="2326" y="2693"/>
                    <a:pt x="1163" y="5539"/>
                  </a:cubicBezTo>
                  <a:cubicBezTo>
                    <a:pt x="0" y="8415"/>
                    <a:pt x="214" y="13004"/>
                    <a:pt x="2234" y="126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1"/>
            <p:cNvSpPr/>
            <p:nvPr/>
          </p:nvSpPr>
          <p:spPr>
            <a:xfrm>
              <a:off x="1683200" y="3332100"/>
              <a:ext cx="221075" cy="426850"/>
            </a:xfrm>
            <a:custGeom>
              <a:avLst/>
              <a:gdLst/>
              <a:ahLst/>
              <a:cxnLst/>
              <a:rect l="l" t="t" r="r" b="b"/>
              <a:pathLst>
                <a:path w="8843" h="17074" extrusionOk="0">
                  <a:moveTo>
                    <a:pt x="4315" y="1377"/>
                  </a:moveTo>
                  <a:cubicBezTo>
                    <a:pt x="2295" y="2724"/>
                    <a:pt x="4376" y="5569"/>
                    <a:pt x="3121" y="7925"/>
                  </a:cubicBezTo>
                  <a:cubicBezTo>
                    <a:pt x="1867" y="10281"/>
                    <a:pt x="1" y="13555"/>
                    <a:pt x="2938" y="15298"/>
                  </a:cubicBezTo>
                  <a:cubicBezTo>
                    <a:pt x="5844" y="17073"/>
                    <a:pt x="8843" y="12300"/>
                    <a:pt x="8782" y="8629"/>
                  </a:cubicBezTo>
                  <a:cubicBezTo>
                    <a:pt x="8720" y="4957"/>
                    <a:pt x="6303" y="1"/>
                    <a:pt x="4315" y="13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1"/>
            <p:cNvSpPr/>
            <p:nvPr/>
          </p:nvSpPr>
          <p:spPr>
            <a:xfrm>
              <a:off x="5101500" y="2696475"/>
              <a:ext cx="221100" cy="426075"/>
            </a:xfrm>
            <a:custGeom>
              <a:avLst/>
              <a:gdLst/>
              <a:ahLst/>
              <a:cxnLst/>
              <a:rect l="l" t="t" r="r" b="b"/>
              <a:pathLst>
                <a:path w="8844" h="17043" extrusionOk="0">
                  <a:moveTo>
                    <a:pt x="4284" y="1347"/>
                  </a:moveTo>
                  <a:cubicBezTo>
                    <a:pt x="2265" y="2724"/>
                    <a:pt x="4376" y="5569"/>
                    <a:pt x="3122" y="7925"/>
                  </a:cubicBezTo>
                  <a:cubicBezTo>
                    <a:pt x="1867" y="10281"/>
                    <a:pt x="1" y="13555"/>
                    <a:pt x="2907" y="15298"/>
                  </a:cubicBezTo>
                  <a:cubicBezTo>
                    <a:pt x="5845" y="17042"/>
                    <a:pt x="8843" y="12300"/>
                    <a:pt x="8782" y="8629"/>
                  </a:cubicBezTo>
                  <a:cubicBezTo>
                    <a:pt x="8721" y="4927"/>
                    <a:pt x="6304" y="1"/>
                    <a:pt x="4284" y="13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1"/>
            <p:cNvSpPr/>
            <p:nvPr/>
          </p:nvSpPr>
          <p:spPr>
            <a:xfrm>
              <a:off x="2128375" y="3704600"/>
              <a:ext cx="338100" cy="332750"/>
            </a:xfrm>
            <a:custGeom>
              <a:avLst/>
              <a:gdLst/>
              <a:ahLst/>
              <a:cxnLst/>
              <a:rect l="l" t="t" r="r" b="b"/>
              <a:pathLst>
                <a:path w="13524" h="13310" extrusionOk="0">
                  <a:moveTo>
                    <a:pt x="13340" y="10893"/>
                  </a:moveTo>
                  <a:cubicBezTo>
                    <a:pt x="13524" y="8445"/>
                    <a:pt x="9975" y="8353"/>
                    <a:pt x="8873" y="5906"/>
                  </a:cubicBezTo>
                  <a:cubicBezTo>
                    <a:pt x="7802" y="3458"/>
                    <a:pt x="6364" y="1"/>
                    <a:pt x="3182" y="1225"/>
                  </a:cubicBezTo>
                  <a:cubicBezTo>
                    <a:pt x="0" y="2448"/>
                    <a:pt x="1928" y="7711"/>
                    <a:pt x="4865" y="9944"/>
                  </a:cubicBezTo>
                  <a:cubicBezTo>
                    <a:pt x="7772" y="12147"/>
                    <a:pt x="13156" y="13310"/>
                    <a:pt x="13340" y="108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1"/>
            <p:cNvSpPr/>
            <p:nvPr/>
          </p:nvSpPr>
          <p:spPr>
            <a:xfrm>
              <a:off x="5671350" y="2485375"/>
              <a:ext cx="337350" cy="332750"/>
            </a:xfrm>
            <a:custGeom>
              <a:avLst/>
              <a:gdLst/>
              <a:ahLst/>
              <a:cxnLst/>
              <a:rect l="l" t="t" r="r" b="b"/>
              <a:pathLst>
                <a:path w="13494" h="13310" extrusionOk="0">
                  <a:moveTo>
                    <a:pt x="13310" y="10892"/>
                  </a:moveTo>
                  <a:cubicBezTo>
                    <a:pt x="13493" y="8445"/>
                    <a:pt x="9944" y="8353"/>
                    <a:pt x="8843" y="5905"/>
                  </a:cubicBezTo>
                  <a:cubicBezTo>
                    <a:pt x="7772" y="3458"/>
                    <a:pt x="6334" y="0"/>
                    <a:pt x="3152" y="1224"/>
                  </a:cubicBezTo>
                  <a:cubicBezTo>
                    <a:pt x="1" y="2448"/>
                    <a:pt x="1898" y="7710"/>
                    <a:pt x="4835" y="9944"/>
                  </a:cubicBezTo>
                  <a:cubicBezTo>
                    <a:pt x="7772" y="12147"/>
                    <a:pt x="13126" y="13309"/>
                    <a:pt x="13310" y="1089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1"/>
            <p:cNvSpPr/>
            <p:nvPr/>
          </p:nvSpPr>
          <p:spPr>
            <a:xfrm>
              <a:off x="3409575" y="3647250"/>
              <a:ext cx="338100" cy="332750"/>
            </a:xfrm>
            <a:custGeom>
              <a:avLst/>
              <a:gdLst/>
              <a:ahLst/>
              <a:cxnLst/>
              <a:rect l="l" t="t" r="r" b="b"/>
              <a:pathLst>
                <a:path w="13524" h="13310" extrusionOk="0">
                  <a:moveTo>
                    <a:pt x="13340" y="10892"/>
                  </a:moveTo>
                  <a:cubicBezTo>
                    <a:pt x="13523" y="8444"/>
                    <a:pt x="9974" y="8353"/>
                    <a:pt x="8873" y="5905"/>
                  </a:cubicBezTo>
                  <a:cubicBezTo>
                    <a:pt x="7802" y="3457"/>
                    <a:pt x="6364" y="0"/>
                    <a:pt x="3182" y="1224"/>
                  </a:cubicBezTo>
                  <a:cubicBezTo>
                    <a:pt x="0" y="2448"/>
                    <a:pt x="1928" y="7710"/>
                    <a:pt x="4865" y="9944"/>
                  </a:cubicBezTo>
                  <a:cubicBezTo>
                    <a:pt x="7771" y="12147"/>
                    <a:pt x="13156" y="13309"/>
                    <a:pt x="13340" y="1089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4" name="Google Shape;1144;p31"/>
          <p:cNvSpPr/>
          <p:nvPr/>
        </p:nvSpPr>
        <p:spPr>
          <a:xfrm>
            <a:off x="5175200" y="1345625"/>
            <a:ext cx="334500" cy="334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5" name="Google Shape;1145;p31"/>
          <p:cNvSpPr/>
          <p:nvPr/>
        </p:nvSpPr>
        <p:spPr>
          <a:xfrm>
            <a:off x="3131125" y="3536000"/>
            <a:ext cx="334500" cy="334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6" name="Google Shape;1146;p31"/>
          <p:cNvSpPr/>
          <p:nvPr/>
        </p:nvSpPr>
        <p:spPr>
          <a:xfrm>
            <a:off x="4356750" y="2248550"/>
            <a:ext cx="334500" cy="334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7" name="Google Shape;1147;p31"/>
          <p:cNvSpPr txBox="1"/>
          <p:nvPr/>
        </p:nvSpPr>
        <p:spPr>
          <a:xfrm>
            <a:off x="4356750" y="2248550"/>
            <a:ext cx="334500" cy="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3</a:t>
            </a:r>
            <a:endParaRPr sz="16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48" name="Google Shape;1148;p31"/>
          <p:cNvSpPr/>
          <p:nvPr/>
        </p:nvSpPr>
        <p:spPr>
          <a:xfrm>
            <a:off x="5127525" y="3080175"/>
            <a:ext cx="334500" cy="334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9" name="Google Shape;1149;p31"/>
          <p:cNvSpPr/>
          <p:nvPr/>
        </p:nvSpPr>
        <p:spPr>
          <a:xfrm>
            <a:off x="4793025" y="4030750"/>
            <a:ext cx="334500" cy="334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0" name="Google Shape;1150;p31"/>
          <p:cNvSpPr/>
          <p:nvPr/>
        </p:nvSpPr>
        <p:spPr>
          <a:xfrm>
            <a:off x="3891425" y="1977275"/>
            <a:ext cx="334500" cy="334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1" name="Google Shape;1151;p31"/>
          <p:cNvSpPr txBox="1"/>
          <p:nvPr/>
        </p:nvSpPr>
        <p:spPr>
          <a:xfrm>
            <a:off x="3891425" y="1977275"/>
            <a:ext cx="334500" cy="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2</a:t>
            </a:r>
            <a:endParaRPr sz="16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52" name="Google Shape;1152;p31"/>
          <p:cNvSpPr txBox="1"/>
          <p:nvPr/>
        </p:nvSpPr>
        <p:spPr>
          <a:xfrm>
            <a:off x="6505762" y="2808725"/>
            <a:ext cx="15792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It’s a gas giant and the biggest planet 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3" name="Google Shape;1153;p31"/>
          <p:cNvSpPr txBox="1"/>
          <p:nvPr/>
        </p:nvSpPr>
        <p:spPr>
          <a:xfrm>
            <a:off x="8243869" y="1290477"/>
            <a:ext cx="3768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2</a:t>
            </a:r>
            <a:endParaRPr sz="2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154" name="Google Shape;1154;p31"/>
          <p:cNvSpPr txBox="1"/>
          <p:nvPr/>
        </p:nvSpPr>
        <p:spPr>
          <a:xfrm>
            <a:off x="6410600" y="1125175"/>
            <a:ext cx="16845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ENAMEL</a:t>
            </a:r>
            <a:endParaRPr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55" name="Google Shape;1155;p31"/>
          <p:cNvSpPr txBox="1"/>
          <p:nvPr/>
        </p:nvSpPr>
        <p:spPr>
          <a:xfrm>
            <a:off x="6515800" y="1460675"/>
            <a:ext cx="15792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6" name="Google Shape;1156;p31"/>
          <p:cNvSpPr txBox="1"/>
          <p:nvPr/>
        </p:nvSpPr>
        <p:spPr>
          <a:xfrm>
            <a:off x="6413387" y="2466250"/>
            <a:ext cx="16572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ACCESSORY CANAL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57" name="Google Shape;1157;p31"/>
          <p:cNvSpPr/>
          <p:nvPr/>
        </p:nvSpPr>
        <p:spPr>
          <a:xfrm>
            <a:off x="8178919" y="2558475"/>
            <a:ext cx="506700" cy="68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31"/>
          <p:cNvSpPr txBox="1"/>
          <p:nvPr/>
        </p:nvSpPr>
        <p:spPr>
          <a:xfrm>
            <a:off x="8243869" y="2617152"/>
            <a:ext cx="3768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4</a:t>
            </a:r>
            <a:endParaRPr sz="2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159" name="Google Shape;1159;p31"/>
          <p:cNvSpPr txBox="1"/>
          <p:nvPr/>
        </p:nvSpPr>
        <p:spPr>
          <a:xfrm>
            <a:off x="6505762" y="4147550"/>
            <a:ext cx="15792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It’s a gas giant and the biggest planet 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0" name="Google Shape;1160;p31"/>
          <p:cNvSpPr txBox="1"/>
          <p:nvPr/>
        </p:nvSpPr>
        <p:spPr>
          <a:xfrm>
            <a:off x="6413387" y="3805075"/>
            <a:ext cx="16572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ROOT-END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61" name="Google Shape;1161;p31"/>
          <p:cNvSpPr/>
          <p:nvPr/>
        </p:nvSpPr>
        <p:spPr>
          <a:xfrm>
            <a:off x="8178919" y="3897300"/>
            <a:ext cx="506700" cy="68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2" name="Google Shape;1162;p31"/>
          <p:cNvSpPr txBox="1"/>
          <p:nvPr/>
        </p:nvSpPr>
        <p:spPr>
          <a:xfrm>
            <a:off x="8243869" y="3955977"/>
            <a:ext cx="3768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6</a:t>
            </a:r>
            <a:endParaRPr sz="2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163" name="Google Shape;1163;p31"/>
          <p:cNvSpPr/>
          <p:nvPr/>
        </p:nvSpPr>
        <p:spPr>
          <a:xfrm flipH="1">
            <a:off x="458294" y="1236413"/>
            <a:ext cx="506700" cy="68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31"/>
          <p:cNvSpPr txBox="1"/>
          <p:nvPr/>
        </p:nvSpPr>
        <p:spPr>
          <a:xfrm flipH="1">
            <a:off x="1058950" y="2813338"/>
            <a:ext cx="15792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It’s a gas giant and the biggest planet 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5" name="Google Shape;1165;p31"/>
          <p:cNvSpPr txBox="1"/>
          <p:nvPr/>
        </p:nvSpPr>
        <p:spPr>
          <a:xfrm flipH="1">
            <a:off x="523244" y="1295090"/>
            <a:ext cx="3768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1</a:t>
            </a:r>
            <a:endParaRPr sz="2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166" name="Google Shape;1166;p31"/>
          <p:cNvSpPr txBox="1"/>
          <p:nvPr/>
        </p:nvSpPr>
        <p:spPr>
          <a:xfrm flipH="1">
            <a:off x="1048699" y="1129800"/>
            <a:ext cx="17121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DENTIN</a:t>
            </a:r>
            <a:endParaRPr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67" name="Google Shape;1167;p31"/>
          <p:cNvSpPr txBox="1"/>
          <p:nvPr/>
        </p:nvSpPr>
        <p:spPr>
          <a:xfrm flipH="1">
            <a:off x="1048912" y="1465288"/>
            <a:ext cx="15792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8" name="Google Shape;1168;p31"/>
          <p:cNvSpPr txBox="1"/>
          <p:nvPr/>
        </p:nvSpPr>
        <p:spPr>
          <a:xfrm flipH="1">
            <a:off x="1073467" y="2470875"/>
            <a:ext cx="16845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PULP CHAMBER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69" name="Google Shape;1169;p31"/>
          <p:cNvSpPr/>
          <p:nvPr/>
        </p:nvSpPr>
        <p:spPr>
          <a:xfrm flipH="1">
            <a:off x="458294" y="2563088"/>
            <a:ext cx="506700" cy="68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0" name="Google Shape;1170;p31"/>
          <p:cNvSpPr txBox="1"/>
          <p:nvPr/>
        </p:nvSpPr>
        <p:spPr>
          <a:xfrm flipH="1">
            <a:off x="523244" y="2621765"/>
            <a:ext cx="3768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3</a:t>
            </a:r>
            <a:endParaRPr sz="2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171" name="Google Shape;1171;p31"/>
          <p:cNvSpPr txBox="1"/>
          <p:nvPr/>
        </p:nvSpPr>
        <p:spPr>
          <a:xfrm flipH="1">
            <a:off x="1058950" y="4152163"/>
            <a:ext cx="15792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It’s a gas giant and the biggest planet 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2" name="Google Shape;1172;p31"/>
          <p:cNvSpPr txBox="1"/>
          <p:nvPr/>
        </p:nvSpPr>
        <p:spPr>
          <a:xfrm flipH="1">
            <a:off x="1071925" y="3809700"/>
            <a:ext cx="17859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SUPPORTING LIGAMENT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73" name="Google Shape;1173;p31"/>
          <p:cNvSpPr/>
          <p:nvPr/>
        </p:nvSpPr>
        <p:spPr>
          <a:xfrm flipH="1">
            <a:off x="458294" y="3901913"/>
            <a:ext cx="506700" cy="68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p31"/>
          <p:cNvSpPr txBox="1"/>
          <p:nvPr/>
        </p:nvSpPr>
        <p:spPr>
          <a:xfrm flipH="1">
            <a:off x="523244" y="3960590"/>
            <a:ext cx="3768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5</a:t>
            </a:r>
            <a:endParaRPr sz="2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175" name="Google Shape;1175;p31"/>
          <p:cNvSpPr txBox="1"/>
          <p:nvPr/>
        </p:nvSpPr>
        <p:spPr>
          <a:xfrm>
            <a:off x="5175200" y="1345625"/>
            <a:ext cx="334500" cy="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</a:t>
            </a:r>
            <a:endParaRPr sz="16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76" name="Google Shape;1176;p31"/>
          <p:cNvSpPr txBox="1"/>
          <p:nvPr/>
        </p:nvSpPr>
        <p:spPr>
          <a:xfrm>
            <a:off x="3131125" y="3536000"/>
            <a:ext cx="334500" cy="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5</a:t>
            </a:r>
            <a:endParaRPr sz="16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77" name="Google Shape;1177;p31"/>
          <p:cNvSpPr txBox="1"/>
          <p:nvPr/>
        </p:nvSpPr>
        <p:spPr>
          <a:xfrm>
            <a:off x="5127525" y="3080175"/>
            <a:ext cx="334500" cy="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</a:t>
            </a:r>
            <a:endParaRPr sz="16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78" name="Google Shape;1178;p31"/>
          <p:cNvSpPr txBox="1"/>
          <p:nvPr/>
        </p:nvSpPr>
        <p:spPr>
          <a:xfrm>
            <a:off x="4793025" y="4030750"/>
            <a:ext cx="334500" cy="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6</a:t>
            </a:r>
            <a:endParaRPr sz="16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32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Dental Infographics</a:t>
            </a:r>
            <a:endParaRPr/>
          </a:p>
        </p:txBody>
      </p:sp>
      <p:sp>
        <p:nvSpPr>
          <p:cNvPr id="1184" name="Google Shape;1184;p32"/>
          <p:cNvSpPr/>
          <p:nvPr/>
        </p:nvSpPr>
        <p:spPr>
          <a:xfrm>
            <a:off x="1666100" y="1215025"/>
            <a:ext cx="5588400" cy="888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5" name="Google Shape;1185;p32"/>
          <p:cNvSpPr/>
          <p:nvPr/>
        </p:nvSpPr>
        <p:spPr>
          <a:xfrm>
            <a:off x="1665621" y="2453025"/>
            <a:ext cx="5588400" cy="888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6" name="Google Shape;1186;p32"/>
          <p:cNvSpPr/>
          <p:nvPr/>
        </p:nvSpPr>
        <p:spPr>
          <a:xfrm>
            <a:off x="1666100" y="3691025"/>
            <a:ext cx="5588400" cy="888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7" name="Google Shape;1187;p32"/>
          <p:cNvSpPr/>
          <p:nvPr/>
        </p:nvSpPr>
        <p:spPr>
          <a:xfrm>
            <a:off x="7351398" y="1215025"/>
            <a:ext cx="1332900" cy="888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8" name="Google Shape;1188;p32"/>
          <p:cNvSpPr/>
          <p:nvPr/>
        </p:nvSpPr>
        <p:spPr>
          <a:xfrm>
            <a:off x="7353793" y="2453025"/>
            <a:ext cx="1332900" cy="888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9" name="Google Shape;1189;p32"/>
          <p:cNvSpPr/>
          <p:nvPr/>
        </p:nvSpPr>
        <p:spPr>
          <a:xfrm>
            <a:off x="7351398" y="3691025"/>
            <a:ext cx="1332900" cy="888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0" name="Google Shape;1190;p32"/>
          <p:cNvSpPr txBox="1"/>
          <p:nvPr/>
        </p:nvSpPr>
        <p:spPr>
          <a:xfrm>
            <a:off x="1987025" y="1518625"/>
            <a:ext cx="49227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place, not hot. It’s full of iron oxide dust, which gives the planet its reddish cast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1191" name="Google Shape;1191;p32"/>
          <p:cNvSpPr txBox="1"/>
          <p:nvPr/>
        </p:nvSpPr>
        <p:spPr>
          <a:xfrm>
            <a:off x="1970065" y="2763232"/>
            <a:ext cx="4956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It’s a gas giant and the biggest planet in our Solar System. Jupiter is the fourth-brightest object in the sky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1192" name="Google Shape;1192;p32"/>
          <p:cNvSpPr txBox="1"/>
          <p:nvPr/>
        </p:nvSpPr>
        <p:spPr>
          <a:xfrm>
            <a:off x="1982000" y="3992751"/>
            <a:ext cx="4922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Yes, this is the ringed one. It’s a gas giant, composed mostly of hydrogen and helium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1193" name="Google Shape;1193;p32"/>
          <p:cNvSpPr txBox="1"/>
          <p:nvPr/>
        </p:nvSpPr>
        <p:spPr>
          <a:xfrm>
            <a:off x="7353800" y="1261600"/>
            <a:ext cx="13329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40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30%</a:t>
            </a:r>
            <a:endParaRPr sz="40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94" name="Google Shape;1194;p32"/>
          <p:cNvSpPr txBox="1"/>
          <p:nvPr/>
        </p:nvSpPr>
        <p:spPr>
          <a:xfrm>
            <a:off x="7353800" y="2496587"/>
            <a:ext cx="13329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40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15%</a:t>
            </a:r>
            <a:endParaRPr sz="40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95" name="Google Shape;1195;p32"/>
          <p:cNvSpPr txBox="1"/>
          <p:nvPr/>
        </p:nvSpPr>
        <p:spPr>
          <a:xfrm>
            <a:off x="7353800" y="3736644"/>
            <a:ext cx="13329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40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55%</a:t>
            </a:r>
            <a:endParaRPr sz="40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96" name="Google Shape;1196;p32"/>
          <p:cNvSpPr/>
          <p:nvPr/>
        </p:nvSpPr>
        <p:spPr>
          <a:xfrm>
            <a:off x="457200" y="1215025"/>
            <a:ext cx="1088100" cy="888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7" name="Google Shape;1197;p32"/>
          <p:cNvSpPr/>
          <p:nvPr/>
        </p:nvSpPr>
        <p:spPr>
          <a:xfrm>
            <a:off x="454850" y="2453025"/>
            <a:ext cx="1088100" cy="888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32"/>
          <p:cNvSpPr/>
          <p:nvPr/>
        </p:nvSpPr>
        <p:spPr>
          <a:xfrm>
            <a:off x="456495" y="3691025"/>
            <a:ext cx="1088100" cy="888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9" name="Google Shape;1199;p32"/>
          <p:cNvGrpSpPr/>
          <p:nvPr/>
        </p:nvGrpSpPr>
        <p:grpSpPr>
          <a:xfrm>
            <a:off x="806538" y="1398388"/>
            <a:ext cx="389437" cy="521581"/>
            <a:chOff x="-84675" y="2300625"/>
            <a:chExt cx="389437" cy="521581"/>
          </a:xfrm>
        </p:grpSpPr>
        <p:sp>
          <p:nvSpPr>
            <p:cNvPr id="1200" name="Google Shape;1200;p32"/>
            <p:cNvSpPr/>
            <p:nvPr/>
          </p:nvSpPr>
          <p:spPr>
            <a:xfrm>
              <a:off x="8541" y="2375681"/>
              <a:ext cx="3235" cy="1217"/>
            </a:xfrm>
            <a:custGeom>
              <a:avLst/>
              <a:gdLst/>
              <a:ahLst/>
              <a:cxnLst/>
              <a:rect l="l" t="t" r="r" b="b"/>
              <a:pathLst>
                <a:path w="319" h="120" extrusionOk="0">
                  <a:moveTo>
                    <a:pt x="80" y="0"/>
                  </a:moveTo>
                  <a:lnTo>
                    <a:pt x="0" y="120"/>
                  </a:lnTo>
                  <a:cubicBezTo>
                    <a:pt x="319" y="120"/>
                    <a:pt x="80" y="0"/>
                    <a:pt x="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2"/>
            <p:cNvSpPr/>
            <p:nvPr/>
          </p:nvSpPr>
          <p:spPr>
            <a:xfrm>
              <a:off x="10965" y="2374362"/>
              <a:ext cx="35115" cy="30379"/>
            </a:xfrm>
            <a:custGeom>
              <a:avLst/>
              <a:gdLst/>
              <a:ahLst/>
              <a:cxnLst/>
              <a:rect l="l" t="t" r="r" b="b"/>
              <a:pathLst>
                <a:path w="3463" h="2996" extrusionOk="0">
                  <a:moveTo>
                    <a:pt x="1491" y="0"/>
                  </a:moveTo>
                  <a:cubicBezTo>
                    <a:pt x="726" y="0"/>
                    <a:pt x="0" y="597"/>
                    <a:pt x="0" y="1484"/>
                  </a:cubicBezTo>
                  <a:cubicBezTo>
                    <a:pt x="0" y="2319"/>
                    <a:pt x="637" y="2996"/>
                    <a:pt x="1473" y="2996"/>
                  </a:cubicBezTo>
                  <a:cubicBezTo>
                    <a:pt x="2826" y="2996"/>
                    <a:pt x="3463" y="1364"/>
                    <a:pt x="2547" y="449"/>
                  </a:cubicBezTo>
                  <a:cubicBezTo>
                    <a:pt x="2237" y="139"/>
                    <a:pt x="1859" y="0"/>
                    <a:pt x="14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2"/>
            <p:cNvSpPr/>
            <p:nvPr/>
          </p:nvSpPr>
          <p:spPr>
            <a:xfrm>
              <a:off x="-84675" y="2300625"/>
              <a:ext cx="389437" cy="521581"/>
            </a:xfrm>
            <a:custGeom>
              <a:avLst/>
              <a:gdLst/>
              <a:ahLst/>
              <a:cxnLst/>
              <a:rect l="l" t="t" r="r" b="b"/>
              <a:pathLst>
                <a:path w="38406" h="51438" extrusionOk="0">
                  <a:moveTo>
                    <a:pt x="17887" y="6815"/>
                  </a:moveTo>
                  <a:cubicBezTo>
                    <a:pt x="20079" y="6815"/>
                    <a:pt x="22900" y="7417"/>
                    <a:pt x="25073" y="9870"/>
                  </a:cubicBezTo>
                  <a:cubicBezTo>
                    <a:pt x="27421" y="12536"/>
                    <a:pt x="27500" y="16277"/>
                    <a:pt x="27500" y="16795"/>
                  </a:cubicBezTo>
                  <a:cubicBezTo>
                    <a:pt x="27500" y="18108"/>
                    <a:pt x="26506" y="18765"/>
                    <a:pt x="25511" y="18765"/>
                  </a:cubicBezTo>
                  <a:cubicBezTo>
                    <a:pt x="24516" y="18765"/>
                    <a:pt x="23521" y="18108"/>
                    <a:pt x="23521" y="16795"/>
                  </a:cubicBezTo>
                  <a:cubicBezTo>
                    <a:pt x="23521" y="16795"/>
                    <a:pt x="23481" y="14088"/>
                    <a:pt x="22088" y="12497"/>
                  </a:cubicBezTo>
                  <a:cubicBezTo>
                    <a:pt x="20871" y="11120"/>
                    <a:pt x="19217" y="10773"/>
                    <a:pt x="17891" y="10773"/>
                  </a:cubicBezTo>
                  <a:cubicBezTo>
                    <a:pt x="17569" y="10773"/>
                    <a:pt x="17266" y="10794"/>
                    <a:pt x="16994" y="10825"/>
                  </a:cubicBezTo>
                  <a:cubicBezTo>
                    <a:pt x="17193" y="10188"/>
                    <a:pt x="17312" y="9472"/>
                    <a:pt x="17312" y="8795"/>
                  </a:cubicBezTo>
                  <a:cubicBezTo>
                    <a:pt x="17312" y="8119"/>
                    <a:pt x="17233" y="7482"/>
                    <a:pt x="17034" y="6845"/>
                  </a:cubicBezTo>
                  <a:cubicBezTo>
                    <a:pt x="17304" y="6826"/>
                    <a:pt x="17590" y="6815"/>
                    <a:pt x="17887" y="6815"/>
                  </a:cubicBezTo>
                  <a:close/>
                  <a:moveTo>
                    <a:pt x="25431" y="0"/>
                  </a:moveTo>
                  <a:cubicBezTo>
                    <a:pt x="23441" y="80"/>
                    <a:pt x="21531" y="557"/>
                    <a:pt x="19740" y="1433"/>
                  </a:cubicBezTo>
                  <a:cubicBezTo>
                    <a:pt x="19183" y="1711"/>
                    <a:pt x="18586" y="1910"/>
                    <a:pt x="17949" y="2030"/>
                  </a:cubicBezTo>
                  <a:cubicBezTo>
                    <a:pt x="17352" y="1910"/>
                    <a:pt x="16755" y="1711"/>
                    <a:pt x="16198" y="1433"/>
                  </a:cubicBezTo>
                  <a:cubicBezTo>
                    <a:pt x="15123" y="955"/>
                    <a:pt x="14009" y="557"/>
                    <a:pt x="12895" y="279"/>
                  </a:cubicBezTo>
                  <a:lnTo>
                    <a:pt x="12895" y="279"/>
                  </a:lnTo>
                  <a:cubicBezTo>
                    <a:pt x="12815" y="1393"/>
                    <a:pt x="12855" y="2507"/>
                    <a:pt x="13014" y="3622"/>
                  </a:cubicBezTo>
                  <a:cubicBezTo>
                    <a:pt x="17551" y="5452"/>
                    <a:pt x="17631" y="11900"/>
                    <a:pt x="13133" y="13850"/>
                  </a:cubicBezTo>
                  <a:cubicBezTo>
                    <a:pt x="12934" y="14765"/>
                    <a:pt x="12298" y="18068"/>
                    <a:pt x="14606" y="20098"/>
                  </a:cubicBezTo>
                  <a:cubicBezTo>
                    <a:pt x="15959" y="21292"/>
                    <a:pt x="18228" y="21531"/>
                    <a:pt x="18904" y="21531"/>
                  </a:cubicBezTo>
                  <a:cubicBezTo>
                    <a:pt x="21531" y="21531"/>
                    <a:pt x="21531" y="25510"/>
                    <a:pt x="18904" y="25510"/>
                  </a:cubicBezTo>
                  <a:cubicBezTo>
                    <a:pt x="18466" y="25510"/>
                    <a:pt x="14685" y="25471"/>
                    <a:pt x="11939" y="23083"/>
                  </a:cubicBezTo>
                  <a:cubicBezTo>
                    <a:pt x="9950" y="21252"/>
                    <a:pt x="8875" y="18625"/>
                    <a:pt x="8955" y="15919"/>
                  </a:cubicBezTo>
                  <a:cubicBezTo>
                    <a:pt x="8955" y="15282"/>
                    <a:pt x="8994" y="14646"/>
                    <a:pt x="9114" y="14049"/>
                  </a:cubicBezTo>
                  <a:cubicBezTo>
                    <a:pt x="4179" y="12298"/>
                    <a:pt x="4139" y="5413"/>
                    <a:pt x="8994" y="3582"/>
                  </a:cubicBezTo>
                  <a:lnTo>
                    <a:pt x="8835" y="3025"/>
                  </a:lnTo>
                  <a:cubicBezTo>
                    <a:pt x="8636" y="2109"/>
                    <a:pt x="8358" y="1194"/>
                    <a:pt x="8039" y="318"/>
                  </a:cubicBezTo>
                  <a:cubicBezTo>
                    <a:pt x="6567" y="677"/>
                    <a:pt x="5214" y="1274"/>
                    <a:pt x="3940" y="2069"/>
                  </a:cubicBezTo>
                  <a:cubicBezTo>
                    <a:pt x="2666" y="2865"/>
                    <a:pt x="1632" y="3980"/>
                    <a:pt x="955" y="5333"/>
                  </a:cubicBezTo>
                  <a:cubicBezTo>
                    <a:pt x="2229" y="5850"/>
                    <a:pt x="3542" y="6248"/>
                    <a:pt x="4895" y="6606"/>
                  </a:cubicBezTo>
                  <a:cubicBezTo>
                    <a:pt x="4617" y="7283"/>
                    <a:pt x="4497" y="8039"/>
                    <a:pt x="4497" y="8756"/>
                  </a:cubicBezTo>
                  <a:cubicBezTo>
                    <a:pt x="4497" y="9432"/>
                    <a:pt x="4577" y="10069"/>
                    <a:pt x="4776" y="10666"/>
                  </a:cubicBezTo>
                  <a:cubicBezTo>
                    <a:pt x="4474" y="10645"/>
                    <a:pt x="4139" y="10638"/>
                    <a:pt x="3774" y="10638"/>
                  </a:cubicBezTo>
                  <a:cubicBezTo>
                    <a:pt x="2953" y="10638"/>
                    <a:pt x="1979" y="10674"/>
                    <a:pt x="874" y="10674"/>
                  </a:cubicBezTo>
                  <a:cubicBezTo>
                    <a:pt x="591" y="10674"/>
                    <a:pt x="299" y="10672"/>
                    <a:pt x="0" y="10666"/>
                  </a:cubicBezTo>
                  <a:lnTo>
                    <a:pt x="0" y="10666"/>
                  </a:lnTo>
                  <a:cubicBezTo>
                    <a:pt x="159" y="14208"/>
                    <a:pt x="1393" y="17949"/>
                    <a:pt x="2348" y="20974"/>
                  </a:cubicBezTo>
                  <a:cubicBezTo>
                    <a:pt x="2945" y="22804"/>
                    <a:pt x="3542" y="24516"/>
                    <a:pt x="3622" y="25431"/>
                  </a:cubicBezTo>
                  <a:cubicBezTo>
                    <a:pt x="3701" y="27421"/>
                    <a:pt x="3622" y="29450"/>
                    <a:pt x="3423" y="31401"/>
                  </a:cubicBezTo>
                  <a:cubicBezTo>
                    <a:pt x="3144" y="34943"/>
                    <a:pt x="2865" y="38604"/>
                    <a:pt x="3701" y="41708"/>
                  </a:cubicBezTo>
                  <a:cubicBezTo>
                    <a:pt x="5094" y="46922"/>
                    <a:pt x="9671" y="50703"/>
                    <a:pt x="9830" y="50862"/>
                  </a:cubicBezTo>
                  <a:cubicBezTo>
                    <a:pt x="10228" y="51220"/>
                    <a:pt x="10745" y="51419"/>
                    <a:pt x="11303" y="51419"/>
                  </a:cubicBezTo>
                  <a:lnTo>
                    <a:pt x="11462" y="51419"/>
                  </a:lnTo>
                  <a:cubicBezTo>
                    <a:pt x="12815" y="51419"/>
                    <a:pt x="13929" y="50305"/>
                    <a:pt x="13929" y="48951"/>
                  </a:cubicBezTo>
                  <a:cubicBezTo>
                    <a:pt x="13929" y="48713"/>
                    <a:pt x="13890" y="48514"/>
                    <a:pt x="13850" y="48275"/>
                  </a:cubicBezTo>
                  <a:cubicBezTo>
                    <a:pt x="13651" y="47041"/>
                    <a:pt x="12536" y="39957"/>
                    <a:pt x="14168" y="35460"/>
                  </a:cubicBezTo>
                  <a:cubicBezTo>
                    <a:pt x="15402" y="32117"/>
                    <a:pt x="17153" y="30366"/>
                    <a:pt x="17949" y="29888"/>
                  </a:cubicBezTo>
                  <a:cubicBezTo>
                    <a:pt x="18745" y="30366"/>
                    <a:pt x="20536" y="32117"/>
                    <a:pt x="21730" y="35460"/>
                  </a:cubicBezTo>
                  <a:cubicBezTo>
                    <a:pt x="23521" y="40395"/>
                    <a:pt x="22048" y="48394"/>
                    <a:pt x="22048" y="48474"/>
                  </a:cubicBezTo>
                  <a:cubicBezTo>
                    <a:pt x="21729" y="50157"/>
                    <a:pt x="23060" y="51438"/>
                    <a:pt x="24498" y="51438"/>
                  </a:cubicBezTo>
                  <a:cubicBezTo>
                    <a:pt x="25033" y="51438"/>
                    <a:pt x="25582" y="51261"/>
                    <a:pt x="26068" y="50862"/>
                  </a:cubicBezTo>
                  <a:cubicBezTo>
                    <a:pt x="26267" y="50703"/>
                    <a:pt x="30804" y="46882"/>
                    <a:pt x="32236" y="41668"/>
                  </a:cubicBezTo>
                  <a:cubicBezTo>
                    <a:pt x="33072" y="38604"/>
                    <a:pt x="32794" y="34943"/>
                    <a:pt x="32515" y="31401"/>
                  </a:cubicBezTo>
                  <a:cubicBezTo>
                    <a:pt x="32276" y="29411"/>
                    <a:pt x="32197" y="27421"/>
                    <a:pt x="32316" y="25431"/>
                  </a:cubicBezTo>
                  <a:cubicBezTo>
                    <a:pt x="32396" y="24555"/>
                    <a:pt x="32953" y="22804"/>
                    <a:pt x="33550" y="20974"/>
                  </a:cubicBezTo>
                  <a:cubicBezTo>
                    <a:pt x="35500" y="15083"/>
                    <a:pt x="38405" y="6129"/>
                    <a:pt x="31958" y="2069"/>
                  </a:cubicBezTo>
                  <a:cubicBezTo>
                    <a:pt x="30048" y="756"/>
                    <a:pt x="27779" y="40"/>
                    <a:pt x="254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3" name="Google Shape;1203;p32"/>
          <p:cNvSpPr/>
          <p:nvPr/>
        </p:nvSpPr>
        <p:spPr>
          <a:xfrm>
            <a:off x="787250" y="2612275"/>
            <a:ext cx="420786" cy="554933"/>
          </a:xfrm>
          <a:custGeom>
            <a:avLst/>
            <a:gdLst/>
            <a:ahLst/>
            <a:cxnLst/>
            <a:rect l="l" t="t" r="r" b="b"/>
            <a:pathLst>
              <a:path w="39043" h="51478" extrusionOk="0">
                <a:moveTo>
                  <a:pt x="10547" y="4975"/>
                </a:moveTo>
                <a:lnTo>
                  <a:pt x="11343" y="5253"/>
                </a:lnTo>
                <a:lnTo>
                  <a:pt x="9671" y="10347"/>
                </a:lnTo>
                <a:lnTo>
                  <a:pt x="8835" y="10029"/>
                </a:lnTo>
                <a:lnTo>
                  <a:pt x="10547" y="4975"/>
                </a:lnTo>
                <a:close/>
                <a:moveTo>
                  <a:pt x="11860" y="5373"/>
                </a:moveTo>
                <a:lnTo>
                  <a:pt x="12656" y="5651"/>
                </a:lnTo>
                <a:lnTo>
                  <a:pt x="10945" y="10745"/>
                </a:lnTo>
                <a:lnTo>
                  <a:pt x="10149" y="10467"/>
                </a:lnTo>
                <a:lnTo>
                  <a:pt x="11860" y="5373"/>
                </a:lnTo>
                <a:close/>
                <a:moveTo>
                  <a:pt x="13134" y="5810"/>
                </a:moveTo>
                <a:lnTo>
                  <a:pt x="13929" y="6089"/>
                </a:lnTo>
                <a:lnTo>
                  <a:pt x="12258" y="11183"/>
                </a:lnTo>
                <a:lnTo>
                  <a:pt x="11422" y="10905"/>
                </a:lnTo>
                <a:lnTo>
                  <a:pt x="13134" y="5810"/>
                </a:lnTo>
                <a:close/>
                <a:moveTo>
                  <a:pt x="14845" y="6407"/>
                </a:moveTo>
                <a:lnTo>
                  <a:pt x="32316" y="12258"/>
                </a:lnTo>
                <a:cubicBezTo>
                  <a:pt x="33989" y="12876"/>
                  <a:pt x="33369" y="15189"/>
                  <a:pt x="31823" y="15189"/>
                </a:cubicBezTo>
                <a:cubicBezTo>
                  <a:pt x="31677" y="15189"/>
                  <a:pt x="31522" y="15168"/>
                  <a:pt x="31361" y="15123"/>
                </a:cubicBezTo>
                <a:lnTo>
                  <a:pt x="30923" y="14964"/>
                </a:lnTo>
                <a:lnTo>
                  <a:pt x="29371" y="19700"/>
                </a:lnTo>
                <a:cubicBezTo>
                  <a:pt x="29305" y="19866"/>
                  <a:pt x="29156" y="19949"/>
                  <a:pt x="28992" y="19949"/>
                </a:cubicBezTo>
                <a:cubicBezTo>
                  <a:pt x="28960" y="19949"/>
                  <a:pt x="28927" y="19945"/>
                  <a:pt x="28894" y="19939"/>
                </a:cubicBezTo>
                <a:cubicBezTo>
                  <a:pt x="28695" y="19859"/>
                  <a:pt x="28615" y="19660"/>
                  <a:pt x="28655" y="19461"/>
                </a:cubicBezTo>
                <a:lnTo>
                  <a:pt x="30247" y="14725"/>
                </a:lnTo>
                <a:lnTo>
                  <a:pt x="29809" y="14566"/>
                </a:lnTo>
                <a:lnTo>
                  <a:pt x="28217" y="19302"/>
                </a:lnTo>
                <a:cubicBezTo>
                  <a:pt x="28155" y="19487"/>
                  <a:pt x="28016" y="19565"/>
                  <a:pt x="27877" y="19565"/>
                </a:cubicBezTo>
                <a:cubicBezTo>
                  <a:pt x="27659" y="19565"/>
                  <a:pt x="27443" y="19371"/>
                  <a:pt x="27540" y="19103"/>
                </a:cubicBezTo>
                <a:lnTo>
                  <a:pt x="29093" y="14327"/>
                </a:lnTo>
                <a:lnTo>
                  <a:pt x="28655" y="14208"/>
                </a:lnTo>
                <a:lnTo>
                  <a:pt x="27063" y="18944"/>
                </a:lnTo>
                <a:cubicBezTo>
                  <a:pt x="27018" y="19140"/>
                  <a:pt x="26881" y="19222"/>
                  <a:pt x="26740" y="19222"/>
                </a:cubicBezTo>
                <a:cubicBezTo>
                  <a:pt x="26508" y="19222"/>
                  <a:pt x="26263" y="19002"/>
                  <a:pt x="26386" y="18705"/>
                </a:cubicBezTo>
                <a:lnTo>
                  <a:pt x="27978" y="13969"/>
                </a:lnTo>
                <a:lnTo>
                  <a:pt x="27501" y="13810"/>
                </a:lnTo>
                <a:lnTo>
                  <a:pt x="25909" y="18546"/>
                </a:lnTo>
                <a:cubicBezTo>
                  <a:pt x="25863" y="18742"/>
                  <a:pt x="25727" y="18824"/>
                  <a:pt x="25585" y="18824"/>
                </a:cubicBezTo>
                <a:cubicBezTo>
                  <a:pt x="25353" y="18824"/>
                  <a:pt x="25108" y="18604"/>
                  <a:pt x="25232" y="18307"/>
                </a:cubicBezTo>
                <a:lnTo>
                  <a:pt x="26824" y="13571"/>
                </a:lnTo>
                <a:lnTo>
                  <a:pt x="26346" y="13412"/>
                </a:lnTo>
                <a:lnTo>
                  <a:pt x="24794" y="18148"/>
                </a:lnTo>
                <a:cubicBezTo>
                  <a:pt x="24718" y="18300"/>
                  <a:pt x="24584" y="18365"/>
                  <a:pt x="24452" y="18365"/>
                </a:cubicBezTo>
                <a:cubicBezTo>
                  <a:pt x="24238" y="18365"/>
                  <a:pt x="24029" y="18195"/>
                  <a:pt x="24078" y="17949"/>
                </a:cubicBezTo>
                <a:lnTo>
                  <a:pt x="25670" y="13213"/>
                </a:lnTo>
                <a:lnTo>
                  <a:pt x="25232" y="13054"/>
                </a:lnTo>
                <a:lnTo>
                  <a:pt x="23640" y="17790"/>
                </a:lnTo>
                <a:cubicBezTo>
                  <a:pt x="23595" y="17986"/>
                  <a:pt x="23453" y="18067"/>
                  <a:pt x="23306" y="18067"/>
                </a:cubicBezTo>
                <a:cubicBezTo>
                  <a:pt x="23066" y="18067"/>
                  <a:pt x="22815" y="17848"/>
                  <a:pt x="22964" y="17551"/>
                </a:cubicBezTo>
                <a:lnTo>
                  <a:pt x="24516" y="12815"/>
                </a:lnTo>
                <a:lnTo>
                  <a:pt x="24078" y="12696"/>
                </a:lnTo>
                <a:lnTo>
                  <a:pt x="22486" y="17431"/>
                </a:lnTo>
                <a:cubicBezTo>
                  <a:pt x="22426" y="17581"/>
                  <a:pt x="22299" y="17646"/>
                  <a:pt x="22170" y="17646"/>
                </a:cubicBezTo>
                <a:cubicBezTo>
                  <a:pt x="21955" y="17646"/>
                  <a:pt x="21735" y="17466"/>
                  <a:pt x="21809" y="17193"/>
                </a:cubicBezTo>
                <a:lnTo>
                  <a:pt x="23401" y="12457"/>
                </a:lnTo>
                <a:lnTo>
                  <a:pt x="22924" y="12298"/>
                </a:lnTo>
                <a:lnTo>
                  <a:pt x="21372" y="17034"/>
                </a:lnTo>
                <a:cubicBezTo>
                  <a:pt x="21303" y="17172"/>
                  <a:pt x="21143" y="17280"/>
                  <a:pt x="20972" y="17280"/>
                </a:cubicBezTo>
                <a:cubicBezTo>
                  <a:pt x="20946" y="17280"/>
                  <a:pt x="20920" y="17278"/>
                  <a:pt x="20894" y="17272"/>
                </a:cubicBezTo>
                <a:cubicBezTo>
                  <a:pt x="20695" y="17193"/>
                  <a:pt x="20616" y="16994"/>
                  <a:pt x="20655" y="16795"/>
                </a:cubicBezTo>
                <a:lnTo>
                  <a:pt x="22247" y="12059"/>
                </a:lnTo>
                <a:lnTo>
                  <a:pt x="21809" y="11900"/>
                </a:lnTo>
                <a:lnTo>
                  <a:pt x="20218" y="16636"/>
                </a:lnTo>
                <a:cubicBezTo>
                  <a:pt x="20143" y="16755"/>
                  <a:pt x="20024" y="16807"/>
                  <a:pt x="19906" y="16807"/>
                </a:cubicBezTo>
                <a:cubicBezTo>
                  <a:pt x="19709" y="16807"/>
                  <a:pt x="19516" y="16661"/>
                  <a:pt x="19541" y="16437"/>
                </a:cubicBezTo>
                <a:lnTo>
                  <a:pt x="21133" y="11701"/>
                </a:lnTo>
                <a:lnTo>
                  <a:pt x="20655" y="11541"/>
                </a:lnTo>
                <a:lnTo>
                  <a:pt x="19063" y="16277"/>
                </a:lnTo>
                <a:cubicBezTo>
                  <a:pt x="19003" y="16473"/>
                  <a:pt x="18857" y="16555"/>
                  <a:pt x="18710" y="16555"/>
                </a:cubicBezTo>
                <a:cubicBezTo>
                  <a:pt x="18468" y="16555"/>
                  <a:pt x="18223" y="16335"/>
                  <a:pt x="18347" y="16039"/>
                </a:cubicBezTo>
                <a:lnTo>
                  <a:pt x="19939" y="11303"/>
                </a:lnTo>
                <a:lnTo>
                  <a:pt x="19501" y="11143"/>
                </a:lnTo>
                <a:lnTo>
                  <a:pt x="17909" y="15879"/>
                </a:lnTo>
                <a:cubicBezTo>
                  <a:pt x="17843" y="16045"/>
                  <a:pt x="17694" y="16128"/>
                  <a:pt x="17531" y="16128"/>
                </a:cubicBezTo>
                <a:cubicBezTo>
                  <a:pt x="17498" y="16128"/>
                  <a:pt x="17465" y="16125"/>
                  <a:pt x="17432" y="16118"/>
                </a:cubicBezTo>
                <a:cubicBezTo>
                  <a:pt x="17233" y="16039"/>
                  <a:pt x="17153" y="15840"/>
                  <a:pt x="17233" y="15641"/>
                </a:cubicBezTo>
                <a:lnTo>
                  <a:pt x="18825" y="10944"/>
                </a:lnTo>
                <a:lnTo>
                  <a:pt x="18347" y="10785"/>
                </a:lnTo>
                <a:lnTo>
                  <a:pt x="16795" y="15521"/>
                </a:lnTo>
                <a:cubicBezTo>
                  <a:pt x="16732" y="15678"/>
                  <a:pt x="16596" y="15785"/>
                  <a:pt x="16444" y="15785"/>
                </a:cubicBezTo>
                <a:cubicBezTo>
                  <a:pt x="16402" y="15785"/>
                  <a:pt x="16360" y="15777"/>
                  <a:pt x="16317" y="15760"/>
                </a:cubicBezTo>
                <a:cubicBezTo>
                  <a:pt x="16118" y="15680"/>
                  <a:pt x="16039" y="15481"/>
                  <a:pt x="16079" y="15282"/>
                </a:cubicBezTo>
                <a:lnTo>
                  <a:pt x="17670" y="10546"/>
                </a:lnTo>
                <a:lnTo>
                  <a:pt x="17193" y="10427"/>
                </a:lnTo>
                <a:lnTo>
                  <a:pt x="15641" y="15163"/>
                </a:lnTo>
                <a:cubicBezTo>
                  <a:pt x="15579" y="15287"/>
                  <a:pt x="15444" y="15387"/>
                  <a:pt x="15293" y="15387"/>
                </a:cubicBezTo>
                <a:cubicBezTo>
                  <a:pt x="15250" y="15387"/>
                  <a:pt x="15207" y="15379"/>
                  <a:pt x="15163" y="15362"/>
                </a:cubicBezTo>
                <a:cubicBezTo>
                  <a:pt x="14964" y="15322"/>
                  <a:pt x="14885" y="15123"/>
                  <a:pt x="14964" y="14924"/>
                </a:cubicBezTo>
                <a:lnTo>
                  <a:pt x="16516" y="10188"/>
                </a:lnTo>
                <a:lnTo>
                  <a:pt x="16079" y="10029"/>
                </a:lnTo>
                <a:lnTo>
                  <a:pt x="14487" y="14765"/>
                </a:lnTo>
                <a:cubicBezTo>
                  <a:pt x="14420" y="14931"/>
                  <a:pt x="14271" y="15014"/>
                  <a:pt x="14108" y="15014"/>
                </a:cubicBezTo>
                <a:cubicBezTo>
                  <a:pt x="14075" y="15014"/>
                  <a:pt x="14042" y="15010"/>
                  <a:pt x="14009" y="15004"/>
                </a:cubicBezTo>
                <a:cubicBezTo>
                  <a:pt x="13850" y="14924"/>
                  <a:pt x="13730" y="14725"/>
                  <a:pt x="13810" y="14526"/>
                </a:cubicBezTo>
                <a:lnTo>
                  <a:pt x="15402" y="9790"/>
                </a:lnTo>
                <a:lnTo>
                  <a:pt x="14924" y="9631"/>
                </a:lnTo>
                <a:lnTo>
                  <a:pt x="13332" y="14367"/>
                </a:lnTo>
                <a:cubicBezTo>
                  <a:pt x="13301" y="14524"/>
                  <a:pt x="13171" y="14631"/>
                  <a:pt x="13021" y="14631"/>
                </a:cubicBezTo>
                <a:cubicBezTo>
                  <a:pt x="12980" y="14631"/>
                  <a:pt x="12937" y="14623"/>
                  <a:pt x="12895" y="14606"/>
                </a:cubicBezTo>
                <a:cubicBezTo>
                  <a:pt x="12696" y="14526"/>
                  <a:pt x="12616" y="14327"/>
                  <a:pt x="12656" y="14168"/>
                </a:cubicBezTo>
                <a:lnTo>
                  <a:pt x="14248" y="9432"/>
                </a:lnTo>
                <a:lnTo>
                  <a:pt x="13850" y="9313"/>
                </a:lnTo>
                <a:lnTo>
                  <a:pt x="14845" y="6407"/>
                </a:lnTo>
                <a:close/>
                <a:moveTo>
                  <a:pt x="11104" y="0"/>
                </a:moveTo>
                <a:cubicBezTo>
                  <a:pt x="8796" y="40"/>
                  <a:pt x="6527" y="756"/>
                  <a:pt x="4577" y="2069"/>
                </a:cubicBezTo>
                <a:cubicBezTo>
                  <a:pt x="4259" y="2268"/>
                  <a:pt x="3980" y="2467"/>
                  <a:pt x="3701" y="2706"/>
                </a:cubicBezTo>
                <a:lnTo>
                  <a:pt x="10069" y="4855"/>
                </a:lnTo>
                <a:lnTo>
                  <a:pt x="8358" y="9949"/>
                </a:lnTo>
                <a:lnTo>
                  <a:pt x="916" y="7482"/>
                </a:lnTo>
                <a:lnTo>
                  <a:pt x="916" y="7482"/>
                </a:lnTo>
                <a:cubicBezTo>
                  <a:pt x="0" y="11740"/>
                  <a:pt x="1711" y="17073"/>
                  <a:pt x="3025" y="21013"/>
                </a:cubicBezTo>
                <a:cubicBezTo>
                  <a:pt x="3622" y="22844"/>
                  <a:pt x="4179" y="24555"/>
                  <a:pt x="4259" y="25471"/>
                </a:cubicBezTo>
                <a:cubicBezTo>
                  <a:pt x="4338" y="27461"/>
                  <a:pt x="4298" y="29490"/>
                  <a:pt x="4060" y="31440"/>
                </a:cubicBezTo>
                <a:cubicBezTo>
                  <a:pt x="3781" y="34982"/>
                  <a:pt x="3502" y="38644"/>
                  <a:pt x="4338" y="41748"/>
                </a:cubicBezTo>
                <a:cubicBezTo>
                  <a:pt x="5771" y="46962"/>
                  <a:pt x="10308" y="50742"/>
                  <a:pt x="10507" y="50902"/>
                </a:cubicBezTo>
                <a:cubicBezTo>
                  <a:pt x="10905" y="51260"/>
                  <a:pt x="11422" y="51459"/>
                  <a:pt x="11940" y="51459"/>
                </a:cubicBezTo>
                <a:lnTo>
                  <a:pt x="12099" y="51459"/>
                </a:lnTo>
                <a:cubicBezTo>
                  <a:pt x="13452" y="51459"/>
                  <a:pt x="14566" y="50344"/>
                  <a:pt x="14566" y="48991"/>
                </a:cubicBezTo>
                <a:cubicBezTo>
                  <a:pt x="14566" y="48752"/>
                  <a:pt x="14526" y="48553"/>
                  <a:pt x="14487" y="48315"/>
                </a:cubicBezTo>
                <a:cubicBezTo>
                  <a:pt x="14248" y="47081"/>
                  <a:pt x="13173" y="39997"/>
                  <a:pt x="14805" y="35500"/>
                </a:cubicBezTo>
                <a:cubicBezTo>
                  <a:pt x="16039" y="32157"/>
                  <a:pt x="17830" y="30406"/>
                  <a:pt x="18586" y="29928"/>
                </a:cubicBezTo>
                <a:cubicBezTo>
                  <a:pt x="19382" y="30406"/>
                  <a:pt x="21173" y="32157"/>
                  <a:pt x="22367" y="35500"/>
                </a:cubicBezTo>
                <a:cubicBezTo>
                  <a:pt x="24158" y="40435"/>
                  <a:pt x="22685" y="48434"/>
                  <a:pt x="22685" y="48514"/>
                </a:cubicBezTo>
                <a:cubicBezTo>
                  <a:pt x="22366" y="50197"/>
                  <a:pt x="23697" y="51477"/>
                  <a:pt x="25135" y="51477"/>
                </a:cubicBezTo>
                <a:cubicBezTo>
                  <a:pt x="25670" y="51477"/>
                  <a:pt x="26219" y="51301"/>
                  <a:pt x="26705" y="50902"/>
                </a:cubicBezTo>
                <a:cubicBezTo>
                  <a:pt x="26904" y="50742"/>
                  <a:pt x="31441" y="46922"/>
                  <a:pt x="32873" y="41708"/>
                </a:cubicBezTo>
                <a:cubicBezTo>
                  <a:pt x="33709" y="38644"/>
                  <a:pt x="33431" y="34982"/>
                  <a:pt x="33152" y="31440"/>
                </a:cubicBezTo>
                <a:cubicBezTo>
                  <a:pt x="32913" y="29450"/>
                  <a:pt x="32834" y="27461"/>
                  <a:pt x="32953" y="25471"/>
                </a:cubicBezTo>
                <a:cubicBezTo>
                  <a:pt x="33033" y="24555"/>
                  <a:pt x="33590" y="22804"/>
                  <a:pt x="34187" y="20974"/>
                </a:cubicBezTo>
                <a:cubicBezTo>
                  <a:pt x="36137" y="15083"/>
                  <a:pt x="39042" y="6129"/>
                  <a:pt x="32595" y="2069"/>
                </a:cubicBezTo>
                <a:cubicBezTo>
                  <a:pt x="30684" y="756"/>
                  <a:pt x="28416" y="40"/>
                  <a:pt x="26068" y="0"/>
                </a:cubicBezTo>
                <a:cubicBezTo>
                  <a:pt x="24078" y="80"/>
                  <a:pt x="22168" y="557"/>
                  <a:pt x="20377" y="1433"/>
                </a:cubicBezTo>
                <a:cubicBezTo>
                  <a:pt x="19820" y="1711"/>
                  <a:pt x="19223" y="1910"/>
                  <a:pt x="18586" y="2030"/>
                </a:cubicBezTo>
                <a:cubicBezTo>
                  <a:pt x="17989" y="1910"/>
                  <a:pt x="17392" y="1711"/>
                  <a:pt x="16835" y="1433"/>
                </a:cubicBezTo>
                <a:cubicBezTo>
                  <a:pt x="15044" y="557"/>
                  <a:pt x="13094" y="80"/>
                  <a:pt x="1110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04" name="Google Shape;1204;p32"/>
          <p:cNvGrpSpPr/>
          <p:nvPr/>
        </p:nvGrpSpPr>
        <p:grpSpPr>
          <a:xfrm>
            <a:off x="798409" y="3860404"/>
            <a:ext cx="399447" cy="557908"/>
            <a:chOff x="798344" y="3906608"/>
            <a:chExt cx="373700" cy="521995"/>
          </a:xfrm>
        </p:grpSpPr>
        <p:sp>
          <p:nvSpPr>
            <p:cNvPr id="1205" name="Google Shape;1205;p32"/>
            <p:cNvSpPr/>
            <p:nvPr/>
          </p:nvSpPr>
          <p:spPr>
            <a:xfrm>
              <a:off x="810452" y="4062377"/>
              <a:ext cx="104929" cy="43997"/>
            </a:xfrm>
            <a:custGeom>
              <a:avLst/>
              <a:gdLst/>
              <a:ahLst/>
              <a:cxnLst/>
              <a:rect l="l" t="t" r="r" b="b"/>
              <a:pathLst>
                <a:path w="10348" h="4339" extrusionOk="0">
                  <a:moveTo>
                    <a:pt x="0" y="1"/>
                  </a:moveTo>
                  <a:cubicBezTo>
                    <a:pt x="358" y="1513"/>
                    <a:pt x="796" y="2986"/>
                    <a:pt x="1234" y="4339"/>
                  </a:cubicBezTo>
                  <a:lnTo>
                    <a:pt x="10348" y="4339"/>
                  </a:lnTo>
                  <a:lnTo>
                    <a:pt x="1034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2"/>
            <p:cNvSpPr/>
            <p:nvPr/>
          </p:nvSpPr>
          <p:spPr>
            <a:xfrm>
              <a:off x="827395" y="4119688"/>
              <a:ext cx="315993" cy="308915"/>
            </a:xfrm>
            <a:custGeom>
              <a:avLst/>
              <a:gdLst/>
              <a:ahLst/>
              <a:cxnLst/>
              <a:rect l="l" t="t" r="r" b="b"/>
              <a:pathLst>
                <a:path w="31163" h="30465" extrusionOk="0">
                  <a:moveTo>
                    <a:pt x="1" y="0"/>
                  </a:moveTo>
                  <a:cubicBezTo>
                    <a:pt x="598" y="1831"/>
                    <a:pt x="1155" y="3542"/>
                    <a:pt x="1235" y="4457"/>
                  </a:cubicBezTo>
                  <a:cubicBezTo>
                    <a:pt x="1314" y="6447"/>
                    <a:pt x="1274" y="8477"/>
                    <a:pt x="1036" y="10427"/>
                  </a:cubicBezTo>
                  <a:cubicBezTo>
                    <a:pt x="757" y="13969"/>
                    <a:pt x="478" y="17631"/>
                    <a:pt x="1314" y="20735"/>
                  </a:cubicBezTo>
                  <a:cubicBezTo>
                    <a:pt x="2747" y="25948"/>
                    <a:pt x="7284" y="29729"/>
                    <a:pt x="7443" y="29888"/>
                  </a:cubicBezTo>
                  <a:cubicBezTo>
                    <a:pt x="7881" y="30246"/>
                    <a:pt x="8358" y="30445"/>
                    <a:pt x="8916" y="30445"/>
                  </a:cubicBezTo>
                  <a:lnTo>
                    <a:pt x="9075" y="30445"/>
                  </a:lnTo>
                  <a:cubicBezTo>
                    <a:pt x="10428" y="30445"/>
                    <a:pt x="11542" y="29331"/>
                    <a:pt x="11542" y="27978"/>
                  </a:cubicBezTo>
                  <a:cubicBezTo>
                    <a:pt x="11542" y="27739"/>
                    <a:pt x="11502" y="27540"/>
                    <a:pt x="11463" y="27301"/>
                  </a:cubicBezTo>
                  <a:cubicBezTo>
                    <a:pt x="11224" y="26068"/>
                    <a:pt x="10149" y="19023"/>
                    <a:pt x="11781" y="14526"/>
                  </a:cubicBezTo>
                  <a:cubicBezTo>
                    <a:pt x="13015" y="11143"/>
                    <a:pt x="14806" y="9392"/>
                    <a:pt x="15562" y="8915"/>
                  </a:cubicBezTo>
                  <a:cubicBezTo>
                    <a:pt x="16358" y="9392"/>
                    <a:pt x="18149" y="11143"/>
                    <a:pt x="19343" y="14526"/>
                  </a:cubicBezTo>
                  <a:cubicBezTo>
                    <a:pt x="21134" y="19421"/>
                    <a:pt x="19661" y="27461"/>
                    <a:pt x="19661" y="27500"/>
                  </a:cubicBezTo>
                  <a:cubicBezTo>
                    <a:pt x="19342" y="29183"/>
                    <a:pt x="20673" y="30464"/>
                    <a:pt x="22111" y="30464"/>
                  </a:cubicBezTo>
                  <a:cubicBezTo>
                    <a:pt x="22646" y="30464"/>
                    <a:pt x="23195" y="30287"/>
                    <a:pt x="23681" y="29888"/>
                  </a:cubicBezTo>
                  <a:cubicBezTo>
                    <a:pt x="23880" y="29729"/>
                    <a:pt x="28417" y="25948"/>
                    <a:pt x="29849" y="20695"/>
                  </a:cubicBezTo>
                  <a:cubicBezTo>
                    <a:pt x="30685" y="17631"/>
                    <a:pt x="30407" y="13969"/>
                    <a:pt x="30128" y="10427"/>
                  </a:cubicBezTo>
                  <a:cubicBezTo>
                    <a:pt x="29889" y="8477"/>
                    <a:pt x="29810" y="6447"/>
                    <a:pt x="29929" y="4457"/>
                  </a:cubicBezTo>
                  <a:cubicBezTo>
                    <a:pt x="30009" y="3542"/>
                    <a:pt x="30566" y="1831"/>
                    <a:pt x="31163" y="0"/>
                  </a:cubicBezTo>
                  <a:lnTo>
                    <a:pt x="22447" y="0"/>
                  </a:lnTo>
                  <a:lnTo>
                    <a:pt x="22447" y="3383"/>
                  </a:lnTo>
                  <a:lnTo>
                    <a:pt x="8677" y="3383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2"/>
            <p:cNvSpPr/>
            <p:nvPr/>
          </p:nvSpPr>
          <p:spPr>
            <a:xfrm>
              <a:off x="1054996" y="4062377"/>
              <a:ext cx="105344" cy="43592"/>
            </a:xfrm>
            <a:custGeom>
              <a:avLst/>
              <a:gdLst/>
              <a:ahLst/>
              <a:cxnLst/>
              <a:rect l="l" t="t" r="r" b="b"/>
              <a:pathLst>
                <a:path w="10389" h="4299" extrusionOk="0">
                  <a:moveTo>
                    <a:pt x="1" y="1"/>
                  </a:moveTo>
                  <a:lnTo>
                    <a:pt x="1" y="4299"/>
                  </a:lnTo>
                  <a:lnTo>
                    <a:pt x="9154" y="4299"/>
                  </a:lnTo>
                  <a:cubicBezTo>
                    <a:pt x="9592" y="2946"/>
                    <a:pt x="10030" y="1473"/>
                    <a:pt x="103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2"/>
            <p:cNvSpPr/>
            <p:nvPr/>
          </p:nvSpPr>
          <p:spPr>
            <a:xfrm>
              <a:off x="798344" y="3906608"/>
              <a:ext cx="373700" cy="142467"/>
            </a:xfrm>
            <a:custGeom>
              <a:avLst/>
              <a:gdLst/>
              <a:ahLst/>
              <a:cxnLst/>
              <a:rect l="l" t="t" r="r" b="b"/>
              <a:pathLst>
                <a:path w="36854" h="14050" extrusionOk="0">
                  <a:moveTo>
                    <a:pt x="10945" y="1"/>
                  </a:moveTo>
                  <a:cubicBezTo>
                    <a:pt x="8637" y="41"/>
                    <a:pt x="6368" y="757"/>
                    <a:pt x="4418" y="2070"/>
                  </a:cubicBezTo>
                  <a:cubicBezTo>
                    <a:pt x="239" y="4697"/>
                    <a:pt x="0" y="9433"/>
                    <a:pt x="916" y="14049"/>
                  </a:cubicBezTo>
                  <a:lnTo>
                    <a:pt x="11542" y="14049"/>
                  </a:lnTo>
                  <a:lnTo>
                    <a:pt x="11542" y="10667"/>
                  </a:lnTo>
                  <a:lnTo>
                    <a:pt x="25312" y="10667"/>
                  </a:lnTo>
                  <a:lnTo>
                    <a:pt x="25312" y="14049"/>
                  </a:lnTo>
                  <a:lnTo>
                    <a:pt x="35978" y="14049"/>
                  </a:lnTo>
                  <a:cubicBezTo>
                    <a:pt x="36853" y="9433"/>
                    <a:pt x="36654" y="4697"/>
                    <a:pt x="32436" y="2070"/>
                  </a:cubicBezTo>
                  <a:cubicBezTo>
                    <a:pt x="30525" y="757"/>
                    <a:pt x="28257" y="41"/>
                    <a:pt x="25909" y="1"/>
                  </a:cubicBezTo>
                  <a:cubicBezTo>
                    <a:pt x="23919" y="80"/>
                    <a:pt x="22009" y="558"/>
                    <a:pt x="20218" y="1433"/>
                  </a:cubicBezTo>
                  <a:cubicBezTo>
                    <a:pt x="19661" y="1712"/>
                    <a:pt x="19064" y="1911"/>
                    <a:pt x="18427" y="2030"/>
                  </a:cubicBezTo>
                  <a:cubicBezTo>
                    <a:pt x="17830" y="1911"/>
                    <a:pt x="17233" y="1712"/>
                    <a:pt x="16676" y="1433"/>
                  </a:cubicBezTo>
                  <a:cubicBezTo>
                    <a:pt x="14885" y="558"/>
                    <a:pt x="12935" y="80"/>
                    <a:pt x="109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2"/>
            <p:cNvSpPr/>
            <p:nvPr/>
          </p:nvSpPr>
          <p:spPr>
            <a:xfrm>
              <a:off x="925458" y="4119688"/>
              <a:ext cx="119459" cy="24214"/>
            </a:xfrm>
            <a:custGeom>
              <a:avLst/>
              <a:gdLst/>
              <a:ahLst/>
              <a:cxnLst/>
              <a:rect l="l" t="t" r="r" b="b"/>
              <a:pathLst>
                <a:path w="11781" h="2388" extrusionOk="0">
                  <a:moveTo>
                    <a:pt x="1" y="0"/>
                  </a:moveTo>
                  <a:lnTo>
                    <a:pt x="1" y="2388"/>
                  </a:lnTo>
                  <a:lnTo>
                    <a:pt x="11781" y="2388"/>
                  </a:lnTo>
                  <a:lnTo>
                    <a:pt x="11781" y="0"/>
                  </a:lnTo>
                  <a:lnTo>
                    <a:pt x="9154" y="0"/>
                  </a:lnTo>
                  <a:lnTo>
                    <a:pt x="9154" y="1035"/>
                  </a:lnTo>
                  <a:lnTo>
                    <a:pt x="6886" y="1035"/>
                  </a:lnTo>
                  <a:lnTo>
                    <a:pt x="6886" y="0"/>
                  </a:lnTo>
                  <a:lnTo>
                    <a:pt x="4896" y="0"/>
                  </a:lnTo>
                  <a:lnTo>
                    <a:pt x="4896" y="1035"/>
                  </a:lnTo>
                  <a:lnTo>
                    <a:pt x="2667" y="1035"/>
                  </a:lnTo>
                  <a:lnTo>
                    <a:pt x="26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2"/>
            <p:cNvSpPr/>
            <p:nvPr/>
          </p:nvSpPr>
          <p:spPr>
            <a:xfrm>
              <a:off x="975093" y="4062377"/>
              <a:ext cx="20189" cy="43997"/>
            </a:xfrm>
            <a:custGeom>
              <a:avLst/>
              <a:gdLst/>
              <a:ahLst/>
              <a:cxnLst/>
              <a:rect l="l" t="t" r="r" b="b"/>
              <a:pathLst>
                <a:path w="1991" h="4339" extrusionOk="0">
                  <a:moveTo>
                    <a:pt x="1" y="1"/>
                  </a:moveTo>
                  <a:lnTo>
                    <a:pt x="1" y="4339"/>
                  </a:lnTo>
                  <a:lnTo>
                    <a:pt x="1991" y="4339"/>
                  </a:lnTo>
                  <a:lnTo>
                    <a:pt x="19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2"/>
            <p:cNvSpPr/>
            <p:nvPr/>
          </p:nvSpPr>
          <p:spPr>
            <a:xfrm>
              <a:off x="925458" y="4062377"/>
              <a:ext cx="27054" cy="43997"/>
            </a:xfrm>
            <a:custGeom>
              <a:avLst/>
              <a:gdLst/>
              <a:ahLst/>
              <a:cxnLst/>
              <a:rect l="l" t="t" r="r" b="b"/>
              <a:pathLst>
                <a:path w="2668" h="4339" extrusionOk="0">
                  <a:moveTo>
                    <a:pt x="1" y="1"/>
                  </a:moveTo>
                  <a:lnTo>
                    <a:pt x="1" y="4339"/>
                  </a:lnTo>
                  <a:lnTo>
                    <a:pt x="2667" y="4339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2"/>
            <p:cNvSpPr/>
            <p:nvPr/>
          </p:nvSpPr>
          <p:spPr>
            <a:xfrm>
              <a:off x="1018279" y="4062377"/>
              <a:ext cx="26638" cy="43997"/>
            </a:xfrm>
            <a:custGeom>
              <a:avLst/>
              <a:gdLst/>
              <a:ahLst/>
              <a:cxnLst/>
              <a:rect l="l" t="t" r="r" b="b"/>
              <a:pathLst>
                <a:path w="2627" h="4339" extrusionOk="0">
                  <a:moveTo>
                    <a:pt x="0" y="1"/>
                  </a:moveTo>
                  <a:lnTo>
                    <a:pt x="0" y="4339"/>
                  </a:lnTo>
                  <a:lnTo>
                    <a:pt x="2627" y="4339"/>
                  </a:lnTo>
                  <a:lnTo>
                    <a:pt x="26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2"/>
            <p:cNvSpPr/>
            <p:nvPr/>
          </p:nvSpPr>
          <p:spPr>
            <a:xfrm>
              <a:off x="925458" y="4024849"/>
              <a:ext cx="119459" cy="24224"/>
            </a:xfrm>
            <a:custGeom>
              <a:avLst/>
              <a:gdLst/>
              <a:ahLst/>
              <a:cxnLst/>
              <a:rect l="l" t="t" r="r" b="b"/>
              <a:pathLst>
                <a:path w="11781" h="2389" extrusionOk="0">
                  <a:moveTo>
                    <a:pt x="1" y="1"/>
                  </a:moveTo>
                  <a:lnTo>
                    <a:pt x="1" y="2388"/>
                  </a:lnTo>
                  <a:lnTo>
                    <a:pt x="2667" y="2388"/>
                  </a:lnTo>
                  <a:lnTo>
                    <a:pt x="2667" y="1314"/>
                  </a:lnTo>
                  <a:lnTo>
                    <a:pt x="4896" y="1314"/>
                  </a:lnTo>
                  <a:lnTo>
                    <a:pt x="4896" y="2388"/>
                  </a:lnTo>
                  <a:lnTo>
                    <a:pt x="6886" y="2388"/>
                  </a:lnTo>
                  <a:lnTo>
                    <a:pt x="6886" y="1314"/>
                  </a:lnTo>
                  <a:lnTo>
                    <a:pt x="9154" y="1314"/>
                  </a:lnTo>
                  <a:lnTo>
                    <a:pt x="9154" y="2388"/>
                  </a:lnTo>
                  <a:lnTo>
                    <a:pt x="11781" y="2388"/>
                  </a:lnTo>
                  <a:lnTo>
                    <a:pt x="1178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14" name="Google Shape;1214;p32"/>
          <p:cNvSpPr txBox="1"/>
          <p:nvPr/>
        </p:nvSpPr>
        <p:spPr>
          <a:xfrm>
            <a:off x="1970075" y="1271846"/>
            <a:ext cx="49803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EXTRACTION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215" name="Google Shape;1215;p32"/>
          <p:cNvSpPr txBox="1"/>
          <p:nvPr/>
        </p:nvSpPr>
        <p:spPr>
          <a:xfrm>
            <a:off x="1970150" y="2497209"/>
            <a:ext cx="49803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CLEANING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216" name="Google Shape;1216;p32"/>
          <p:cNvSpPr txBox="1"/>
          <p:nvPr/>
        </p:nvSpPr>
        <p:spPr>
          <a:xfrm>
            <a:off x="1959050" y="3753301"/>
            <a:ext cx="49803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ORTHODONTICS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35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Dental Infographics</a:t>
            </a:r>
            <a:endParaRPr/>
          </a:p>
        </p:txBody>
      </p:sp>
      <p:sp>
        <p:nvSpPr>
          <p:cNvPr id="1328" name="Google Shape;1328;p35"/>
          <p:cNvSpPr/>
          <p:nvPr/>
        </p:nvSpPr>
        <p:spPr>
          <a:xfrm>
            <a:off x="3343039" y="1743800"/>
            <a:ext cx="2457385" cy="2873778"/>
          </a:xfrm>
          <a:custGeom>
            <a:avLst/>
            <a:gdLst/>
            <a:ahLst/>
            <a:cxnLst/>
            <a:rect l="l" t="t" r="r" b="b"/>
            <a:pathLst>
              <a:path w="129302" h="152092" extrusionOk="0">
                <a:moveTo>
                  <a:pt x="97270" y="1644"/>
                </a:moveTo>
                <a:cubicBezTo>
                  <a:pt x="97347" y="1644"/>
                  <a:pt x="97424" y="1648"/>
                  <a:pt x="97503" y="1657"/>
                </a:cubicBezTo>
                <a:cubicBezTo>
                  <a:pt x="97555" y="1674"/>
                  <a:pt x="97607" y="1692"/>
                  <a:pt x="97642" y="1709"/>
                </a:cubicBezTo>
                <a:lnTo>
                  <a:pt x="95601" y="2170"/>
                </a:lnTo>
                <a:lnTo>
                  <a:pt x="95601" y="2170"/>
                </a:lnTo>
                <a:cubicBezTo>
                  <a:pt x="96129" y="1917"/>
                  <a:pt x="96661" y="1644"/>
                  <a:pt x="97270" y="1644"/>
                </a:cubicBezTo>
                <a:close/>
                <a:moveTo>
                  <a:pt x="95473" y="2210"/>
                </a:moveTo>
                <a:lnTo>
                  <a:pt x="95447" y="2227"/>
                </a:lnTo>
                <a:lnTo>
                  <a:pt x="95429" y="2227"/>
                </a:lnTo>
                <a:lnTo>
                  <a:pt x="95464" y="2210"/>
                </a:lnTo>
                <a:close/>
                <a:moveTo>
                  <a:pt x="68358" y="8951"/>
                </a:moveTo>
                <a:cubicBezTo>
                  <a:pt x="68553" y="8951"/>
                  <a:pt x="68761" y="9049"/>
                  <a:pt x="68989" y="9313"/>
                </a:cubicBezTo>
                <a:cubicBezTo>
                  <a:pt x="69208" y="9280"/>
                  <a:pt x="69420" y="9268"/>
                  <a:pt x="69634" y="9268"/>
                </a:cubicBezTo>
                <a:cubicBezTo>
                  <a:pt x="69758" y="9268"/>
                  <a:pt x="69882" y="9272"/>
                  <a:pt x="70008" y="9278"/>
                </a:cubicBezTo>
                <a:cubicBezTo>
                  <a:pt x="70061" y="9286"/>
                  <a:pt x="70117" y="9289"/>
                  <a:pt x="70177" y="9289"/>
                </a:cubicBezTo>
                <a:cubicBezTo>
                  <a:pt x="70522" y="9289"/>
                  <a:pt x="70965" y="9176"/>
                  <a:pt x="71318" y="9176"/>
                </a:cubicBezTo>
                <a:cubicBezTo>
                  <a:pt x="71841" y="9176"/>
                  <a:pt x="72167" y="9425"/>
                  <a:pt x="71685" y="10661"/>
                </a:cubicBezTo>
                <a:cubicBezTo>
                  <a:pt x="71581" y="10937"/>
                  <a:pt x="71823" y="11265"/>
                  <a:pt x="72151" y="11386"/>
                </a:cubicBezTo>
                <a:cubicBezTo>
                  <a:pt x="72428" y="11438"/>
                  <a:pt x="72722" y="11490"/>
                  <a:pt x="72998" y="11507"/>
                </a:cubicBezTo>
                <a:cubicBezTo>
                  <a:pt x="72652" y="11922"/>
                  <a:pt x="72359" y="12406"/>
                  <a:pt x="71927" y="12717"/>
                </a:cubicBezTo>
                <a:cubicBezTo>
                  <a:pt x="71831" y="12786"/>
                  <a:pt x="71741" y="12813"/>
                  <a:pt x="71654" y="12813"/>
                </a:cubicBezTo>
                <a:cubicBezTo>
                  <a:pt x="71349" y="12813"/>
                  <a:pt x="71090" y="12473"/>
                  <a:pt x="70821" y="12406"/>
                </a:cubicBezTo>
                <a:cubicBezTo>
                  <a:pt x="69127" y="11939"/>
                  <a:pt x="69334" y="10488"/>
                  <a:pt x="68989" y="9313"/>
                </a:cubicBezTo>
                <a:lnTo>
                  <a:pt x="67330" y="9520"/>
                </a:lnTo>
                <a:cubicBezTo>
                  <a:pt x="67668" y="9295"/>
                  <a:pt x="67992" y="8951"/>
                  <a:pt x="68358" y="8951"/>
                </a:cubicBezTo>
                <a:close/>
                <a:moveTo>
                  <a:pt x="51546" y="12467"/>
                </a:moveTo>
                <a:cubicBezTo>
                  <a:pt x="51593" y="12467"/>
                  <a:pt x="51647" y="12470"/>
                  <a:pt x="51707" y="12475"/>
                </a:cubicBezTo>
                <a:cubicBezTo>
                  <a:pt x="51897" y="12648"/>
                  <a:pt x="52157" y="12890"/>
                  <a:pt x="52433" y="13115"/>
                </a:cubicBezTo>
                <a:cubicBezTo>
                  <a:pt x="52260" y="13270"/>
                  <a:pt x="52053" y="13374"/>
                  <a:pt x="51845" y="13460"/>
                </a:cubicBezTo>
                <a:cubicBezTo>
                  <a:pt x="51802" y="13467"/>
                  <a:pt x="51764" y="13470"/>
                  <a:pt x="51729" y="13470"/>
                </a:cubicBezTo>
                <a:cubicBezTo>
                  <a:pt x="51300" y="13470"/>
                  <a:pt x="51439" y="13007"/>
                  <a:pt x="51327" y="12752"/>
                </a:cubicBezTo>
                <a:cubicBezTo>
                  <a:pt x="51225" y="12548"/>
                  <a:pt x="51295" y="12467"/>
                  <a:pt x="51546" y="12467"/>
                </a:cubicBezTo>
                <a:close/>
                <a:moveTo>
                  <a:pt x="55481" y="12549"/>
                </a:moveTo>
                <a:cubicBezTo>
                  <a:pt x="55526" y="12549"/>
                  <a:pt x="55570" y="12553"/>
                  <a:pt x="55613" y="12562"/>
                </a:cubicBezTo>
                <a:lnTo>
                  <a:pt x="54576" y="13789"/>
                </a:lnTo>
                <a:lnTo>
                  <a:pt x="53954" y="13184"/>
                </a:lnTo>
                <a:cubicBezTo>
                  <a:pt x="54420" y="12976"/>
                  <a:pt x="54870" y="12752"/>
                  <a:pt x="55336" y="12562"/>
                </a:cubicBezTo>
                <a:cubicBezTo>
                  <a:pt x="55388" y="12553"/>
                  <a:pt x="55436" y="12549"/>
                  <a:pt x="55481" y="12549"/>
                </a:cubicBezTo>
                <a:close/>
                <a:moveTo>
                  <a:pt x="116966" y="0"/>
                </a:moveTo>
                <a:cubicBezTo>
                  <a:pt x="112339" y="0"/>
                  <a:pt x="107712" y="747"/>
                  <a:pt x="103085" y="1035"/>
                </a:cubicBezTo>
                <a:cubicBezTo>
                  <a:pt x="101910" y="1104"/>
                  <a:pt x="100735" y="983"/>
                  <a:pt x="99542" y="1260"/>
                </a:cubicBezTo>
                <a:cubicBezTo>
                  <a:pt x="99533" y="1262"/>
                  <a:pt x="99523" y="1263"/>
                  <a:pt x="99512" y="1263"/>
                </a:cubicBezTo>
                <a:cubicBezTo>
                  <a:pt x="99194" y="1263"/>
                  <a:pt x="98389" y="307"/>
                  <a:pt x="97503" y="240"/>
                </a:cubicBezTo>
                <a:cubicBezTo>
                  <a:pt x="96554" y="172"/>
                  <a:pt x="95607" y="143"/>
                  <a:pt x="94661" y="143"/>
                </a:cubicBezTo>
                <a:cubicBezTo>
                  <a:pt x="91541" y="143"/>
                  <a:pt x="88432" y="459"/>
                  <a:pt x="85303" y="724"/>
                </a:cubicBezTo>
                <a:cubicBezTo>
                  <a:pt x="83379" y="875"/>
                  <a:pt x="81549" y="1637"/>
                  <a:pt x="79578" y="1637"/>
                </a:cubicBezTo>
                <a:cubicBezTo>
                  <a:pt x="79300" y="1637"/>
                  <a:pt x="79020" y="1622"/>
                  <a:pt x="78736" y="1588"/>
                </a:cubicBezTo>
                <a:cubicBezTo>
                  <a:pt x="78573" y="1568"/>
                  <a:pt x="78403" y="1557"/>
                  <a:pt x="78229" y="1557"/>
                </a:cubicBezTo>
                <a:cubicBezTo>
                  <a:pt x="77349" y="1557"/>
                  <a:pt x="76386" y="1840"/>
                  <a:pt x="75953" y="2677"/>
                </a:cubicBezTo>
                <a:cubicBezTo>
                  <a:pt x="75538" y="3489"/>
                  <a:pt x="76333" y="4163"/>
                  <a:pt x="76956" y="4750"/>
                </a:cubicBezTo>
                <a:cubicBezTo>
                  <a:pt x="77215" y="4992"/>
                  <a:pt x="77232" y="5511"/>
                  <a:pt x="77370" y="5891"/>
                </a:cubicBezTo>
                <a:cubicBezTo>
                  <a:pt x="77348" y="5890"/>
                  <a:pt x="77325" y="5889"/>
                  <a:pt x="77301" y="5889"/>
                </a:cubicBezTo>
                <a:cubicBezTo>
                  <a:pt x="77154" y="5889"/>
                  <a:pt x="76988" y="5912"/>
                  <a:pt x="76844" y="5912"/>
                </a:cubicBezTo>
                <a:cubicBezTo>
                  <a:pt x="76726" y="5912"/>
                  <a:pt x="76623" y="5896"/>
                  <a:pt x="76558" y="5839"/>
                </a:cubicBezTo>
                <a:cubicBezTo>
                  <a:pt x="76285" y="5586"/>
                  <a:pt x="76034" y="5489"/>
                  <a:pt x="75796" y="5489"/>
                </a:cubicBezTo>
                <a:cubicBezTo>
                  <a:pt x="75417" y="5489"/>
                  <a:pt x="75070" y="5733"/>
                  <a:pt x="74709" y="5977"/>
                </a:cubicBezTo>
                <a:lnTo>
                  <a:pt x="74709" y="5995"/>
                </a:lnTo>
                <a:lnTo>
                  <a:pt x="74692" y="5995"/>
                </a:lnTo>
                <a:cubicBezTo>
                  <a:pt x="74415" y="6358"/>
                  <a:pt x="73707" y="6479"/>
                  <a:pt x="73897" y="7066"/>
                </a:cubicBezTo>
                <a:cubicBezTo>
                  <a:pt x="74104" y="7654"/>
                  <a:pt x="74761" y="7671"/>
                  <a:pt x="75331" y="7723"/>
                </a:cubicBezTo>
                <a:lnTo>
                  <a:pt x="75625" y="7723"/>
                </a:lnTo>
                <a:lnTo>
                  <a:pt x="77146" y="7982"/>
                </a:lnTo>
                <a:cubicBezTo>
                  <a:pt x="76904" y="8068"/>
                  <a:pt x="76662" y="8120"/>
                  <a:pt x="76403" y="8120"/>
                </a:cubicBezTo>
                <a:cubicBezTo>
                  <a:pt x="76178" y="8103"/>
                  <a:pt x="75970" y="7930"/>
                  <a:pt x="75729" y="7861"/>
                </a:cubicBezTo>
                <a:cubicBezTo>
                  <a:pt x="75594" y="7823"/>
                  <a:pt x="75464" y="7807"/>
                  <a:pt x="75337" y="7807"/>
                </a:cubicBezTo>
                <a:cubicBezTo>
                  <a:pt x="74777" y="7807"/>
                  <a:pt x="74273" y="8116"/>
                  <a:pt x="73724" y="8172"/>
                </a:cubicBezTo>
                <a:cubicBezTo>
                  <a:pt x="73717" y="8173"/>
                  <a:pt x="73710" y="8174"/>
                  <a:pt x="73702" y="8174"/>
                </a:cubicBezTo>
                <a:cubicBezTo>
                  <a:pt x="73450" y="8174"/>
                  <a:pt x="72913" y="7613"/>
                  <a:pt x="72946" y="7394"/>
                </a:cubicBezTo>
                <a:cubicBezTo>
                  <a:pt x="73102" y="6479"/>
                  <a:pt x="73810" y="6098"/>
                  <a:pt x="74674" y="5995"/>
                </a:cubicBezTo>
                <a:lnTo>
                  <a:pt x="74674" y="5977"/>
                </a:lnTo>
                <a:cubicBezTo>
                  <a:pt x="74726" y="5545"/>
                  <a:pt x="74830" y="5113"/>
                  <a:pt x="74951" y="4681"/>
                </a:cubicBezTo>
                <a:cubicBezTo>
                  <a:pt x="75072" y="4370"/>
                  <a:pt x="75435" y="4076"/>
                  <a:pt x="75124" y="3748"/>
                </a:cubicBezTo>
                <a:cubicBezTo>
                  <a:pt x="74832" y="3467"/>
                  <a:pt x="74483" y="3396"/>
                  <a:pt x="74119" y="3396"/>
                </a:cubicBezTo>
                <a:cubicBezTo>
                  <a:pt x="73856" y="3396"/>
                  <a:pt x="73587" y="3433"/>
                  <a:pt x="73326" y="3454"/>
                </a:cubicBezTo>
                <a:cubicBezTo>
                  <a:pt x="72946" y="3506"/>
                  <a:pt x="72756" y="3748"/>
                  <a:pt x="72704" y="4180"/>
                </a:cubicBezTo>
                <a:cubicBezTo>
                  <a:pt x="72601" y="5252"/>
                  <a:pt x="72134" y="6098"/>
                  <a:pt x="70959" y="6340"/>
                </a:cubicBezTo>
                <a:cubicBezTo>
                  <a:pt x="70855" y="6427"/>
                  <a:pt x="70769" y="6513"/>
                  <a:pt x="70665" y="6617"/>
                </a:cubicBezTo>
                <a:cubicBezTo>
                  <a:pt x="70786" y="6859"/>
                  <a:pt x="70924" y="7083"/>
                  <a:pt x="71097" y="7291"/>
                </a:cubicBezTo>
                <a:cubicBezTo>
                  <a:pt x="71304" y="7412"/>
                  <a:pt x="71546" y="7515"/>
                  <a:pt x="71788" y="7567"/>
                </a:cubicBezTo>
                <a:cubicBezTo>
                  <a:pt x="71650" y="7550"/>
                  <a:pt x="71512" y="7541"/>
                  <a:pt x="71374" y="7541"/>
                </a:cubicBezTo>
                <a:cubicBezTo>
                  <a:pt x="71235" y="7541"/>
                  <a:pt x="71097" y="7550"/>
                  <a:pt x="70959" y="7567"/>
                </a:cubicBezTo>
                <a:cubicBezTo>
                  <a:pt x="70569" y="7671"/>
                  <a:pt x="70173" y="7708"/>
                  <a:pt x="69775" y="7708"/>
                </a:cubicBezTo>
                <a:cubicBezTo>
                  <a:pt x="68812" y="7708"/>
                  <a:pt x="67832" y="7494"/>
                  <a:pt x="66868" y="7494"/>
                </a:cubicBezTo>
                <a:cubicBezTo>
                  <a:pt x="66108" y="7494"/>
                  <a:pt x="65357" y="7627"/>
                  <a:pt x="64634" y="8103"/>
                </a:cubicBezTo>
                <a:cubicBezTo>
                  <a:pt x="64271" y="8345"/>
                  <a:pt x="63580" y="8379"/>
                  <a:pt x="63666" y="8863"/>
                </a:cubicBezTo>
                <a:cubicBezTo>
                  <a:pt x="63752" y="9382"/>
                  <a:pt x="64167" y="9900"/>
                  <a:pt x="64547" y="10315"/>
                </a:cubicBezTo>
                <a:cubicBezTo>
                  <a:pt x="64666" y="10447"/>
                  <a:pt x="64798" y="10498"/>
                  <a:pt x="64939" y="10498"/>
                </a:cubicBezTo>
                <a:cubicBezTo>
                  <a:pt x="65148" y="10498"/>
                  <a:pt x="65375" y="10387"/>
                  <a:pt x="65602" y="10263"/>
                </a:cubicBezTo>
                <a:cubicBezTo>
                  <a:pt x="66124" y="9977"/>
                  <a:pt x="66711" y="9789"/>
                  <a:pt x="67269" y="9556"/>
                </a:cubicBezTo>
                <a:lnTo>
                  <a:pt x="67269" y="9556"/>
                </a:lnTo>
                <a:cubicBezTo>
                  <a:pt x="66173" y="11022"/>
                  <a:pt x="64072" y="10911"/>
                  <a:pt x="62975" y="11974"/>
                </a:cubicBezTo>
                <a:cubicBezTo>
                  <a:pt x="62086" y="12850"/>
                  <a:pt x="61268" y="13162"/>
                  <a:pt x="60357" y="13162"/>
                </a:cubicBezTo>
                <a:cubicBezTo>
                  <a:pt x="59993" y="13162"/>
                  <a:pt x="59613" y="13112"/>
                  <a:pt x="59207" y="13028"/>
                </a:cubicBezTo>
                <a:cubicBezTo>
                  <a:pt x="58430" y="12873"/>
                  <a:pt x="57687" y="12510"/>
                  <a:pt x="56926" y="12233"/>
                </a:cubicBezTo>
                <a:cubicBezTo>
                  <a:pt x="57173" y="12050"/>
                  <a:pt x="57402" y="11981"/>
                  <a:pt x="57619" y="11981"/>
                </a:cubicBezTo>
                <a:cubicBezTo>
                  <a:pt x="58162" y="11981"/>
                  <a:pt x="58632" y="12416"/>
                  <a:pt x="59138" y="12613"/>
                </a:cubicBezTo>
                <a:cubicBezTo>
                  <a:pt x="59332" y="12687"/>
                  <a:pt x="59512" y="12718"/>
                  <a:pt x="59680" y="12718"/>
                </a:cubicBezTo>
                <a:cubicBezTo>
                  <a:pt x="60502" y="12718"/>
                  <a:pt x="61062" y="11967"/>
                  <a:pt x="61765" y="11680"/>
                </a:cubicBezTo>
                <a:cubicBezTo>
                  <a:pt x="62404" y="11421"/>
                  <a:pt x="61903" y="10851"/>
                  <a:pt x="61661" y="10384"/>
                </a:cubicBezTo>
                <a:cubicBezTo>
                  <a:pt x="61454" y="9987"/>
                  <a:pt x="61921" y="9745"/>
                  <a:pt x="62249" y="9537"/>
                </a:cubicBezTo>
                <a:cubicBezTo>
                  <a:pt x="62664" y="9295"/>
                  <a:pt x="63441" y="9226"/>
                  <a:pt x="63182" y="8518"/>
                </a:cubicBezTo>
                <a:cubicBezTo>
                  <a:pt x="63018" y="8098"/>
                  <a:pt x="62703" y="8030"/>
                  <a:pt x="62354" y="8030"/>
                </a:cubicBezTo>
                <a:cubicBezTo>
                  <a:pt x="62187" y="8030"/>
                  <a:pt x="62013" y="8045"/>
                  <a:pt x="61845" y="8045"/>
                </a:cubicBezTo>
                <a:cubicBezTo>
                  <a:pt x="61771" y="8045"/>
                  <a:pt x="61698" y="8042"/>
                  <a:pt x="61627" y="8034"/>
                </a:cubicBezTo>
                <a:cubicBezTo>
                  <a:pt x="61564" y="8027"/>
                  <a:pt x="61502" y="8024"/>
                  <a:pt x="61440" y="8024"/>
                </a:cubicBezTo>
                <a:cubicBezTo>
                  <a:pt x="60620" y="8024"/>
                  <a:pt x="59973" y="8583"/>
                  <a:pt x="59080" y="8583"/>
                </a:cubicBezTo>
                <a:cubicBezTo>
                  <a:pt x="59004" y="8583"/>
                  <a:pt x="58925" y="8579"/>
                  <a:pt x="58844" y="8570"/>
                </a:cubicBezTo>
                <a:cubicBezTo>
                  <a:pt x="57410" y="8414"/>
                  <a:pt x="56391" y="7671"/>
                  <a:pt x="55181" y="7187"/>
                </a:cubicBezTo>
                <a:cubicBezTo>
                  <a:pt x="54440" y="6892"/>
                  <a:pt x="53723" y="6767"/>
                  <a:pt x="53025" y="6767"/>
                </a:cubicBezTo>
                <a:cubicBezTo>
                  <a:pt x="51022" y="6767"/>
                  <a:pt x="49177" y="7799"/>
                  <a:pt x="47370" y="8812"/>
                </a:cubicBezTo>
                <a:cubicBezTo>
                  <a:pt x="46903" y="9071"/>
                  <a:pt x="46765" y="9434"/>
                  <a:pt x="46972" y="9969"/>
                </a:cubicBezTo>
                <a:cubicBezTo>
                  <a:pt x="47155" y="10426"/>
                  <a:pt x="47351" y="10748"/>
                  <a:pt x="47819" y="10748"/>
                </a:cubicBezTo>
                <a:cubicBezTo>
                  <a:pt x="47883" y="10748"/>
                  <a:pt x="47952" y="10742"/>
                  <a:pt x="48026" y="10730"/>
                </a:cubicBezTo>
                <a:lnTo>
                  <a:pt x="50498" y="10280"/>
                </a:lnTo>
                <a:cubicBezTo>
                  <a:pt x="50618" y="10263"/>
                  <a:pt x="50739" y="10229"/>
                  <a:pt x="50878" y="10194"/>
                </a:cubicBezTo>
                <a:lnTo>
                  <a:pt x="50878" y="10194"/>
                </a:lnTo>
                <a:cubicBezTo>
                  <a:pt x="50878" y="10298"/>
                  <a:pt x="50860" y="10401"/>
                  <a:pt x="50860" y="10505"/>
                </a:cubicBezTo>
                <a:cubicBezTo>
                  <a:pt x="50614" y="11663"/>
                  <a:pt x="50148" y="12321"/>
                  <a:pt x="49280" y="12321"/>
                </a:cubicBezTo>
                <a:cubicBezTo>
                  <a:pt x="48931" y="12321"/>
                  <a:pt x="48517" y="12214"/>
                  <a:pt x="48026" y="11991"/>
                </a:cubicBezTo>
                <a:cubicBezTo>
                  <a:pt x="46374" y="11254"/>
                  <a:pt x="44693" y="10979"/>
                  <a:pt x="42955" y="10979"/>
                </a:cubicBezTo>
                <a:cubicBezTo>
                  <a:pt x="42002" y="10979"/>
                  <a:pt x="41033" y="11062"/>
                  <a:pt x="40042" y="11196"/>
                </a:cubicBezTo>
                <a:cubicBezTo>
                  <a:pt x="38536" y="11404"/>
                  <a:pt x="37062" y="12285"/>
                  <a:pt x="35569" y="12285"/>
                </a:cubicBezTo>
                <a:cubicBezTo>
                  <a:pt x="35195" y="12285"/>
                  <a:pt x="34820" y="12230"/>
                  <a:pt x="34443" y="12095"/>
                </a:cubicBezTo>
                <a:cubicBezTo>
                  <a:pt x="32698" y="11490"/>
                  <a:pt x="30900" y="11110"/>
                  <a:pt x="29068" y="10920"/>
                </a:cubicBezTo>
                <a:cubicBezTo>
                  <a:pt x="27080" y="10698"/>
                  <a:pt x="25171" y="10202"/>
                  <a:pt x="23146" y="10202"/>
                </a:cubicBezTo>
                <a:cubicBezTo>
                  <a:pt x="22337" y="10202"/>
                  <a:pt x="21510" y="10281"/>
                  <a:pt x="20652" y="10488"/>
                </a:cubicBezTo>
                <a:cubicBezTo>
                  <a:pt x="18383" y="11055"/>
                  <a:pt x="16215" y="12269"/>
                  <a:pt x="13793" y="12269"/>
                </a:cubicBezTo>
                <a:cubicBezTo>
                  <a:pt x="13559" y="12269"/>
                  <a:pt x="13322" y="12258"/>
                  <a:pt x="13083" y="12233"/>
                </a:cubicBezTo>
                <a:cubicBezTo>
                  <a:pt x="13049" y="12230"/>
                  <a:pt x="13015" y="12229"/>
                  <a:pt x="12982" y="12229"/>
                </a:cubicBezTo>
                <a:cubicBezTo>
                  <a:pt x="12473" y="12229"/>
                  <a:pt x="12176" y="12605"/>
                  <a:pt x="12323" y="13287"/>
                </a:cubicBezTo>
                <a:cubicBezTo>
                  <a:pt x="12498" y="14071"/>
                  <a:pt x="12325" y="14707"/>
                  <a:pt x="11687" y="14707"/>
                </a:cubicBezTo>
                <a:cubicBezTo>
                  <a:pt x="11510" y="14707"/>
                  <a:pt x="11296" y="14658"/>
                  <a:pt x="11044" y="14549"/>
                </a:cubicBezTo>
                <a:cubicBezTo>
                  <a:pt x="10655" y="14378"/>
                  <a:pt x="10292" y="14308"/>
                  <a:pt x="9947" y="14308"/>
                </a:cubicBezTo>
                <a:cubicBezTo>
                  <a:pt x="9034" y="14308"/>
                  <a:pt x="8242" y="14801"/>
                  <a:pt x="7415" y="15240"/>
                </a:cubicBezTo>
                <a:cubicBezTo>
                  <a:pt x="6965" y="15482"/>
                  <a:pt x="6672" y="15914"/>
                  <a:pt x="6879" y="16467"/>
                </a:cubicBezTo>
                <a:cubicBezTo>
                  <a:pt x="7027" y="16886"/>
                  <a:pt x="7334" y="16988"/>
                  <a:pt x="7700" y="16988"/>
                </a:cubicBezTo>
                <a:cubicBezTo>
                  <a:pt x="7802" y="16988"/>
                  <a:pt x="7910" y="16980"/>
                  <a:pt x="8020" y="16968"/>
                </a:cubicBezTo>
                <a:cubicBezTo>
                  <a:pt x="8305" y="16929"/>
                  <a:pt x="8590" y="16910"/>
                  <a:pt x="8875" y="16910"/>
                </a:cubicBezTo>
                <a:cubicBezTo>
                  <a:pt x="8970" y="16910"/>
                  <a:pt x="9065" y="16912"/>
                  <a:pt x="9160" y="16917"/>
                </a:cubicBezTo>
                <a:cubicBezTo>
                  <a:pt x="9186" y="16919"/>
                  <a:pt x="9214" y="16920"/>
                  <a:pt x="9242" y="16920"/>
                </a:cubicBezTo>
                <a:cubicBezTo>
                  <a:pt x="9458" y="16920"/>
                  <a:pt x="9735" y="16862"/>
                  <a:pt x="9947" y="16862"/>
                </a:cubicBezTo>
                <a:cubicBezTo>
                  <a:pt x="10131" y="16862"/>
                  <a:pt x="10266" y="16906"/>
                  <a:pt x="10266" y="17072"/>
                </a:cubicBezTo>
                <a:cubicBezTo>
                  <a:pt x="10266" y="17498"/>
                  <a:pt x="9728" y="17637"/>
                  <a:pt x="9291" y="17637"/>
                </a:cubicBezTo>
                <a:cubicBezTo>
                  <a:pt x="9214" y="17637"/>
                  <a:pt x="9141" y="17633"/>
                  <a:pt x="9074" y="17625"/>
                </a:cubicBezTo>
                <a:cubicBezTo>
                  <a:pt x="8873" y="17604"/>
                  <a:pt x="8677" y="17594"/>
                  <a:pt x="8484" y="17594"/>
                </a:cubicBezTo>
                <a:cubicBezTo>
                  <a:pt x="6314" y="17594"/>
                  <a:pt x="4587" y="18859"/>
                  <a:pt x="2714" y="19716"/>
                </a:cubicBezTo>
                <a:cubicBezTo>
                  <a:pt x="1193" y="20407"/>
                  <a:pt x="2351" y="21548"/>
                  <a:pt x="2282" y="22429"/>
                </a:cubicBezTo>
                <a:cubicBezTo>
                  <a:pt x="2264" y="22814"/>
                  <a:pt x="2455" y="22907"/>
                  <a:pt x="2706" y="22907"/>
                </a:cubicBezTo>
                <a:cubicBezTo>
                  <a:pt x="2939" y="22907"/>
                  <a:pt x="3223" y="22827"/>
                  <a:pt x="3440" y="22827"/>
                </a:cubicBezTo>
                <a:cubicBezTo>
                  <a:pt x="3665" y="22827"/>
                  <a:pt x="3872" y="22982"/>
                  <a:pt x="4079" y="23069"/>
                </a:cubicBezTo>
                <a:cubicBezTo>
                  <a:pt x="3924" y="23242"/>
                  <a:pt x="3751" y="23380"/>
                  <a:pt x="3544" y="23501"/>
                </a:cubicBezTo>
                <a:cubicBezTo>
                  <a:pt x="2610" y="23881"/>
                  <a:pt x="1643" y="24192"/>
                  <a:pt x="709" y="24589"/>
                </a:cubicBezTo>
                <a:cubicBezTo>
                  <a:pt x="329" y="24745"/>
                  <a:pt x="1" y="25142"/>
                  <a:pt x="226" y="25609"/>
                </a:cubicBezTo>
                <a:cubicBezTo>
                  <a:pt x="325" y="25816"/>
                  <a:pt x="462" y="25880"/>
                  <a:pt x="615" y="25880"/>
                </a:cubicBezTo>
                <a:cubicBezTo>
                  <a:pt x="807" y="25880"/>
                  <a:pt x="1026" y="25778"/>
                  <a:pt x="1228" y="25730"/>
                </a:cubicBezTo>
                <a:cubicBezTo>
                  <a:pt x="2248" y="25454"/>
                  <a:pt x="3354" y="25350"/>
                  <a:pt x="4252" y="24866"/>
                </a:cubicBezTo>
                <a:cubicBezTo>
                  <a:pt x="4601" y="24679"/>
                  <a:pt x="4965" y="24620"/>
                  <a:pt x="5336" y="24620"/>
                </a:cubicBezTo>
                <a:cubicBezTo>
                  <a:pt x="5952" y="24620"/>
                  <a:pt x="6585" y="24782"/>
                  <a:pt x="7191" y="24782"/>
                </a:cubicBezTo>
                <a:cubicBezTo>
                  <a:pt x="7702" y="24782"/>
                  <a:pt x="8195" y="24667"/>
                  <a:pt x="8642" y="24244"/>
                </a:cubicBezTo>
                <a:cubicBezTo>
                  <a:pt x="9143" y="23760"/>
                  <a:pt x="9627" y="23276"/>
                  <a:pt x="10128" y="22809"/>
                </a:cubicBezTo>
                <a:cubicBezTo>
                  <a:pt x="10518" y="22438"/>
                  <a:pt x="10935" y="22335"/>
                  <a:pt x="11366" y="22335"/>
                </a:cubicBezTo>
                <a:cubicBezTo>
                  <a:pt x="11904" y="22335"/>
                  <a:pt x="12465" y="22495"/>
                  <a:pt x="13026" y="22495"/>
                </a:cubicBezTo>
                <a:cubicBezTo>
                  <a:pt x="13270" y="22495"/>
                  <a:pt x="13515" y="22465"/>
                  <a:pt x="13757" y="22377"/>
                </a:cubicBezTo>
                <a:cubicBezTo>
                  <a:pt x="14876" y="21972"/>
                  <a:pt x="15968" y="21278"/>
                  <a:pt x="17215" y="21278"/>
                </a:cubicBezTo>
                <a:cubicBezTo>
                  <a:pt x="17721" y="21278"/>
                  <a:pt x="18252" y="21392"/>
                  <a:pt x="18820" y="21686"/>
                </a:cubicBezTo>
                <a:cubicBezTo>
                  <a:pt x="20272" y="22429"/>
                  <a:pt x="22242" y="22343"/>
                  <a:pt x="21966" y="24780"/>
                </a:cubicBezTo>
                <a:cubicBezTo>
                  <a:pt x="21914" y="25212"/>
                  <a:pt x="22104" y="25868"/>
                  <a:pt x="22415" y="26127"/>
                </a:cubicBezTo>
                <a:cubicBezTo>
                  <a:pt x="23746" y="27251"/>
                  <a:pt x="23659" y="29411"/>
                  <a:pt x="23210" y="29981"/>
                </a:cubicBezTo>
                <a:cubicBezTo>
                  <a:pt x="22052" y="31485"/>
                  <a:pt x="22484" y="32573"/>
                  <a:pt x="22985" y="33973"/>
                </a:cubicBezTo>
                <a:cubicBezTo>
                  <a:pt x="23124" y="34405"/>
                  <a:pt x="22795" y="35045"/>
                  <a:pt x="22553" y="35529"/>
                </a:cubicBezTo>
                <a:cubicBezTo>
                  <a:pt x="21447" y="37844"/>
                  <a:pt x="19356" y="39469"/>
                  <a:pt x="18233" y="41802"/>
                </a:cubicBezTo>
                <a:cubicBezTo>
                  <a:pt x="17455" y="43409"/>
                  <a:pt x="17058" y="48783"/>
                  <a:pt x="18354" y="49734"/>
                </a:cubicBezTo>
                <a:cubicBezTo>
                  <a:pt x="20220" y="51116"/>
                  <a:pt x="19927" y="52862"/>
                  <a:pt x="20238" y="54659"/>
                </a:cubicBezTo>
                <a:cubicBezTo>
                  <a:pt x="20428" y="55748"/>
                  <a:pt x="20410" y="57528"/>
                  <a:pt x="20687" y="57752"/>
                </a:cubicBezTo>
                <a:cubicBezTo>
                  <a:pt x="22380" y="59083"/>
                  <a:pt x="22242" y="61364"/>
                  <a:pt x="23625" y="62764"/>
                </a:cubicBezTo>
                <a:cubicBezTo>
                  <a:pt x="23915" y="63066"/>
                  <a:pt x="24197" y="63258"/>
                  <a:pt x="24508" y="63258"/>
                </a:cubicBezTo>
                <a:cubicBezTo>
                  <a:pt x="24660" y="63258"/>
                  <a:pt x="24820" y="63212"/>
                  <a:pt x="24990" y="63110"/>
                </a:cubicBezTo>
                <a:cubicBezTo>
                  <a:pt x="25508" y="62816"/>
                  <a:pt x="25526" y="62246"/>
                  <a:pt x="25197" y="61831"/>
                </a:cubicBezTo>
                <a:cubicBezTo>
                  <a:pt x="23607" y="59671"/>
                  <a:pt x="23746" y="56888"/>
                  <a:pt x="22536" y="54590"/>
                </a:cubicBezTo>
                <a:cubicBezTo>
                  <a:pt x="22415" y="54348"/>
                  <a:pt x="22605" y="53933"/>
                  <a:pt x="22692" y="53605"/>
                </a:cubicBezTo>
                <a:cubicBezTo>
                  <a:pt x="22704" y="53568"/>
                  <a:pt x="22878" y="53539"/>
                  <a:pt x="22981" y="53539"/>
                </a:cubicBezTo>
                <a:cubicBezTo>
                  <a:pt x="23021" y="53539"/>
                  <a:pt x="23050" y="53543"/>
                  <a:pt x="23054" y="53553"/>
                </a:cubicBezTo>
                <a:cubicBezTo>
                  <a:pt x="23175" y="53812"/>
                  <a:pt x="23366" y="54106"/>
                  <a:pt x="23366" y="54400"/>
                </a:cubicBezTo>
                <a:cubicBezTo>
                  <a:pt x="23383" y="56819"/>
                  <a:pt x="24973" y="58617"/>
                  <a:pt x="26027" y="60569"/>
                </a:cubicBezTo>
                <a:cubicBezTo>
                  <a:pt x="26977" y="62297"/>
                  <a:pt x="28654" y="63663"/>
                  <a:pt x="27720" y="65978"/>
                </a:cubicBezTo>
                <a:cubicBezTo>
                  <a:pt x="27530" y="66445"/>
                  <a:pt x="27928" y="66791"/>
                  <a:pt x="28273" y="67136"/>
                </a:cubicBezTo>
                <a:cubicBezTo>
                  <a:pt x="29138" y="68000"/>
                  <a:pt x="30226" y="68536"/>
                  <a:pt x="31246" y="69193"/>
                </a:cubicBezTo>
                <a:cubicBezTo>
                  <a:pt x="32910" y="70222"/>
                  <a:pt x="34447" y="71516"/>
                  <a:pt x="36422" y="71516"/>
                </a:cubicBezTo>
                <a:cubicBezTo>
                  <a:pt x="36867" y="71516"/>
                  <a:pt x="37334" y="71451"/>
                  <a:pt x="37830" y="71301"/>
                </a:cubicBezTo>
                <a:cubicBezTo>
                  <a:pt x="37930" y="71272"/>
                  <a:pt x="38022" y="71258"/>
                  <a:pt x="38107" y="71258"/>
                </a:cubicBezTo>
                <a:cubicBezTo>
                  <a:pt x="38527" y="71258"/>
                  <a:pt x="38793" y="71582"/>
                  <a:pt x="39023" y="71941"/>
                </a:cubicBezTo>
                <a:cubicBezTo>
                  <a:pt x="39748" y="73098"/>
                  <a:pt x="40768" y="73721"/>
                  <a:pt x="42116" y="74032"/>
                </a:cubicBezTo>
                <a:cubicBezTo>
                  <a:pt x="43585" y="74360"/>
                  <a:pt x="45296" y="74775"/>
                  <a:pt x="45745" y="76399"/>
                </a:cubicBezTo>
                <a:cubicBezTo>
                  <a:pt x="46194" y="78110"/>
                  <a:pt x="47439" y="79112"/>
                  <a:pt x="48648" y="79907"/>
                </a:cubicBezTo>
                <a:cubicBezTo>
                  <a:pt x="49237" y="80296"/>
                  <a:pt x="50039" y="81326"/>
                  <a:pt x="50895" y="81326"/>
                </a:cubicBezTo>
                <a:cubicBezTo>
                  <a:pt x="51372" y="81326"/>
                  <a:pt x="51865" y="81007"/>
                  <a:pt x="52347" y="80080"/>
                </a:cubicBezTo>
                <a:cubicBezTo>
                  <a:pt x="52462" y="79850"/>
                  <a:pt x="52631" y="79714"/>
                  <a:pt x="52813" y="79714"/>
                </a:cubicBezTo>
                <a:cubicBezTo>
                  <a:pt x="53013" y="79714"/>
                  <a:pt x="53228" y="79880"/>
                  <a:pt x="53401" y="80270"/>
                </a:cubicBezTo>
                <a:cubicBezTo>
                  <a:pt x="54593" y="83156"/>
                  <a:pt x="53919" y="85697"/>
                  <a:pt x="51621" y="87943"/>
                </a:cubicBezTo>
                <a:cubicBezTo>
                  <a:pt x="50498" y="89049"/>
                  <a:pt x="49806" y="90604"/>
                  <a:pt x="50774" y="92194"/>
                </a:cubicBezTo>
                <a:cubicBezTo>
                  <a:pt x="51085" y="92730"/>
                  <a:pt x="51068" y="92886"/>
                  <a:pt x="50688" y="93283"/>
                </a:cubicBezTo>
                <a:cubicBezTo>
                  <a:pt x="49685" y="94337"/>
                  <a:pt x="49703" y="95875"/>
                  <a:pt x="50567" y="96636"/>
                </a:cubicBezTo>
                <a:cubicBezTo>
                  <a:pt x="52208" y="98087"/>
                  <a:pt x="52986" y="99971"/>
                  <a:pt x="53971" y="101803"/>
                </a:cubicBezTo>
                <a:cubicBezTo>
                  <a:pt x="55440" y="104516"/>
                  <a:pt x="56771" y="107281"/>
                  <a:pt x="59933" y="108629"/>
                </a:cubicBezTo>
                <a:cubicBezTo>
                  <a:pt x="61661" y="109372"/>
                  <a:pt x="62629" y="111014"/>
                  <a:pt x="62664" y="113122"/>
                </a:cubicBezTo>
                <a:cubicBezTo>
                  <a:pt x="62716" y="116319"/>
                  <a:pt x="62871" y="119516"/>
                  <a:pt x="63096" y="122713"/>
                </a:cubicBezTo>
                <a:cubicBezTo>
                  <a:pt x="63251" y="125115"/>
                  <a:pt x="64426" y="127431"/>
                  <a:pt x="63631" y="129920"/>
                </a:cubicBezTo>
                <a:cubicBezTo>
                  <a:pt x="63303" y="130922"/>
                  <a:pt x="63459" y="131907"/>
                  <a:pt x="63839" y="132875"/>
                </a:cubicBezTo>
                <a:cubicBezTo>
                  <a:pt x="64323" y="134067"/>
                  <a:pt x="64461" y="135363"/>
                  <a:pt x="64288" y="136642"/>
                </a:cubicBezTo>
                <a:cubicBezTo>
                  <a:pt x="64184" y="137593"/>
                  <a:pt x="64582" y="138664"/>
                  <a:pt x="65653" y="139148"/>
                </a:cubicBezTo>
                <a:cubicBezTo>
                  <a:pt x="65680" y="139159"/>
                  <a:pt x="65711" y="139163"/>
                  <a:pt x="65743" y="139163"/>
                </a:cubicBezTo>
                <a:cubicBezTo>
                  <a:pt x="65886" y="139163"/>
                  <a:pt x="66069" y="139076"/>
                  <a:pt x="66205" y="139076"/>
                </a:cubicBezTo>
                <a:cubicBezTo>
                  <a:pt x="66332" y="139076"/>
                  <a:pt x="66419" y="139151"/>
                  <a:pt x="66397" y="139442"/>
                </a:cubicBezTo>
                <a:cubicBezTo>
                  <a:pt x="66362" y="139995"/>
                  <a:pt x="67071" y="140565"/>
                  <a:pt x="66293" y="141135"/>
                </a:cubicBezTo>
                <a:cubicBezTo>
                  <a:pt x="65895" y="141412"/>
                  <a:pt x="65360" y="142259"/>
                  <a:pt x="65774" y="142414"/>
                </a:cubicBezTo>
                <a:cubicBezTo>
                  <a:pt x="66898" y="142846"/>
                  <a:pt x="66500" y="143797"/>
                  <a:pt x="66777" y="144488"/>
                </a:cubicBezTo>
                <a:cubicBezTo>
                  <a:pt x="67468" y="146164"/>
                  <a:pt x="68505" y="147668"/>
                  <a:pt x="69801" y="148929"/>
                </a:cubicBezTo>
                <a:cubicBezTo>
                  <a:pt x="71823" y="150906"/>
                  <a:pt x="74091" y="152091"/>
                  <a:pt x="76808" y="152091"/>
                </a:cubicBezTo>
                <a:cubicBezTo>
                  <a:pt x="77226" y="152091"/>
                  <a:pt x="77656" y="152063"/>
                  <a:pt x="78096" y="152005"/>
                </a:cubicBezTo>
                <a:cubicBezTo>
                  <a:pt x="78355" y="151953"/>
                  <a:pt x="78580" y="151781"/>
                  <a:pt x="78718" y="151556"/>
                </a:cubicBezTo>
                <a:cubicBezTo>
                  <a:pt x="78874" y="151262"/>
                  <a:pt x="78615" y="151038"/>
                  <a:pt x="78355" y="150882"/>
                </a:cubicBezTo>
                <a:cubicBezTo>
                  <a:pt x="77595" y="150415"/>
                  <a:pt x="76835" y="149914"/>
                  <a:pt x="76040" y="149482"/>
                </a:cubicBezTo>
                <a:cubicBezTo>
                  <a:pt x="73914" y="148342"/>
                  <a:pt x="73551" y="146648"/>
                  <a:pt x="74899" y="144695"/>
                </a:cubicBezTo>
                <a:cubicBezTo>
                  <a:pt x="75608" y="143658"/>
                  <a:pt x="75694" y="142570"/>
                  <a:pt x="74173" y="142017"/>
                </a:cubicBezTo>
                <a:cubicBezTo>
                  <a:pt x="73707" y="141861"/>
                  <a:pt x="72929" y="141550"/>
                  <a:pt x="73551" y="140997"/>
                </a:cubicBezTo>
                <a:cubicBezTo>
                  <a:pt x="74260" y="140340"/>
                  <a:pt x="74260" y="139597"/>
                  <a:pt x="74415" y="138837"/>
                </a:cubicBezTo>
                <a:cubicBezTo>
                  <a:pt x="74605" y="137783"/>
                  <a:pt x="73534" y="136193"/>
                  <a:pt x="75677" y="135985"/>
                </a:cubicBezTo>
                <a:cubicBezTo>
                  <a:pt x="75746" y="135985"/>
                  <a:pt x="75850" y="135588"/>
                  <a:pt x="75798" y="135432"/>
                </a:cubicBezTo>
                <a:cubicBezTo>
                  <a:pt x="75444" y="134260"/>
                  <a:pt x="75867" y="133923"/>
                  <a:pt x="76900" y="133923"/>
                </a:cubicBezTo>
                <a:cubicBezTo>
                  <a:pt x="76978" y="133923"/>
                  <a:pt x="77060" y="133925"/>
                  <a:pt x="77146" y="133929"/>
                </a:cubicBezTo>
                <a:cubicBezTo>
                  <a:pt x="77188" y="133931"/>
                  <a:pt x="77231" y="133932"/>
                  <a:pt x="77272" y="133932"/>
                </a:cubicBezTo>
                <a:cubicBezTo>
                  <a:pt x="78202" y="133932"/>
                  <a:pt x="78980" y="133388"/>
                  <a:pt x="79427" y="132512"/>
                </a:cubicBezTo>
                <a:cubicBezTo>
                  <a:pt x="79859" y="131648"/>
                  <a:pt x="79738" y="130836"/>
                  <a:pt x="79047" y="130110"/>
                </a:cubicBezTo>
                <a:cubicBezTo>
                  <a:pt x="78857" y="129902"/>
                  <a:pt x="78822" y="129557"/>
                  <a:pt x="78701" y="129280"/>
                </a:cubicBezTo>
                <a:lnTo>
                  <a:pt x="78701" y="129280"/>
                </a:lnTo>
                <a:cubicBezTo>
                  <a:pt x="78977" y="129298"/>
                  <a:pt x="79237" y="129332"/>
                  <a:pt x="79513" y="129384"/>
                </a:cubicBezTo>
                <a:cubicBezTo>
                  <a:pt x="79669" y="129427"/>
                  <a:pt x="79830" y="129448"/>
                  <a:pt x="79991" y="129448"/>
                </a:cubicBezTo>
                <a:cubicBezTo>
                  <a:pt x="80347" y="129448"/>
                  <a:pt x="80702" y="129344"/>
                  <a:pt x="80999" y="129142"/>
                </a:cubicBezTo>
                <a:cubicBezTo>
                  <a:pt x="82900" y="128001"/>
                  <a:pt x="83350" y="125841"/>
                  <a:pt x="84473" y="124148"/>
                </a:cubicBezTo>
                <a:cubicBezTo>
                  <a:pt x="85216" y="123024"/>
                  <a:pt x="86149" y="121815"/>
                  <a:pt x="85544" y="120225"/>
                </a:cubicBezTo>
                <a:cubicBezTo>
                  <a:pt x="85026" y="118808"/>
                  <a:pt x="85959" y="118186"/>
                  <a:pt x="86927" y="117356"/>
                </a:cubicBezTo>
                <a:cubicBezTo>
                  <a:pt x="88258" y="116233"/>
                  <a:pt x="90314" y="116371"/>
                  <a:pt x="91230" y="115213"/>
                </a:cubicBezTo>
                <a:cubicBezTo>
                  <a:pt x="93096" y="112846"/>
                  <a:pt x="93788" y="109908"/>
                  <a:pt x="93874" y="106866"/>
                </a:cubicBezTo>
                <a:cubicBezTo>
                  <a:pt x="93909" y="105743"/>
                  <a:pt x="93563" y="104637"/>
                  <a:pt x="94635" y="103635"/>
                </a:cubicBezTo>
                <a:cubicBezTo>
                  <a:pt x="95637" y="102650"/>
                  <a:pt x="96432" y="101492"/>
                  <a:pt x="97002" y="100213"/>
                </a:cubicBezTo>
                <a:cubicBezTo>
                  <a:pt x="98350" y="97189"/>
                  <a:pt x="97555" y="95668"/>
                  <a:pt x="93770" y="93404"/>
                </a:cubicBezTo>
                <a:cubicBezTo>
                  <a:pt x="92864" y="92866"/>
                  <a:pt x="92012" y="92178"/>
                  <a:pt x="90923" y="92178"/>
                </a:cubicBezTo>
                <a:cubicBezTo>
                  <a:pt x="90787" y="92178"/>
                  <a:pt x="90648" y="92189"/>
                  <a:pt x="90504" y="92212"/>
                </a:cubicBezTo>
                <a:cubicBezTo>
                  <a:pt x="90375" y="92232"/>
                  <a:pt x="90250" y="92241"/>
                  <a:pt x="90128" y="92241"/>
                </a:cubicBezTo>
                <a:cubicBezTo>
                  <a:pt x="89316" y="92241"/>
                  <a:pt x="88640" y="91827"/>
                  <a:pt x="87964" y="91451"/>
                </a:cubicBezTo>
                <a:cubicBezTo>
                  <a:pt x="86720" y="90760"/>
                  <a:pt x="85423" y="90190"/>
                  <a:pt x="84076" y="89740"/>
                </a:cubicBezTo>
                <a:cubicBezTo>
                  <a:pt x="83419" y="89533"/>
                  <a:pt x="82365" y="89412"/>
                  <a:pt x="82226" y="88306"/>
                </a:cubicBezTo>
                <a:cubicBezTo>
                  <a:pt x="81898" y="85511"/>
                  <a:pt x="80349" y="82231"/>
                  <a:pt x="77208" y="82231"/>
                </a:cubicBezTo>
                <a:cubicBezTo>
                  <a:pt x="77047" y="82231"/>
                  <a:pt x="76883" y="82240"/>
                  <a:pt x="76714" y="82258"/>
                </a:cubicBezTo>
                <a:cubicBezTo>
                  <a:pt x="76610" y="82274"/>
                  <a:pt x="76507" y="82282"/>
                  <a:pt x="76405" y="82282"/>
                </a:cubicBezTo>
                <a:cubicBezTo>
                  <a:pt x="75873" y="82282"/>
                  <a:pt x="75365" y="82061"/>
                  <a:pt x="75003" y="81670"/>
                </a:cubicBezTo>
                <a:cubicBezTo>
                  <a:pt x="73810" y="80478"/>
                  <a:pt x="72722" y="79147"/>
                  <a:pt x="71356" y="78179"/>
                </a:cubicBezTo>
                <a:cubicBezTo>
                  <a:pt x="70652" y="77672"/>
                  <a:pt x="69937" y="76844"/>
                  <a:pt x="68958" y="76844"/>
                </a:cubicBezTo>
                <a:cubicBezTo>
                  <a:pt x="68735" y="76844"/>
                  <a:pt x="68499" y="76887"/>
                  <a:pt x="68246" y="76987"/>
                </a:cubicBezTo>
                <a:cubicBezTo>
                  <a:pt x="68013" y="77081"/>
                  <a:pt x="67785" y="77113"/>
                  <a:pt x="67562" y="77113"/>
                </a:cubicBezTo>
                <a:cubicBezTo>
                  <a:pt x="67089" y="77113"/>
                  <a:pt x="66635" y="76969"/>
                  <a:pt x="66189" y="76969"/>
                </a:cubicBezTo>
                <a:cubicBezTo>
                  <a:pt x="64783" y="76969"/>
                  <a:pt x="63941" y="75706"/>
                  <a:pt x="62605" y="75706"/>
                </a:cubicBezTo>
                <a:cubicBezTo>
                  <a:pt x="62579" y="75706"/>
                  <a:pt x="62552" y="75707"/>
                  <a:pt x="62525" y="75708"/>
                </a:cubicBezTo>
                <a:cubicBezTo>
                  <a:pt x="62280" y="75708"/>
                  <a:pt x="61828" y="76012"/>
                  <a:pt x="61511" y="76012"/>
                </a:cubicBezTo>
                <a:cubicBezTo>
                  <a:pt x="61248" y="76012"/>
                  <a:pt x="61077" y="75802"/>
                  <a:pt x="61195" y="75034"/>
                </a:cubicBezTo>
                <a:cubicBezTo>
                  <a:pt x="61232" y="74788"/>
                  <a:pt x="60883" y="74612"/>
                  <a:pt x="60617" y="74612"/>
                </a:cubicBezTo>
                <a:cubicBezTo>
                  <a:pt x="60509" y="74612"/>
                  <a:pt x="60415" y="74641"/>
                  <a:pt x="60365" y="74706"/>
                </a:cubicBezTo>
                <a:cubicBezTo>
                  <a:pt x="59225" y="76088"/>
                  <a:pt x="57099" y="76071"/>
                  <a:pt x="56166" y="77747"/>
                </a:cubicBezTo>
                <a:cubicBezTo>
                  <a:pt x="55842" y="78325"/>
                  <a:pt x="55457" y="78771"/>
                  <a:pt x="54917" y="78771"/>
                </a:cubicBezTo>
                <a:cubicBezTo>
                  <a:pt x="54649" y="78771"/>
                  <a:pt x="54343" y="78661"/>
                  <a:pt x="53988" y="78404"/>
                </a:cubicBezTo>
                <a:cubicBezTo>
                  <a:pt x="53637" y="78125"/>
                  <a:pt x="53206" y="77982"/>
                  <a:pt x="52772" y="77982"/>
                </a:cubicBezTo>
                <a:cubicBezTo>
                  <a:pt x="52480" y="77982"/>
                  <a:pt x="52186" y="78047"/>
                  <a:pt x="51915" y="78179"/>
                </a:cubicBezTo>
                <a:cubicBezTo>
                  <a:pt x="51373" y="78410"/>
                  <a:pt x="50918" y="78527"/>
                  <a:pt x="50541" y="78527"/>
                </a:cubicBezTo>
                <a:cubicBezTo>
                  <a:pt x="49618" y="78527"/>
                  <a:pt x="49166" y="77825"/>
                  <a:pt x="49080" y="76365"/>
                </a:cubicBezTo>
                <a:cubicBezTo>
                  <a:pt x="49046" y="75397"/>
                  <a:pt x="49184" y="74446"/>
                  <a:pt x="49478" y="73530"/>
                </a:cubicBezTo>
                <a:cubicBezTo>
                  <a:pt x="50012" y="71861"/>
                  <a:pt x="49095" y="70692"/>
                  <a:pt x="47366" y="70692"/>
                </a:cubicBezTo>
                <a:cubicBezTo>
                  <a:pt x="47305" y="70692"/>
                  <a:pt x="47243" y="70693"/>
                  <a:pt x="47179" y="70696"/>
                </a:cubicBezTo>
                <a:cubicBezTo>
                  <a:pt x="46730" y="70714"/>
                  <a:pt x="46281" y="70765"/>
                  <a:pt x="45814" y="70783"/>
                </a:cubicBezTo>
                <a:cubicBezTo>
                  <a:pt x="45755" y="70784"/>
                  <a:pt x="45699" y="70786"/>
                  <a:pt x="45645" y="70786"/>
                </a:cubicBezTo>
                <a:cubicBezTo>
                  <a:pt x="45148" y="70786"/>
                  <a:pt x="44886" y="70683"/>
                  <a:pt x="45088" y="69919"/>
                </a:cubicBezTo>
                <a:cubicBezTo>
                  <a:pt x="45469" y="68484"/>
                  <a:pt x="46143" y="67240"/>
                  <a:pt x="46886" y="65996"/>
                </a:cubicBezTo>
                <a:cubicBezTo>
                  <a:pt x="47214" y="65443"/>
                  <a:pt x="47231" y="64993"/>
                  <a:pt x="46747" y="64613"/>
                </a:cubicBezTo>
                <a:cubicBezTo>
                  <a:pt x="46406" y="64334"/>
                  <a:pt x="45929" y="64209"/>
                  <a:pt x="45417" y="64209"/>
                </a:cubicBezTo>
                <a:cubicBezTo>
                  <a:pt x="44221" y="64209"/>
                  <a:pt x="42833" y="64889"/>
                  <a:pt x="42531" y="65857"/>
                </a:cubicBezTo>
                <a:cubicBezTo>
                  <a:pt x="42161" y="67044"/>
                  <a:pt x="40793" y="67929"/>
                  <a:pt x="39553" y="67929"/>
                </a:cubicBezTo>
                <a:cubicBezTo>
                  <a:pt x="39113" y="67929"/>
                  <a:pt x="38689" y="67817"/>
                  <a:pt x="38331" y="67568"/>
                </a:cubicBezTo>
                <a:cubicBezTo>
                  <a:pt x="36966" y="66601"/>
                  <a:pt x="35998" y="64872"/>
                  <a:pt x="36517" y="63455"/>
                </a:cubicBezTo>
                <a:cubicBezTo>
                  <a:pt x="37571" y="60569"/>
                  <a:pt x="37986" y="56802"/>
                  <a:pt x="41822" y="56093"/>
                </a:cubicBezTo>
                <a:cubicBezTo>
                  <a:pt x="44259" y="55627"/>
                  <a:pt x="46696" y="55299"/>
                  <a:pt x="49167" y="55126"/>
                </a:cubicBezTo>
                <a:cubicBezTo>
                  <a:pt x="49252" y="55120"/>
                  <a:pt x="49338" y="55117"/>
                  <a:pt x="49425" y="55117"/>
                </a:cubicBezTo>
                <a:cubicBezTo>
                  <a:pt x="50819" y="55117"/>
                  <a:pt x="52364" y="55920"/>
                  <a:pt x="51811" y="58133"/>
                </a:cubicBezTo>
                <a:cubicBezTo>
                  <a:pt x="51707" y="58582"/>
                  <a:pt x="52087" y="59204"/>
                  <a:pt x="52329" y="59688"/>
                </a:cubicBezTo>
                <a:cubicBezTo>
                  <a:pt x="52602" y="60250"/>
                  <a:pt x="52992" y="60846"/>
                  <a:pt x="53666" y="60846"/>
                </a:cubicBezTo>
                <a:cubicBezTo>
                  <a:pt x="53675" y="60846"/>
                  <a:pt x="53685" y="60846"/>
                  <a:pt x="53695" y="60846"/>
                </a:cubicBezTo>
                <a:cubicBezTo>
                  <a:pt x="54455" y="60811"/>
                  <a:pt x="54628" y="60085"/>
                  <a:pt x="54852" y="59498"/>
                </a:cubicBezTo>
                <a:cubicBezTo>
                  <a:pt x="55146" y="58703"/>
                  <a:pt x="55146" y="57822"/>
                  <a:pt x="54887" y="57027"/>
                </a:cubicBezTo>
                <a:cubicBezTo>
                  <a:pt x="54127" y="54642"/>
                  <a:pt x="54922" y="53017"/>
                  <a:pt x="57116" y="51894"/>
                </a:cubicBezTo>
                <a:cubicBezTo>
                  <a:pt x="58291" y="51307"/>
                  <a:pt x="59328" y="50442"/>
                  <a:pt x="60469" y="49786"/>
                </a:cubicBezTo>
                <a:cubicBezTo>
                  <a:pt x="62128" y="48818"/>
                  <a:pt x="61575" y="46641"/>
                  <a:pt x="63096" y="45448"/>
                </a:cubicBezTo>
                <a:cubicBezTo>
                  <a:pt x="64720" y="44169"/>
                  <a:pt x="65757" y="42113"/>
                  <a:pt x="68194" y="42061"/>
                </a:cubicBezTo>
                <a:cubicBezTo>
                  <a:pt x="68574" y="42044"/>
                  <a:pt x="69006" y="41888"/>
                  <a:pt x="69075" y="41456"/>
                </a:cubicBezTo>
                <a:cubicBezTo>
                  <a:pt x="69369" y="39711"/>
                  <a:pt x="70924" y="39417"/>
                  <a:pt x="72151" y="38760"/>
                </a:cubicBezTo>
                <a:cubicBezTo>
                  <a:pt x="72321" y="38667"/>
                  <a:pt x="72565" y="38512"/>
                  <a:pt x="72753" y="38512"/>
                </a:cubicBezTo>
                <a:cubicBezTo>
                  <a:pt x="72950" y="38512"/>
                  <a:pt x="73086" y="38680"/>
                  <a:pt x="73015" y="39261"/>
                </a:cubicBezTo>
                <a:cubicBezTo>
                  <a:pt x="72956" y="39796"/>
                  <a:pt x="73330" y="40078"/>
                  <a:pt x="73743" y="40078"/>
                </a:cubicBezTo>
                <a:cubicBezTo>
                  <a:pt x="73931" y="40078"/>
                  <a:pt x="74127" y="40020"/>
                  <a:pt x="74294" y="39901"/>
                </a:cubicBezTo>
                <a:cubicBezTo>
                  <a:pt x="75746" y="38898"/>
                  <a:pt x="77457" y="38501"/>
                  <a:pt x="78995" y="37723"/>
                </a:cubicBezTo>
                <a:cubicBezTo>
                  <a:pt x="79738" y="37326"/>
                  <a:pt x="80291" y="36773"/>
                  <a:pt x="79790" y="35995"/>
                </a:cubicBezTo>
                <a:cubicBezTo>
                  <a:pt x="79597" y="35708"/>
                  <a:pt x="79414" y="35603"/>
                  <a:pt x="79239" y="35603"/>
                </a:cubicBezTo>
                <a:cubicBezTo>
                  <a:pt x="78865" y="35603"/>
                  <a:pt x="78524" y="36083"/>
                  <a:pt x="78183" y="36306"/>
                </a:cubicBezTo>
                <a:cubicBezTo>
                  <a:pt x="77820" y="36545"/>
                  <a:pt x="77447" y="36741"/>
                  <a:pt x="77083" y="36741"/>
                </a:cubicBezTo>
                <a:cubicBezTo>
                  <a:pt x="76789" y="36741"/>
                  <a:pt x="76501" y="36612"/>
                  <a:pt x="76230" y="36272"/>
                </a:cubicBezTo>
                <a:cubicBezTo>
                  <a:pt x="75677" y="35563"/>
                  <a:pt x="76126" y="35148"/>
                  <a:pt x="76731" y="34751"/>
                </a:cubicBezTo>
                <a:cubicBezTo>
                  <a:pt x="77318" y="34371"/>
                  <a:pt x="77284" y="33818"/>
                  <a:pt x="77025" y="33196"/>
                </a:cubicBezTo>
                <a:cubicBezTo>
                  <a:pt x="76921" y="32919"/>
                  <a:pt x="76161" y="33023"/>
                  <a:pt x="76593" y="32643"/>
                </a:cubicBezTo>
                <a:cubicBezTo>
                  <a:pt x="76708" y="32536"/>
                  <a:pt x="76805" y="32492"/>
                  <a:pt x="76888" y="32492"/>
                </a:cubicBezTo>
                <a:cubicBezTo>
                  <a:pt x="77143" y="32492"/>
                  <a:pt x="77279" y="32892"/>
                  <a:pt x="77474" y="33126"/>
                </a:cubicBezTo>
                <a:cubicBezTo>
                  <a:pt x="77830" y="33563"/>
                  <a:pt x="78559" y="33892"/>
                  <a:pt x="79019" y="33892"/>
                </a:cubicBezTo>
                <a:cubicBezTo>
                  <a:pt x="79251" y="33892"/>
                  <a:pt x="79415" y="33808"/>
                  <a:pt x="79427" y="33610"/>
                </a:cubicBezTo>
                <a:cubicBezTo>
                  <a:pt x="79485" y="32639"/>
                  <a:pt x="79866" y="32465"/>
                  <a:pt x="80317" y="32465"/>
                </a:cubicBezTo>
                <a:cubicBezTo>
                  <a:pt x="80569" y="32465"/>
                  <a:pt x="80843" y="32519"/>
                  <a:pt x="81095" y="32519"/>
                </a:cubicBezTo>
                <a:cubicBezTo>
                  <a:pt x="81194" y="32519"/>
                  <a:pt x="81290" y="32511"/>
                  <a:pt x="81380" y="32487"/>
                </a:cubicBezTo>
                <a:cubicBezTo>
                  <a:pt x="81894" y="32340"/>
                  <a:pt x="82271" y="31830"/>
                  <a:pt x="82830" y="31830"/>
                </a:cubicBezTo>
                <a:cubicBezTo>
                  <a:pt x="82928" y="31830"/>
                  <a:pt x="83031" y="31846"/>
                  <a:pt x="83142" y="31882"/>
                </a:cubicBezTo>
                <a:cubicBezTo>
                  <a:pt x="82658" y="32470"/>
                  <a:pt x="82192" y="33075"/>
                  <a:pt x="81708" y="33679"/>
                </a:cubicBezTo>
                <a:cubicBezTo>
                  <a:pt x="81604" y="33766"/>
                  <a:pt x="81483" y="33835"/>
                  <a:pt x="81362" y="33904"/>
                </a:cubicBezTo>
                <a:cubicBezTo>
                  <a:pt x="81034" y="34129"/>
                  <a:pt x="80775" y="34423"/>
                  <a:pt x="80878" y="34872"/>
                </a:cubicBezTo>
                <a:cubicBezTo>
                  <a:pt x="80999" y="35304"/>
                  <a:pt x="81380" y="35252"/>
                  <a:pt x="81673" y="35425"/>
                </a:cubicBezTo>
                <a:cubicBezTo>
                  <a:pt x="81973" y="35596"/>
                  <a:pt x="82292" y="35648"/>
                  <a:pt x="82615" y="35648"/>
                </a:cubicBezTo>
                <a:cubicBezTo>
                  <a:pt x="83130" y="35648"/>
                  <a:pt x="83658" y="35514"/>
                  <a:pt x="84141" y="35514"/>
                </a:cubicBezTo>
                <a:cubicBezTo>
                  <a:pt x="84489" y="35514"/>
                  <a:pt x="84814" y="35584"/>
                  <a:pt x="85095" y="35822"/>
                </a:cubicBezTo>
                <a:cubicBezTo>
                  <a:pt x="85535" y="36187"/>
                  <a:pt x="85875" y="36332"/>
                  <a:pt x="86134" y="36332"/>
                </a:cubicBezTo>
                <a:cubicBezTo>
                  <a:pt x="86710" y="36332"/>
                  <a:pt x="86887" y="35618"/>
                  <a:pt x="86875" y="35010"/>
                </a:cubicBezTo>
                <a:cubicBezTo>
                  <a:pt x="86858" y="34215"/>
                  <a:pt x="87601" y="32729"/>
                  <a:pt x="85665" y="32625"/>
                </a:cubicBezTo>
                <a:cubicBezTo>
                  <a:pt x="84991" y="32591"/>
                  <a:pt x="85130" y="31986"/>
                  <a:pt x="85596" y="31485"/>
                </a:cubicBezTo>
                <a:cubicBezTo>
                  <a:pt x="87186" y="29791"/>
                  <a:pt x="86650" y="27527"/>
                  <a:pt x="84508" y="26767"/>
                </a:cubicBezTo>
                <a:cubicBezTo>
                  <a:pt x="84006" y="26594"/>
                  <a:pt x="83557" y="26214"/>
                  <a:pt x="83661" y="25834"/>
                </a:cubicBezTo>
                <a:cubicBezTo>
                  <a:pt x="83972" y="24503"/>
                  <a:pt x="83039" y="23432"/>
                  <a:pt x="83090" y="22170"/>
                </a:cubicBezTo>
                <a:cubicBezTo>
                  <a:pt x="83108" y="21773"/>
                  <a:pt x="83073" y="21375"/>
                  <a:pt x="82624" y="21220"/>
                </a:cubicBezTo>
                <a:cubicBezTo>
                  <a:pt x="82529" y="21188"/>
                  <a:pt x="82437" y="21174"/>
                  <a:pt x="82348" y="21174"/>
                </a:cubicBezTo>
                <a:cubicBezTo>
                  <a:pt x="82049" y="21174"/>
                  <a:pt x="81787" y="21339"/>
                  <a:pt x="81587" y="21565"/>
                </a:cubicBezTo>
                <a:cubicBezTo>
                  <a:pt x="81086" y="22135"/>
                  <a:pt x="80464" y="22602"/>
                  <a:pt x="79755" y="22913"/>
                </a:cubicBezTo>
                <a:cubicBezTo>
                  <a:pt x="79583" y="22995"/>
                  <a:pt x="79411" y="23071"/>
                  <a:pt x="79247" y="23071"/>
                </a:cubicBezTo>
                <a:cubicBezTo>
                  <a:pt x="79097" y="23071"/>
                  <a:pt x="78954" y="23008"/>
                  <a:pt x="78822" y="22827"/>
                </a:cubicBezTo>
                <a:cubicBezTo>
                  <a:pt x="78563" y="22498"/>
                  <a:pt x="78753" y="22274"/>
                  <a:pt x="78960" y="22015"/>
                </a:cubicBezTo>
                <a:cubicBezTo>
                  <a:pt x="79496" y="21254"/>
                  <a:pt x="79254" y="20736"/>
                  <a:pt x="78459" y="20338"/>
                </a:cubicBezTo>
                <a:cubicBezTo>
                  <a:pt x="78131" y="20165"/>
                  <a:pt x="77837" y="19941"/>
                  <a:pt x="77578" y="19664"/>
                </a:cubicBezTo>
                <a:cubicBezTo>
                  <a:pt x="77168" y="19146"/>
                  <a:pt x="76356" y="18913"/>
                  <a:pt x="75491" y="18913"/>
                </a:cubicBezTo>
                <a:cubicBezTo>
                  <a:pt x="74278" y="18913"/>
                  <a:pt x="72961" y="19371"/>
                  <a:pt x="72497" y="20148"/>
                </a:cubicBezTo>
                <a:cubicBezTo>
                  <a:pt x="72065" y="20874"/>
                  <a:pt x="71788" y="21824"/>
                  <a:pt x="70803" y="22170"/>
                </a:cubicBezTo>
                <a:cubicBezTo>
                  <a:pt x="70354" y="22326"/>
                  <a:pt x="70043" y="22792"/>
                  <a:pt x="70337" y="23276"/>
                </a:cubicBezTo>
                <a:cubicBezTo>
                  <a:pt x="71356" y="25004"/>
                  <a:pt x="70043" y="25488"/>
                  <a:pt x="68902" y="26024"/>
                </a:cubicBezTo>
                <a:cubicBezTo>
                  <a:pt x="67693" y="26577"/>
                  <a:pt x="66241" y="26801"/>
                  <a:pt x="66345" y="28685"/>
                </a:cubicBezTo>
                <a:cubicBezTo>
                  <a:pt x="66379" y="29117"/>
                  <a:pt x="65895" y="29601"/>
                  <a:pt x="65584" y="30016"/>
                </a:cubicBezTo>
                <a:cubicBezTo>
                  <a:pt x="65442" y="30197"/>
                  <a:pt x="65232" y="30465"/>
                  <a:pt x="64983" y="30465"/>
                </a:cubicBezTo>
                <a:cubicBezTo>
                  <a:pt x="64899" y="30465"/>
                  <a:pt x="64811" y="30435"/>
                  <a:pt x="64720" y="30361"/>
                </a:cubicBezTo>
                <a:cubicBezTo>
                  <a:pt x="64409" y="30120"/>
                  <a:pt x="64288" y="29705"/>
                  <a:pt x="64409" y="29342"/>
                </a:cubicBezTo>
                <a:cubicBezTo>
                  <a:pt x="64893" y="27596"/>
                  <a:pt x="65083" y="25989"/>
                  <a:pt x="62508" y="25903"/>
                </a:cubicBezTo>
                <a:cubicBezTo>
                  <a:pt x="62249" y="25903"/>
                  <a:pt x="61938" y="25644"/>
                  <a:pt x="61748" y="25436"/>
                </a:cubicBezTo>
                <a:cubicBezTo>
                  <a:pt x="61084" y="24759"/>
                  <a:pt x="60400" y="24243"/>
                  <a:pt x="59552" y="24243"/>
                </a:cubicBezTo>
                <a:cubicBezTo>
                  <a:pt x="59252" y="24243"/>
                  <a:pt x="58932" y="24307"/>
                  <a:pt x="58585" y="24451"/>
                </a:cubicBezTo>
                <a:cubicBezTo>
                  <a:pt x="58566" y="24457"/>
                  <a:pt x="58545" y="24459"/>
                  <a:pt x="58523" y="24459"/>
                </a:cubicBezTo>
                <a:cubicBezTo>
                  <a:pt x="58409" y="24459"/>
                  <a:pt x="58269" y="24394"/>
                  <a:pt x="58153" y="24365"/>
                </a:cubicBezTo>
                <a:cubicBezTo>
                  <a:pt x="58758" y="23501"/>
                  <a:pt x="57687" y="22429"/>
                  <a:pt x="58827" y="21462"/>
                </a:cubicBezTo>
                <a:cubicBezTo>
                  <a:pt x="61800" y="18990"/>
                  <a:pt x="65757" y="18558"/>
                  <a:pt x="68781" y="16294"/>
                </a:cubicBezTo>
                <a:lnTo>
                  <a:pt x="69455" y="15828"/>
                </a:lnTo>
                <a:cubicBezTo>
                  <a:pt x="70337" y="15586"/>
                  <a:pt x="71218" y="15206"/>
                  <a:pt x="72117" y="15119"/>
                </a:cubicBezTo>
                <a:cubicBezTo>
                  <a:pt x="74346" y="14912"/>
                  <a:pt x="75331" y="13910"/>
                  <a:pt x="75262" y="11767"/>
                </a:cubicBezTo>
                <a:cubicBezTo>
                  <a:pt x="75262" y="11596"/>
                  <a:pt x="75299" y="11543"/>
                  <a:pt x="75353" y="11543"/>
                </a:cubicBezTo>
                <a:cubicBezTo>
                  <a:pt x="75441" y="11543"/>
                  <a:pt x="75574" y="11687"/>
                  <a:pt x="75659" y="11698"/>
                </a:cubicBezTo>
                <a:cubicBezTo>
                  <a:pt x="76835" y="11749"/>
                  <a:pt x="77733" y="12683"/>
                  <a:pt x="78943" y="12752"/>
                </a:cubicBezTo>
                <a:cubicBezTo>
                  <a:pt x="79461" y="12769"/>
                  <a:pt x="79945" y="13391"/>
                  <a:pt x="80412" y="13789"/>
                </a:cubicBezTo>
                <a:cubicBezTo>
                  <a:pt x="80395" y="13944"/>
                  <a:pt x="80325" y="14082"/>
                  <a:pt x="80204" y="14203"/>
                </a:cubicBezTo>
                <a:cubicBezTo>
                  <a:pt x="79099" y="14649"/>
                  <a:pt x="78211" y="15599"/>
                  <a:pt x="76924" y="15599"/>
                </a:cubicBezTo>
                <a:cubicBezTo>
                  <a:pt x="76763" y="15599"/>
                  <a:pt x="76595" y="15584"/>
                  <a:pt x="76420" y="15551"/>
                </a:cubicBezTo>
                <a:cubicBezTo>
                  <a:pt x="76325" y="15534"/>
                  <a:pt x="76229" y="15525"/>
                  <a:pt x="76135" y="15525"/>
                </a:cubicBezTo>
                <a:cubicBezTo>
                  <a:pt x="75478" y="15525"/>
                  <a:pt x="74895" y="15947"/>
                  <a:pt x="74985" y="16778"/>
                </a:cubicBezTo>
                <a:cubicBezTo>
                  <a:pt x="75041" y="17437"/>
                  <a:pt x="75422" y="17620"/>
                  <a:pt x="75866" y="17620"/>
                </a:cubicBezTo>
                <a:cubicBezTo>
                  <a:pt x="76109" y="17620"/>
                  <a:pt x="76372" y="17565"/>
                  <a:pt x="76610" y="17504"/>
                </a:cubicBezTo>
                <a:cubicBezTo>
                  <a:pt x="76822" y="17451"/>
                  <a:pt x="77015" y="17425"/>
                  <a:pt x="77193" y="17425"/>
                </a:cubicBezTo>
                <a:cubicBezTo>
                  <a:pt x="77828" y="17425"/>
                  <a:pt x="78286" y="17750"/>
                  <a:pt x="78839" y="18316"/>
                </a:cubicBezTo>
                <a:cubicBezTo>
                  <a:pt x="79617" y="19094"/>
                  <a:pt x="80723" y="19612"/>
                  <a:pt x="81794" y="19993"/>
                </a:cubicBezTo>
                <a:cubicBezTo>
                  <a:pt x="81906" y="20034"/>
                  <a:pt x="82005" y="20053"/>
                  <a:pt x="82094" y="20053"/>
                </a:cubicBezTo>
                <a:cubicBezTo>
                  <a:pt x="82595" y="20053"/>
                  <a:pt x="82747" y="19445"/>
                  <a:pt x="82762" y="18887"/>
                </a:cubicBezTo>
                <a:cubicBezTo>
                  <a:pt x="82805" y="18878"/>
                  <a:pt x="82849" y="18874"/>
                  <a:pt x="82892" y="18874"/>
                </a:cubicBezTo>
                <a:cubicBezTo>
                  <a:pt x="82935" y="18874"/>
                  <a:pt x="82978" y="18878"/>
                  <a:pt x="83021" y="18887"/>
                </a:cubicBezTo>
                <a:cubicBezTo>
                  <a:pt x="83375" y="18985"/>
                  <a:pt x="83662" y="19030"/>
                  <a:pt x="83892" y="19030"/>
                </a:cubicBezTo>
                <a:cubicBezTo>
                  <a:pt x="85038" y="19030"/>
                  <a:pt x="84816" y="17932"/>
                  <a:pt x="84629" y="16882"/>
                </a:cubicBezTo>
                <a:cubicBezTo>
                  <a:pt x="84577" y="16588"/>
                  <a:pt x="84404" y="16122"/>
                  <a:pt x="84525" y="16018"/>
                </a:cubicBezTo>
                <a:cubicBezTo>
                  <a:pt x="84606" y="15948"/>
                  <a:pt x="84680" y="15920"/>
                  <a:pt x="84749" y="15920"/>
                </a:cubicBezTo>
                <a:cubicBezTo>
                  <a:pt x="84985" y="15920"/>
                  <a:pt x="85161" y="16252"/>
                  <a:pt x="85389" y="16346"/>
                </a:cubicBezTo>
                <a:cubicBezTo>
                  <a:pt x="85637" y="16436"/>
                  <a:pt x="85876" y="16474"/>
                  <a:pt x="86110" y="16474"/>
                </a:cubicBezTo>
                <a:cubicBezTo>
                  <a:pt x="86771" y="16474"/>
                  <a:pt x="87381" y="16174"/>
                  <a:pt x="87981" y="15931"/>
                </a:cubicBezTo>
                <a:cubicBezTo>
                  <a:pt x="88344" y="15793"/>
                  <a:pt x="88500" y="15275"/>
                  <a:pt x="88258" y="15033"/>
                </a:cubicBezTo>
                <a:cubicBezTo>
                  <a:pt x="87065" y="13754"/>
                  <a:pt x="85976" y="12406"/>
                  <a:pt x="84819" y="11110"/>
                </a:cubicBezTo>
                <a:cubicBezTo>
                  <a:pt x="84162" y="10350"/>
                  <a:pt x="83160" y="9779"/>
                  <a:pt x="82537" y="8915"/>
                </a:cubicBezTo>
                <a:cubicBezTo>
                  <a:pt x="82209" y="8379"/>
                  <a:pt x="81639" y="8034"/>
                  <a:pt x="81017" y="7999"/>
                </a:cubicBezTo>
                <a:cubicBezTo>
                  <a:pt x="80983" y="7995"/>
                  <a:pt x="80950" y="7994"/>
                  <a:pt x="80916" y="7994"/>
                </a:cubicBezTo>
                <a:cubicBezTo>
                  <a:pt x="80688" y="7994"/>
                  <a:pt x="80453" y="8074"/>
                  <a:pt x="80228" y="8074"/>
                </a:cubicBezTo>
                <a:cubicBezTo>
                  <a:pt x="80056" y="8074"/>
                  <a:pt x="79890" y="8027"/>
                  <a:pt x="79738" y="7861"/>
                </a:cubicBezTo>
                <a:cubicBezTo>
                  <a:pt x="80170" y="7757"/>
                  <a:pt x="80602" y="7654"/>
                  <a:pt x="81017" y="7585"/>
                </a:cubicBezTo>
                <a:cubicBezTo>
                  <a:pt x="81518" y="7481"/>
                  <a:pt x="82192" y="7567"/>
                  <a:pt x="82226" y="6859"/>
                </a:cubicBezTo>
                <a:cubicBezTo>
                  <a:pt x="82278" y="6202"/>
                  <a:pt x="81673" y="6167"/>
                  <a:pt x="81207" y="6046"/>
                </a:cubicBezTo>
                <a:cubicBezTo>
                  <a:pt x="81086" y="6012"/>
                  <a:pt x="80948" y="5960"/>
                  <a:pt x="80844" y="5891"/>
                </a:cubicBezTo>
                <a:cubicBezTo>
                  <a:pt x="80958" y="5878"/>
                  <a:pt x="81101" y="5837"/>
                  <a:pt x="81223" y="5837"/>
                </a:cubicBezTo>
                <a:cubicBezTo>
                  <a:pt x="81267" y="5837"/>
                  <a:pt x="81309" y="5843"/>
                  <a:pt x="81345" y="5856"/>
                </a:cubicBezTo>
                <a:cubicBezTo>
                  <a:pt x="81816" y="6065"/>
                  <a:pt x="82272" y="6151"/>
                  <a:pt x="82714" y="6151"/>
                </a:cubicBezTo>
                <a:cubicBezTo>
                  <a:pt x="83993" y="6151"/>
                  <a:pt x="85157" y="5437"/>
                  <a:pt x="86236" y="4923"/>
                </a:cubicBezTo>
                <a:cubicBezTo>
                  <a:pt x="89182" y="3528"/>
                  <a:pt x="92334" y="3094"/>
                  <a:pt x="95401" y="2235"/>
                </a:cubicBezTo>
                <a:lnTo>
                  <a:pt x="95401" y="2235"/>
                </a:lnTo>
                <a:cubicBezTo>
                  <a:pt x="93986" y="3267"/>
                  <a:pt x="92263" y="3834"/>
                  <a:pt x="90504" y="3834"/>
                </a:cubicBezTo>
                <a:cubicBezTo>
                  <a:pt x="90401" y="3834"/>
                  <a:pt x="90295" y="3831"/>
                  <a:pt x="90191" y="3831"/>
                </a:cubicBezTo>
                <a:cubicBezTo>
                  <a:pt x="89827" y="3831"/>
                  <a:pt x="89479" y="3873"/>
                  <a:pt x="89277" y="4249"/>
                </a:cubicBezTo>
                <a:cubicBezTo>
                  <a:pt x="89018" y="4802"/>
                  <a:pt x="89467" y="5113"/>
                  <a:pt x="89744" y="5528"/>
                </a:cubicBezTo>
                <a:cubicBezTo>
                  <a:pt x="90251" y="6307"/>
                  <a:pt x="90887" y="6586"/>
                  <a:pt x="91608" y="6586"/>
                </a:cubicBezTo>
                <a:cubicBezTo>
                  <a:pt x="91943" y="6586"/>
                  <a:pt x="92297" y="6525"/>
                  <a:pt x="92664" y="6427"/>
                </a:cubicBezTo>
                <a:cubicBezTo>
                  <a:pt x="93037" y="6322"/>
                  <a:pt x="93404" y="6272"/>
                  <a:pt x="93755" y="6272"/>
                </a:cubicBezTo>
                <a:cubicBezTo>
                  <a:pt x="95314" y="6272"/>
                  <a:pt x="96561" y="7243"/>
                  <a:pt x="96518" y="8639"/>
                </a:cubicBezTo>
                <a:cubicBezTo>
                  <a:pt x="96501" y="9123"/>
                  <a:pt x="96000" y="9710"/>
                  <a:pt x="96155" y="10073"/>
                </a:cubicBezTo>
                <a:cubicBezTo>
                  <a:pt x="96656" y="11300"/>
                  <a:pt x="95758" y="12302"/>
                  <a:pt x="95378" y="13045"/>
                </a:cubicBezTo>
                <a:cubicBezTo>
                  <a:pt x="94393" y="15016"/>
                  <a:pt x="93649" y="16709"/>
                  <a:pt x="95412" y="18541"/>
                </a:cubicBezTo>
                <a:cubicBezTo>
                  <a:pt x="95602" y="18714"/>
                  <a:pt x="95723" y="18938"/>
                  <a:pt x="95758" y="19180"/>
                </a:cubicBezTo>
                <a:cubicBezTo>
                  <a:pt x="95810" y="21358"/>
                  <a:pt x="97901" y="20788"/>
                  <a:pt x="99007" y="21479"/>
                </a:cubicBezTo>
                <a:cubicBezTo>
                  <a:pt x="99192" y="21597"/>
                  <a:pt x="99367" y="21648"/>
                  <a:pt x="99531" y="21648"/>
                </a:cubicBezTo>
                <a:cubicBezTo>
                  <a:pt x="100207" y="21648"/>
                  <a:pt x="100708" y="20784"/>
                  <a:pt x="101098" y="20200"/>
                </a:cubicBezTo>
                <a:cubicBezTo>
                  <a:pt x="102256" y="18472"/>
                  <a:pt x="104088" y="17055"/>
                  <a:pt x="105729" y="16536"/>
                </a:cubicBezTo>
                <a:cubicBezTo>
                  <a:pt x="109220" y="15396"/>
                  <a:pt x="112486" y="13547"/>
                  <a:pt x="116254" y="13115"/>
                </a:cubicBezTo>
                <a:cubicBezTo>
                  <a:pt x="117965" y="12907"/>
                  <a:pt x="119935" y="12320"/>
                  <a:pt x="120021" y="9883"/>
                </a:cubicBezTo>
                <a:cubicBezTo>
                  <a:pt x="120021" y="9693"/>
                  <a:pt x="120349" y="9485"/>
                  <a:pt x="120557" y="9330"/>
                </a:cubicBezTo>
                <a:cubicBezTo>
                  <a:pt x="121663" y="8552"/>
                  <a:pt x="123132" y="8034"/>
                  <a:pt x="122631" y="6202"/>
                </a:cubicBezTo>
                <a:cubicBezTo>
                  <a:pt x="122594" y="6055"/>
                  <a:pt x="122626" y="6020"/>
                  <a:pt x="122682" y="6020"/>
                </a:cubicBezTo>
                <a:cubicBezTo>
                  <a:pt x="122731" y="6020"/>
                  <a:pt x="122799" y="6046"/>
                  <a:pt x="122855" y="6046"/>
                </a:cubicBezTo>
                <a:cubicBezTo>
                  <a:pt x="122928" y="6051"/>
                  <a:pt x="122998" y="6053"/>
                  <a:pt x="123064" y="6053"/>
                </a:cubicBezTo>
                <a:cubicBezTo>
                  <a:pt x="124269" y="6053"/>
                  <a:pt x="124381" y="5321"/>
                  <a:pt x="123840" y="4387"/>
                </a:cubicBezTo>
                <a:cubicBezTo>
                  <a:pt x="123581" y="3921"/>
                  <a:pt x="123875" y="3955"/>
                  <a:pt x="124048" y="3817"/>
                </a:cubicBezTo>
                <a:cubicBezTo>
                  <a:pt x="125240" y="2867"/>
                  <a:pt x="126640" y="2728"/>
                  <a:pt x="128092" y="2659"/>
                </a:cubicBezTo>
                <a:cubicBezTo>
                  <a:pt x="128575" y="2625"/>
                  <a:pt x="129180" y="2521"/>
                  <a:pt x="129249" y="1934"/>
                </a:cubicBezTo>
                <a:cubicBezTo>
                  <a:pt x="129301" y="1363"/>
                  <a:pt x="128714" y="1242"/>
                  <a:pt x="128299" y="1190"/>
                </a:cubicBezTo>
                <a:cubicBezTo>
                  <a:pt x="125707" y="948"/>
                  <a:pt x="123132" y="430"/>
                  <a:pt x="120557" y="171"/>
                </a:cubicBezTo>
                <a:cubicBezTo>
                  <a:pt x="119360" y="50"/>
                  <a:pt x="118163" y="0"/>
                  <a:pt x="11696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9" name="Google Shape;1329;p35"/>
          <p:cNvSpPr/>
          <p:nvPr/>
        </p:nvSpPr>
        <p:spPr>
          <a:xfrm rot="5400000">
            <a:off x="3947750" y="1934951"/>
            <a:ext cx="234900" cy="200700"/>
          </a:xfrm>
          <a:prstGeom prst="homePlat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0" name="Google Shape;1330;p35"/>
          <p:cNvSpPr txBox="1"/>
          <p:nvPr/>
        </p:nvSpPr>
        <p:spPr>
          <a:xfrm>
            <a:off x="903592" y="1630196"/>
            <a:ext cx="1903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hot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331" name="Google Shape;1331;p35"/>
          <p:cNvSpPr txBox="1"/>
          <p:nvPr/>
        </p:nvSpPr>
        <p:spPr>
          <a:xfrm>
            <a:off x="903592" y="2852920"/>
            <a:ext cx="1903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332" name="Google Shape;1332;p35"/>
          <p:cNvSpPr txBox="1"/>
          <p:nvPr/>
        </p:nvSpPr>
        <p:spPr>
          <a:xfrm>
            <a:off x="903592" y="4213530"/>
            <a:ext cx="1903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a cold place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333" name="Google Shape;1333;p35"/>
          <p:cNvSpPr txBox="1"/>
          <p:nvPr/>
        </p:nvSpPr>
        <p:spPr>
          <a:xfrm>
            <a:off x="6315476" y="1615958"/>
            <a:ext cx="1903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the biggest planet in our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334" name="Google Shape;1334;p35"/>
          <p:cNvSpPr txBox="1"/>
          <p:nvPr/>
        </p:nvSpPr>
        <p:spPr>
          <a:xfrm>
            <a:off x="6315476" y="2849137"/>
            <a:ext cx="1903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the ringed one and a gas giant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5" name="Google Shape;1335;p35"/>
          <p:cNvSpPr txBox="1"/>
          <p:nvPr/>
        </p:nvSpPr>
        <p:spPr>
          <a:xfrm>
            <a:off x="6315476" y="4199500"/>
            <a:ext cx="1903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6" name="Google Shape;1336;p35"/>
          <p:cNvSpPr txBox="1"/>
          <p:nvPr/>
        </p:nvSpPr>
        <p:spPr>
          <a:xfrm>
            <a:off x="903667" y="1420371"/>
            <a:ext cx="19035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55% CANADA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337" name="Google Shape;1337;p35"/>
          <p:cNvSpPr txBox="1"/>
          <p:nvPr/>
        </p:nvSpPr>
        <p:spPr>
          <a:xfrm>
            <a:off x="903692" y="2663016"/>
            <a:ext cx="19035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40% U.S.A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338" name="Google Shape;1338;p35"/>
          <p:cNvSpPr txBox="1"/>
          <p:nvPr/>
        </p:nvSpPr>
        <p:spPr>
          <a:xfrm>
            <a:off x="903592" y="3996905"/>
            <a:ext cx="19035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60% MEXICO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339" name="Google Shape;1339;p35"/>
          <p:cNvSpPr txBox="1"/>
          <p:nvPr/>
        </p:nvSpPr>
        <p:spPr>
          <a:xfrm>
            <a:off x="6315476" y="1412537"/>
            <a:ext cx="19035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25% VENEZUELA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340" name="Google Shape;1340;p35"/>
          <p:cNvSpPr txBox="1"/>
          <p:nvPr/>
        </p:nvSpPr>
        <p:spPr>
          <a:xfrm>
            <a:off x="6315476" y="2665637"/>
            <a:ext cx="19035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30% BRAZIL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341" name="Google Shape;1341;p35"/>
          <p:cNvSpPr txBox="1"/>
          <p:nvPr/>
        </p:nvSpPr>
        <p:spPr>
          <a:xfrm>
            <a:off x="6315476" y="3999525"/>
            <a:ext cx="19035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40% CHILE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342" name="Google Shape;1342;p35"/>
          <p:cNvSpPr txBox="1"/>
          <p:nvPr/>
        </p:nvSpPr>
        <p:spPr>
          <a:xfrm>
            <a:off x="2847000" y="1143063"/>
            <a:ext cx="3450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GINGIVITIS IN AMERICA</a:t>
            </a:r>
            <a:endParaRPr sz="20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343" name="Google Shape;1343;p35"/>
          <p:cNvSpPr/>
          <p:nvPr/>
        </p:nvSpPr>
        <p:spPr>
          <a:xfrm rot="5400000">
            <a:off x="429625" y="1518278"/>
            <a:ext cx="391800" cy="313500"/>
          </a:xfrm>
          <a:prstGeom prst="homePlat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4" name="Google Shape;1344;p35"/>
          <p:cNvSpPr/>
          <p:nvPr/>
        </p:nvSpPr>
        <p:spPr>
          <a:xfrm rot="5400000">
            <a:off x="429625" y="2707149"/>
            <a:ext cx="391800" cy="313500"/>
          </a:xfrm>
          <a:prstGeom prst="homePlat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5" name="Google Shape;1345;p35"/>
          <p:cNvSpPr/>
          <p:nvPr/>
        </p:nvSpPr>
        <p:spPr>
          <a:xfrm rot="5400000">
            <a:off x="429625" y="4068912"/>
            <a:ext cx="391800" cy="313500"/>
          </a:xfrm>
          <a:prstGeom prst="homePlat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6" name="Google Shape;1346;p35"/>
          <p:cNvSpPr/>
          <p:nvPr/>
        </p:nvSpPr>
        <p:spPr>
          <a:xfrm rot="5400000">
            <a:off x="3947750" y="2471401"/>
            <a:ext cx="234900" cy="200700"/>
          </a:xfrm>
          <a:prstGeom prst="homePlat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7" name="Google Shape;1347;p35"/>
          <p:cNvSpPr/>
          <p:nvPr/>
        </p:nvSpPr>
        <p:spPr>
          <a:xfrm rot="5400000">
            <a:off x="3897400" y="2880276"/>
            <a:ext cx="234900" cy="200700"/>
          </a:xfrm>
          <a:prstGeom prst="homePlat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8" name="Google Shape;1348;p35"/>
          <p:cNvSpPr/>
          <p:nvPr/>
        </p:nvSpPr>
        <p:spPr>
          <a:xfrm rot="5400000">
            <a:off x="4536400" y="3098589"/>
            <a:ext cx="234900" cy="200700"/>
          </a:xfrm>
          <a:prstGeom prst="homePlate">
            <a:avLst>
              <a:gd name="adj" fmla="val 50000"/>
            </a:avLst>
          </a:prstGeom>
          <a:solidFill>
            <a:srgbClr val="34C2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9" name="Google Shape;1349;p35"/>
          <p:cNvSpPr/>
          <p:nvPr/>
        </p:nvSpPr>
        <p:spPr>
          <a:xfrm rot="5400000">
            <a:off x="4655250" y="3519251"/>
            <a:ext cx="234900" cy="200700"/>
          </a:xfrm>
          <a:prstGeom prst="homePlate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0" name="Google Shape;1350;p35"/>
          <p:cNvSpPr/>
          <p:nvPr/>
        </p:nvSpPr>
        <p:spPr>
          <a:xfrm rot="5400000">
            <a:off x="4443825" y="4018364"/>
            <a:ext cx="234900" cy="200700"/>
          </a:xfrm>
          <a:prstGeom prst="homePlate">
            <a:avLst>
              <a:gd name="adj" fmla="val 50000"/>
            </a:avLst>
          </a:prstGeom>
          <a:solidFill>
            <a:srgbClr val="D1D1D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1" name="Google Shape;1351;p35"/>
          <p:cNvSpPr/>
          <p:nvPr/>
        </p:nvSpPr>
        <p:spPr>
          <a:xfrm rot="5400000">
            <a:off x="8322500" y="1528524"/>
            <a:ext cx="391800" cy="313500"/>
          </a:xfrm>
          <a:prstGeom prst="homePlate">
            <a:avLst>
              <a:gd name="adj" fmla="val 50000"/>
            </a:avLst>
          </a:prstGeom>
          <a:solidFill>
            <a:srgbClr val="34C2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2" name="Google Shape;1352;p35"/>
          <p:cNvSpPr/>
          <p:nvPr/>
        </p:nvSpPr>
        <p:spPr>
          <a:xfrm rot="5400000">
            <a:off x="8322500" y="2707149"/>
            <a:ext cx="391800" cy="313500"/>
          </a:xfrm>
          <a:prstGeom prst="homePlate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3" name="Google Shape;1353;p35"/>
          <p:cNvSpPr/>
          <p:nvPr/>
        </p:nvSpPr>
        <p:spPr>
          <a:xfrm rot="5400000">
            <a:off x="8322500" y="4068912"/>
            <a:ext cx="391800" cy="313500"/>
          </a:xfrm>
          <a:prstGeom prst="homePlate">
            <a:avLst>
              <a:gd name="adj" fmla="val 50000"/>
            </a:avLst>
          </a:prstGeom>
          <a:solidFill>
            <a:srgbClr val="D1D1D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36"/>
          <p:cNvSpPr/>
          <p:nvPr/>
        </p:nvSpPr>
        <p:spPr>
          <a:xfrm rot="756042">
            <a:off x="3069151" y="1149763"/>
            <a:ext cx="2930483" cy="2930483"/>
          </a:xfrm>
          <a:prstGeom prst="blockArc">
            <a:avLst>
              <a:gd name="adj1" fmla="val 10800000"/>
              <a:gd name="adj2" fmla="val 10760600"/>
              <a:gd name="adj3" fmla="val 17446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9" name="Google Shape;1359;p36"/>
          <p:cNvSpPr/>
          <p:nvPr/>
        </p:nvSpPr>
        <p:spPr>
          <a:xfrm>
            <a:off x="3069193" y="1149805"/>
            <a:ext cx="2930400" cy="2930400"/>
          </a:xfrm>
          <a:prstGeom prst="blockArc">
            <a:avLst>
              <a:gd name="adj1" fmla="val 10800000"/>
              <a:gd name="adj2" fmla="val 8792882"/>
              <a:gd name="adj3" fmla="val 17463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0" name="Google Shape;1360;p36"/>
          <p:cNvSpPr/>
          <p:nvPr/>
        </p:nvSpPr>
        <p:spPr>
          <a:xfrm>
            <a:off x="3069193" y="1149805"/>
            <a:ext cx="2930400" cy="2930400"/>
          </a:xfrm>
          <a:prstGeom prst="blockArc">
            <a:avLst>
              <a:gd name="adj1" fmla="val 10800000"/>
              <a:gd name="adj2" fmla="val 4754024"/>
              <a:gd name="adj3" fmla="val 1750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1" name="Google Shape;1361;p36"/>
          <p:cNvSpPr/>
          <p:nvPr/>
        </p:nvSpPr>
        <p:spPr>
          <a:xfrm flipH="1">
            <a:off x="6771267" y="1018725"/>
            <a:ext cx="91800" cy="1666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2" name="Google Shape;1362;p36"/>
          <p:cNvSpPr/>
          <p:nvPr/>
        </p:nvSpPr>
        <p:spPr>
          <a:xfrm flipH="1">
            <a:off x="6771267" y="2880925"/>
            <a:ext cx="91800" cy="1666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3" name="Google Shape;1363;p36"/>
          <p:cNvSpPr/>
          <p:nvPr/>
        </p:nvSpPr>
        <p:spPr>
          <a:xfrm flipH="1">
            <a:off x="2297117" y="1026450"/>
            <a:ext cx="91800" cy="1666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4" name="Google Shape;1364;p36"/>
          <p:cNvSpPr/>
          <p:nvPr/>
        </p:nvSpPr>
        <p:spPr>
          <a:xfrm flipH="1">
            <a:off x="2297117" y="2888650"/>
            <a:ext cx="91800" cy="16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5" name="Google Shape;1365;p36"/>
          <p:cNvSpPr txBox="1">
            <a:spLocks noGrp="1"/>
          </p:cNvSpPr>
          <p:nvPr>
            <p:ph type="title"/>
          </p:nvPr>
        </p:nvSpPr>
        <p:spPr>
          <a:xfrm>
            <a:off x="515950" y="404238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Dental Infographics</a:t>
            </a:r>
            <a:endParaRPr/>
          </a:p>
        </p:txBody>
      </p:sp>
      <p:sp>
        <p:nvSpPr>
          <p:cNvPr id="1366" name="Google Shape;1366;p36"/>
          <p:cNvSpPr txBox="1"/>
          <p:nvPr/>
        </p:nvSpPr>
        <p:spPr>
          <a:xfrm>
            <a:off x="499492" y="3667875"/>
            <a:ext cx="17955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15% EXTRACTION</a:t>
            </a:r>
            <a:endParaRPr>
              <a:solidFill>
                <a:srgbClr val="00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367" name="Google Shape;1367;p36"/>
          <p:cNvSpPr txBox="1"/>
          <p:nvPr/>
        </p:nvSpPr>
        <p:spPr>
          <a:xfrm>
            <a:off x="488974" y="3996712"/>
            <a:ext cx="1773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8" name="Google Shape;1368;p36"/>
          <p:cNvSpPr txBox="1"/>
          <p:nvPr/>
        </p:nvSpPr>
        <p:spPr>
          <a:xfrm>
            <a:off x="6891300" y="1780650"/>
            <a:ext cx="17736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40% CLEANING</a:t>
            </a:r>
            <a:endParaRPr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369" name="Google Shape;1369;p36"/>
          <p:cNvSpPr txBox="1"/>
          <p:nvPr/>
        </p:nvSpPr>
        <p:spPr>
          <a:xfrm>
            <a:off x="6882903" y="2099310"/>
            <a:ext cx="17736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0" name="Google Shape;1370;p36"/>
          <p:cNvSpPr txBox="1"/>
          <p:nvPr/>
        </p:nvSpPr>
        <p:spPr>
          <a:xfrm>
            <a:off x="499492" y="1799975"/>
            <a:ext cx="17955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5% ROOT CANAL</a:t>
            </a:r>
            <a:endParaRPr>
              <a:solidFill>
                <a:srgbClr val="00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371" name="Google Shape;1371;p36"/>
          <p:cNvSpPr txBox="1"/>
          <p:nvPr/>
        </p:nvSpPr>
        <p:spPr>
          <a:xfrm>
            <a:off x="499492" y="2135075"/>
            <a:ext cx="1773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a planet close to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2" name="Google Shape;1372;p36"/>
          <p:cNvSpPr txBox="1"/>
          <p:nvPr/>
        </p:nvSpPr>
        <p:spPr>
          <a:xfrm>
            <a:off x="6880450" y="3667875"/>
            <a:ext cx="17736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40% DENTAL IMPLANT</a:t>
            </a:r>
            <a:endParaRPr>
              <a:solidFill>
                <a:srgbClr val="00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373" name="Google Shape;1373;p36"/>
          <p:cNvSpPr txBox="1"/>
          <p:nvPr/>
        </p:nvSpPr>
        <p:spPr>
          <a:xfrm>
            <a:off x="6880425" y="3986821"/>
            <a:ext cx="17736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74" name="Google Shape;1374;p36"/>
          <p:cNvGrpSpPr/>
          <p:nvPr/>
        </p:nvGrpSpPr>
        <p:grpSpPr>
          <a:xfrm>
            <a:off x="7974940" y="2881124"/>
            <a:ext cx="669399" cy="692345"/>
            <a:chOff x="6632030" y="966379"/>
            <a:chExt cx="731344" cy="756331"/>
          </a:xfrm>
        </p:grpSpPr>
        <p:sp>
          <p:nvSpPr>
            <p:cNvPr id="1375" name="Google Shape;1375;p36"/>
            <p:cNvSpPr/>
            <p:nvPr/>
          </p:nvSpPr>
          <p:spPr>
            <a:xfrm rot="-8794615">
              <a:off x="6891032" y="1371724"/>
              <a:ext cx="226668" cy="288166"/>
            </a:xfrm>
            <a:custGeom>
              <a:avLst/>
              <a:gdLst/>
              <a:ahLst/>
              <a:cxnLst/>
              <a:rect l="l" t="t" r="r" b="b"/>
              <a:pathLst>
                <a:path w="9067" h="11527" extrusionOk="0">
                  <a:moveTo>
                    <a:pt x="1703" y="1"/>
                  </a:moveTo>
                  <a:cubicBezTo>
                    <a:pt x="1418" y="1"/>
                    <a:pt x="1130" y="83"/>
                    <a:pt x="876" y="254"/>
                  </a:cubicBezTo>
                  <a:cubicBezTo>
                    <a:pt x="190" y="709"/>
                    <a:pt x="1" y="1632"/>
                    <a:pt x="456" y="2318"/>
                  </a:cubicBezTo>
                  <a:lnTo>
                    <a:pt x="6110" y="10840"/>
                  </a:lnTo>
                  <a:cubicBezTo>
                    <a:pt x="6395" y="11283"/>
                    <a:pt x="6879" y="11526"/>
                    <a:pt x="7371" y="11526"/>
                  </a:cubicBezTo>
                  <a:cubicBezTo>
                    <a:pt x="7654" y="11526"/>
                    <a:pt x="7939" y="11446"/>
                    <a:pt x="8192" y="11278"/>
                  </a:cubicBezTo>
                  <a:cubicBezTo>
                    <a:pt x="8884" y="10816"/>
                    <a:pt x="9067" y="9876"/>
                    <a:pt x="8594" y="9190"/>
                  </a:cubicBezTo>
                  <a:lnTo>
                    <a:pt x="2946" y="668"/>
                  </a:lnTo>
                  <a:cubicBezTo>
                    <a:pt x="2659" y="236"/>
                    <a:pt x="2185" y="1"/>
                    <a:pt x="1703" y="1"/>
                  </a:cubicBezTo>
                  <a:close/>
                </a:path>
              </a:pathLst>
            </a:custGeom>
            <a:solidFill>
              <a:srgbClr val="22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6"/>
            <p:cNvSpPr/>
            <p:nvPr/>
          </p:nvSpPr>
          <p:spPr>
            <a:xfrm rot="-8794615">
              <a:off x="6958446" y="1538994"/>
              <a:ext cx="90947" cy="135296"/>
            </a:xfrm>
            <a:custGeom>
              <a:avLst/>
              <a:gdLst/>
              <a:ahLst/>
              <a:cxnLst/>
              <a:rect l="l" t="t" r="r" b="b"/>
              <a:pathLst>
                <a:path w="3638" h="5412" extrusionOk="0">
                  <a:moveTo>
                    <a:pt x="2682" y="1"/>
                  </a:moveTo>
                  <a:cubicBezTo>
                    <a:pt x="2367" y="1"/>
                    <a:pt x="2066" y="181"/>
                    <a:pt x="1928" y="487"/>
                  </a:cubicBezTo>
                  <a:lnTo>
                    <a:pt x="195" y="4225"/>
                  </a:lnTo>
                  <a:cubicBezTo>
                    <a:pt x="0" y="4645"/>
                    <a:pt x="183" y="5141"/>
                    <a:pt x="603" y="5337"/>
                  </a:cubicBezTo>
                  <a:cubicBezTo>
                    <a:pt x="715" y="5387"/>
                    <a:pt x="833" y="5411"/>
                    <a:pt x="949" y="5411"/>
                  </a:cubicBezTo>
                  <a:cubicBezTo>
                    <a:pt x="1267" y="5411"/>
                    <a:pt x="1572" y="5230"/>
                    <a:pt x="1715" y="4923"/>
                  </a:cubicBezTo>
                  <a:lnTo>
                    <a:pt x="3448" y="1185"/>
                  </a:lnTo>
                  <a:cubicBezTo>
                    <a:pt x="3637" y="765"/>
                    <a:pt x="3454" y="268"/>
                    <a:pt x="3034" y="79"/>
                  </a:cubicBezTo>
                  <a:cubicBezTo>
                    <a:pt x="2920" y="26"/>
                    <a:pt x="2800" y="1"/>
                    <a:pt x="26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6"/>
            <p:cNvSpPr/>
            <p:nvPr/>
          </p:nvSpPr>
          <p:spPr>
            <a:xfrm rot="-8794615">
              <a:off x="6958050" y="1467599"/>
              <a:ext cx="90672" cy="134796"/>
            </a:xfrm>
            <a:custGeom>
              <a:avLst/>
              <a:gdLst/>
              <a:ahLst/>
              <a:cxnLst/>
              <a:rect l="l" t="t" r="r" b="b"/>
              <a:pathLst>
                <a:path w="3627" h="5392" extrusionOk="0">
                  <a:moveTo>
                    <a:pt x="2671" y="0"/>
                  </a:moveTo>
                  <a:cubicBezTo>
                    <a:pt x="2355" y="0"/>
                    <a:pt x="2053" y="180"/>
                    <a:pt x="1911" y="486"/>
                  </a:cubicBezTo>
                  <a:lnTo>
                    <a:pt x="178" y="4230"/>
                  </a:lnTo>
                  <a:cubicBezTo>
                    <a:pt x="1" y="4644"/>
                    <a:pt x="190" y="5129"/>
                    <a:pt x="598" y="5318"/>
                  </a:cubicBezTo>
                  <a:cubicBezTo>
                    <a:pt x="710" y="5368"/>
                    <a:pt x="828" y="5392"/>
                    <a:pt x="943" y="5392"/>
                  </a:cubicBezTo>
                  <a:cubicBezTo>
                    <a:pt x="1254" y="5392"/>
                    <a:pt x="1552" y="5221"/>
                    <a:pt x="1698" y="4928"/>
                  </a:cubicBezTo>
                  <a:lnTo>
                    <a:pt x="3431" y="1184"/>
                  </a:lnTo>
                  <a:cubicBezTo>
                    <a:pt x="3626" y="764"/>
                    <a:pt x="3443" y="273"/>
                    <a:pt x="3023" y="78"/>
                  </a:cubicBezTo>
                  <a:cubicBezTo>
                    <a:pt x="2909" y="25"/>
                    <a:pt x="2789" y="0"/>
                    <a:pt x="26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36"/>
            <p:cNvSpPr/>
            <p:nvPr/>
          </p:nvSpPr>
          <p:spPr>
            <a:xfrm rot="-8794615">
              <a:off x="6958054" y="1395442"/>
              <a:ext cx="90972" cy="135321"/>
            </a:xfrm>
            <a:custGeom>
              <a:avLst/>
              <a:gdLst/>
              <a:ahLst/>
              <a:cxnLst/>
              <a:rect l="l" t="t" r="r" b="b"/>
              <a:pathLst>
                <a:path w="3639" h="5413" extrusionOk="0">
                  <a:moveTo>
                    <a:pt x="2689" y="0"/>
                  </a:moveTo>
                  <a:cubicBezTo>
                    <a:pt x="2371" y="0"/>
                    <a:pt x="2066" y="181"/>
                    <a:pt x="1923" y="489"/>
                  </a:cubicBezTo>
                  <a:lnTo>
                    <a:pt x="190" y="4226"/>
                  </a:lnTo>
                  <a:cubicBezTo>
                    <a:pt x="1" y="4646"/>
                    <a:pt x="184" y="5143"/>
                    <a:pt x="604" y="5338"/>
                  </a:cubicBezTo>
                  <a:cubicBezTo>
                    <a:pt x="716" y="5389"/>
                    <a:pt x="834" y="5413"/>
                    <a:pt x="950" y="5413"/>
                  </a:cubicBezTo>
                  <a:cubicBezTo>
                    <a:pt x="1267" y="5413"/>
                    <a:pt x="1571" y="5232"/>
                    <a:pt x="1710" y="4924"/>
                  </a:cubicBezTo>
                  <a:lnTo>
                    <a:pt x="3443" y="1186"/>
                  </a:lnTo>
                  <a:cubicBezTo>
                    <a:pt x="3638" y="767"/>
                    <a:pt x="3455" y="270"/>
                    <a:pt x="3035" y="75"/>
                  </a:cubicBezTo>
                  <a:cubicBezTo>
                    <a:pt x="2923" y="24"/>
                    <a:pt x="2805" y="0"/>
                    <a:pt x="2689" y="0"/>
                  </a:cubicBezTo>
                  <a:close/>
                </a:path>
              </a:pathLst>
            </a:custGeom>
            <a:solidFill>
              <a:srgbClr val="22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6"/>
            <p:cNvSpPr/>
            <p:nvPr/>
          </p:nvSpPr>
          <p:spPr>
            <a:xfrm rot="-8794615">
              <a:off x="6950241" y="1305109"/>
              <a:ext cx="107222" cy="171720"/>
            </a:xfrm>
            <a:custGeom>
              <a:avLst/>
              <a:gdLst/>
              <a:ahLst/>
              <a:cxnLst/>
              <a:rect l="l" t="t" r="r" b="b"/>
              <a:pathLst>
                <a:path w="4289" h="6869" extrusionOk="0">
                  <a:moveTo>
                    <a:pt x="3334" y="1"/>
                  </a:moveTo>
                  <a:cubicBezTo>
                    <a:pt x="3018" y="1"/>
                    <a:pt x="2717" y="181"/>
                    <a:pt x="2579" y="487"/>
                  </a:cubicBezTo>
                  <a:lnTo>
                    <a:pt x="178" y="5703"/>
                  </a:lnTo>
                  <a:cubicBezTo>
                    <a:pt x="1" y="6123"/>
                    <a:pt x="190" y="6602"/>
                    <a:pt x="598" y="6792"/>
                  </a:cubicBezTo>
                  <a:cubicBezTo>
                    <a:pt x="712" y="6844"/>
                    <a:pt x="831" y="6868"/>
                    <a:pt x="949" y="6868"/>
                  </a:cubicBezTo>
                  <a:cubicBezTo>
                    <a:pt x="1258" y="6868"/>
                    <a:pt x="1554" y="6697"/>
                    <a:pt x="1704" y="6401"/>
                  </a:cubicBezTo>
                  <a:lnTo>
                    <a:pt x="4099" y="1185"/>
                  </a:lnTo>
                  <a:cubicBezTo>
                    <a:pt x="4288" y="765"/>
                    <a:pt x="4105" y="274"/>
                    <a:pt x="3685" y="79"/>
                  </a:cubicBezTo>
                  <a:cubicBezTo>
                    <a:pt x="3571" y="26"/>
                    <a:pt x="3451" y="1"/>
                    <a:pt x="3334" y="1"/>
                  </a:cubicBezTo>
                  <a:close/>
                </a:path>
              </a:pathLst>
            </a:custGeom>
            <a:solidFill>
              <a:srgbClr val="22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6"/>
            <p:cNvSpPr/>
            <p:nvPr/>
          </p:nvSpPr>
          <p:spPr>
            <a:xfrm rot="-8794615">
              <a:off x="6713851" y="1080419"/>
              <a:ext cx="553133" cy="463161"/>
            </a:xfrm>
            <a:custGeom>
              <a:avLst/>
              <a:gdLst/>
              <a:ahLst/>
              <a:cxnLst/>
              <a:rect l="l" t="t" r="r" b="b"/>
              <a:pathLst>
                <a:path w="22126" h="18527" extrusionOk="0">
                  <a:moveTo>
                    <a:pt x="14839" y="1"/>
                  </a:moveTo>
                  <a:lnTo>
                    <a:pt x="0" y="9842"/>
                  </a:lnTo>
                  <a:cubicBezTo>
                    <a:pt x="580" y="12237"/>
                    <a:pt x="1745" y="14774"/>
                    <a:pt x="3448" y="16708"/>
                  </a:cubicBezTo>
                  <a:cubicBezTo>
                    <a:pt x="4641" y="18058"/>
                    <a:pt x="6000" y="18527"/>
                    <a:pt x="7256" y="18527"/>
                  </a:cubicBezTo>
                  <a:cubicBezTo>
                    <a:pt x="8745" y="18527"/>
                    <a:pt x="10090" y="17867"/>
                    <a:pt x="10841" y="17235"/>
                  </a:cubicBezTo>
                  <a:cubicBezTo>
                    <a:pt x="11988" y="16276"/>
                    <a:pt x="12787" y="14550"/>
                    <a:pt x="13496" y="13917"/>
                  </a:cubicBezTo>
                  <a:cubicBezTo>
                    <a:pt x="14206" y="13284"/>
                    <a:pt x="17258" y="14307"/>
                    <a:pt x="19511" y="10569"/>
                  </a:cubicBezTo>
                  <a:cubicBezTo>
                    <a:pt x="22125" y="6234"/>
                    <a:pt x="17477" y="2124"/>
                    <a:pt x="17477" y="2124"/>
                  </a:cubicBezTo>
                  <a:cubicBezTo>
                    <a:pt x="16536" y="1343"/>
                    <a:pt x="15655" y="634"/>
                    <a:pt x="148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36"/>
            <p:cNvSpPr/>
            <p:nvPr/>
          </p:nvSpPr>
          <p:spPr>
            <a:xfrm rot="-8794615">
              <a:off x="6897425" y="1293474"/>
              <a:ext cx="37849" cy="29324"/>
            </a:xfrm>
            <a:custGeom>
              <a:avLst/>
              <a:gdLst/>
              <a:ahLst/>
              <a:cxnLst/>
              <a:rect l="l" t="t" r="r" b="b"/>
              <a:pathLst>
                <a:path w="1514" h="1173" extrusionOk="0">
                  <a:moveTo>
                    <a:pt x="745" y="0"/>
                  </a:moveTo>
                  <a:cubicBezTo>
                    <a:pt x="301" y="0"/>
                    <a:pt x="0" y="511"/>
                    <a:pt x="266" y="912"/>
                  </a:cubicBezTo>
                  <a:cubicBezTo>
                    <a:pt x="377" y="1080"/>
                    <a:pt x="564" y="1172"/>
                    <a:pt x="753" y="1172"/>
                  </a:cubicBezTo>
                  <a:cubicBezTo>
                    <a:pt x="865" y="1172"/>
                    <a:pt x="977" y="1140"/>
                    <a:pt x="1076" y="1072"/>
                  </a:cubicBezTo>
                  <a:cubicBezTo>
                    <a:pt x="1514" y="782"/>
                    <a:pt x="1384" y="114"/>
                    <a:pt x="869" y="13"/>
                  </a:cubicBezTo>
                  <a:cubicBezTo>
                    <a:pt x="827" y="5"/>
                    <a:pt x="785" y="0"/>
                    <a:pt x="745" y="0"/>
                  </a:cubicBezTo>
                  <a:close/>
                </a:path>
              </a:pathLst>
            </a:custGeom>
            <a:solidFill>
              <a:srgbClr val="22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6"/>
            <p:cNvSpPr/>
            <p:nvPr/>
          </p:nvSpPr>
          <p:spPr>
            <a:xfrm rot="-8794615">
              <a:off x="7070037" y="1293087"/>
              <a:ext cx="37899" cy="29349"/>
            </a:xfrm>
            <a:custGeom>
              <a:avLst/>
              <a:gdLst/>
              <a:ahLst/>
              <a:cxnLst/>
              <a:rect l="l" t="t" r="r" b="b"/>
              <a:pathLst>
                <a:path w="1516" h="1174" extrusionOk="0">
                  <a:moveTo>
                    <a:pt x="752" y="0"/>
                  </a:moveTo>
                  <a:cubicBezTo>
                    <a:pt x="305" y="0"/>
                    <a:pt x="1" y="508"/>
                    <a:pt x="267" y="911"/>
                  </a:cubicBezTo>
                  <a:cubicBezTo>
                    <a:pt x="379" y="1082"/>
                    <a:pt x="566" y="1174"/>
                    <a:pt x="757" y="1174"/>
                  </a:cubicBezTo>
                  <a:cubicBezTo>
                    <a:pt x="869" y="1174"/>
                    <a:pt x="983" y="1142"/>
                    <a:pt x="1083" y="1077"/>
                  </a:cubicBezTo>
                  <a:cubicBezTo>
                    <a:pt x="1515" y="787"/>
                    <a:pt x="1385" y="119"/>
                    <a:pt x="871" y="12"/>
                  </a:cubicBezTo>
                  <a:cubicBezTo>
                    <a:pt x="830" y="4"/>
                    <a:pt x="790" y="0"/>
                    <a:pt x="752" y="0"/>
                  </a:cubicBezTo>
                  <a:close/>
                </a:path>
              </a:pathLst>
            </a:custGeom>
            <a:solidFill>
              <a:srgbClr val="22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6"/>
            <p:cNvSpPr/>
            <p:nvPr/>
          </p:nvSpPr>
          <p:spPr>
            <a:xfrm rot="-8794615">
              <a:off x="6975605" y="1304387"/>
              <a:ext cx="56023" cy="44549"/>
            </a:xfrm>
            <a:custGeom>
              <a:avLst/>
              <a:gdLst/>
              <a:ahLst/>
              <a:cxnLst/>
              <a:rect l="l" t="t" r="r" b="b"/>
              <a:pathLst>
                <a:path w="2241" h="1782" extrusionOk="0">
                  <a:moveTo>
                    <a:pt x="1225" y="0"/>
                  </a:moveTo>
                  <a:cubicBezTo>
                    <a:pt x="1021" y="0"/>
                    <a:pt x="815" y="58"/>
                    <a:pt x="633" y="179"/>
                  </a:cubicBezTo>
                  <a:cubicBezTo>
                    <a:pt x="136" y="510"/>
                    <a:pt x="0" y="1172"/>
                    <a:pt x="331" y="1669"/>
                  </a:cubicBezTo>
                  <a:cubicBezTo>
                    <a:pt x="383" y="1749"/>
                    <a:pt x="456" y="1782"/>
                    <a:pt x="527" y="1782"/>
                  </a:cubicBezTo>
                  <a:cubicBezTo>
                    <a:pt x="700" y="1782"/>
                    <a:pt x="869" y="1589"/>
                    <a:pt x="739" y="1397"/>
                  </a:cubicBezTo>
                  <a:cubicBezTo>
                    <a:pt x="568" y="1131"/>
                    <a:pt x="645" y="776"/>
                    <a:pt x="911" y="598"/>
                  </a:cubicBezTo>
                  <a:cubicBezTo>
                    <a:pt x="1008" y="532"/>
                    <a:pt x="1119" y="501"/>
                    <a:pt x="1228" y="501"/>
                  </a:cubicBezTo>
                  <a:cubicBezTo>
                    <a:pt x="1412" y="501"/>
                    <a:pt x="1595" y="589"/>
                    <a:pt x="1709" y="752"/>
                  </a:cubicBezTo>
                  <a:cubicBezTo>
                    <a:pt x="1763" y="828"/>
                    <a:pt x="1834" y="860"/>
                    <a:pt x="1905" y="860"/>
                  </a:cubicBezTo>
                  <a:cubicBezTo>
                    <a:pt x="2076" y="860"/>
                    <a:pt x="2241" y="673"/>
                    <a:pt x="2123" y="480"/>
                  </a:cubicBezTo>
                  <a:cubicBezTo>
                    <a:pt x="1915" y="167"/>
                    <a:pt x="1573" y="0"/>
                    <a:pt x="1225" y="0"/>
                  </a:cubicBezTo>
                  <a:close/>
                </a:path>
              </a:pathLst>
            </a:custGeom>
            <a:solidFill>
              <a:srgbClr val="22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6"/>
            <p:cNvSpPr/>
            <p:nvPr/>
          </p:nvSpPr>
          <p:spPr>
            <a:xfrm rot="-8794615">
              <a:off x="6856074" y="1322825"/>
              <a:ext cx="43799" cy="32174"/>
            </a:xfrm>
            <a:custGeom>
              <a:avLst/>
              <a:gdLst/>
              <a:ahLst/>
              <a:cxnLst/>
              <a:rect l="l" t="t" r="r" b="b"/>
              <a:pathLst>
                <a:path w="1752" h="1287" extrusionOk="0">
                  <a:moveTo>
                    <a:pt x="1210" y="1"/>
                  </a:moveTo>
                  <a:cubicBezTo>
                    <a:pt x="1021" y="1"/>
                    <a:pt x="797" y="72"/>
                    <a:pt x="586" y="211"/>
                  </a:cubicBezTo>
                  <a:cubicBezTo>
                    <a:pt x="190" y="471"/>
                    <a:pt x="1" y="879"/>
                    <a:pt x="160" y="1115"/>
                  </a:cubicBezTo>
                  <a:cubicBezTo>
                    <a:pt x="236" y="1230"/>
                    <a:pt x="377" y="1287"/>
                    <a:pt x="546" y="1287"/>
                  </a:cubicBezTo>
                  <a:cubicBezTo>
                    <a:pt x="734" y="1287"/>
                    <a:pt x="957" y="1217"/>
                    <a:pt x="1166" y="1080"/>
                  </a:cubicBezTo>
                  <a:cubicBezTo>
                    <a:pt x="1556" y="814"/>
                    <a:pt x="1751" y="412"/>
                    <a:pt x="1592" y="169"/>
                  </a:cubicBezTo>
                  <a:cubicBezTo>
                    <a:pt x="1514" y="56"/>
                    <a:pt x="1376" y="1"/>
                    <a:pt x="1210" y="1"/>
                  </a:cubicBezTo>
                  <a:close/>
                </a:path>
              </a:pathLst>
            </a:custGeom>
            <a:solidFill>
              <a:srgbClr val="22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6"/>
            <p:cNvSpPr/>
            <p:nvPr/>
          </p:nvSpPr>
          <p:spPr>
            <a:xfrm rot="-8794615">
              <a:off x="7103395" y="1322302"/>
              <a:ext cx="43624" cy="32124"/>
            </a:xfrm>
            <a:custGeom>
              <a:avLst/>
              <a:gdLst/>
              <a:ahLst/>
              <a:cxnLst/>
              <a:rect l="l" t="t" r="r" b="b"/>
              <a:pathLst>
                <a:path w="1745" h="1285" extrusionOk="0">
                  <a:moveTo>
                    <a:pt x="1209" y="1"/>
                  </a:moveTo>
                  <a:cubicBezTo>
                    <a:pt x="1020" y="1"/>
                    <a:pt x="796" y="70"/>
                    <a:pt x="586" y="208"/>
                  </a:cubicBezTo>
                  <a:cubicBezTo>
                    <a:pt x="195" y="468"/>
                    <a:pt x="0" y="877"/>
                    <a:pt x="160" y="1113"/>
                  </a:cubicBezTo>
                  <a:cubicBezTo>
                    <a:pt x="236" y="1228"/>
                    <a:pt x="376" y="1284"/>
                    <a:pt x="545" y="1284"/>
                  </a:cubicBezTo>
                  <a:cubicBezTo>
                    <a:pt x="733" y="1284"/>
                    <a:pt x="957" y="1215"/>
                    <a:pt x="1165" y="1078"/>
                  </a:cubicBezTo>
                  <a:cubicBezTo>
                    <a:pt x="1556" y="817"/>
                    <a:pt x="1745" y="409"/>
                    <a:pt x="1591" y="167"/>
                  </a:cubicBezTo>
                  <a:cubicBezTo>
                    <a:pt x="1516" y="56"/>
                    <a:pt x="1377" y="1"/>
                    <a:pt x="1209" y="1"/>
                  </a:cubicBezTo>
                  <a:close/>
                </a:path>
              </a:pathLst>
            </a:custGeom>
            <a:solidFill>
              <a:srgbClr val="22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6"/>
            <p:cNvSpPr/>
            <p:nvPr/>
          </p:nvSpPr>
          <p:spPr>
            <a:xfrm rot="-8794615">
              <a:off x="6968775" y="1156828"/>
              <a:ext cx="337565" cy="255842"/>
            </a:xfrm>
            <a:custGeom>
              <a:avLst/>
              <a:gdLst/>
              <a:ahLst/>
              <a:cxnLst/>
              <a:rect l="l" t="t" r="r" b="b"/>
              <a:pathLst>
                <a:path w="13503" h="10234" extrusionOk="0">
                  <a:moveTo>
                    <a:pt x="2337" y="0"/>
                  </a:moveTo>
                  <a:lnTo>
                    <a:pt x="0" y="1544"/>
                  </a:lnTo>
                  <a:cubicBezTo>
                    <a:pt x="580" y="3939"/>
                    <a:pt x="1745" y="6482"/>
                    <a:pt x="3454" y="8410"/>
                  </a:cubicBezTo>
                  <a:cubicBezTo>
                    <a:pt x="4645" y="9764"/>
                    <a:pt x="6004" y="10234"/>
                    <a:pt x="7260" y="10234"/>
                  </a:cubicBezTo>
                  <a:cubicBezTo>
                    <a:pt x="8748" y="10234"/>
                    <a:pt x="10093" y="9574"/>
                    <a:pt x="10847" y="8942"/>
                  </a:cubicBezTo>
                  <a:cubicBezTo>
                    <a:pt x="11988" y="7978"/>
                    <a:pt x="12793" y="6252"/>
                    <a:pt x="13502" y="5619"/>
                  </a:cubicBezTo>
                  <a:lnTo>
                    <a:pt x="13502" y="5619"/>
                  </a:lnTo>
                  <a:cubicBezTo>
                    <a:pt x="13501" y="5620"/>
                    <a:pt x="11909" y="6978"/>
                    <a:pt x="9430" y="6978"/>
                  </a:cubicBezTo>
                  <a:cubicBezTo>
                    <a:pt x="8227" y="6978"/>
                    <a:pt x="6816" y="6658"/>
                    <a:pt x="5276" y="5707"/>
                  </a:cubicBezTo>
                  <a:cubicBezTo>
                    <a:pt x="3147" y="4395"/>
                    <a:pt x="2337" y="0"/>
                    <a:pt x="23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6"/>
            <p:cNvSpPr/>
            <p:nvPr/>
          </p:nvSpPr>
          <p:spPr>
            <a:xfrm rot="-8794615">
              <a:off x="6905947" y="1396476"/>
              <a:ext cx="225768" cy="287141"/>
            </a:xfrm>
            <a:custGeom>
              <a:avLst/>
              <a:gdLst/>
              <a:ahLst/>
              <a:cxnLst/>
              <a:rect l="l" t="t" r="r" b="b"/>
              <a:pathLst>
                <a:path w="9031" h="11486" extrusionOk="0">
                  <a:moveTo>
                    <a:pt x="1695" y="1"/>
                  </a:moveTo>
                  <a:cubicBezTo>
                    <a:pt x="1411" y="1"/>
                    <a:pt x="1124" y="82"/>
                    <a:pt x="869" y="250"/>
                  </a:cubicBezTo>
                  <a:cubicBezTo>
                    <a:pt x="183" y="706"/>
                    <a:pt x="0" y="1628"/>
                    <a:pt x="455" y="2315"/>
                  </a:cubicBezTo>
                  <a:lnTo>
                    <a:pt x="6109" y="10837"/>
                  </a:lnTo>
                  <a:cubicBezTo>
                    <a:pt x="6398" y="11258"/>
                    <a:pt x="6862" y="11486"/>
                    <a:pt x="7335" y="11486"/>
                  </a:cubicBezTo>
                  <a:cubicBezTo>
                    <a:pt x="7619" y="11486"/>
                    <a:pt x="7907" y="11404"/>
                    <a:pt x="8162" y="11233"/>
                  </a:cubicBezTo>
                  <a:cubicBezTo>
                    <a:pt x="8842" y="10784"/>
                    <a:pt x="9031" y="9873"/>
                    <a:pt x="8593" y="9187"/>
                  </a:cubicBezTo>
                  <a:lnTo>
                    <a:pt x="2939" y="670"/>
                  </a:lnTo>
                  <a:cubicBezTo>
                    <a:pt x="2653" y="235"/>
                    <a:pt x="2179" y="1"/>
                    <a:pt x="16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6"/>
            <p:cNvSpPr/>
            <p:nvPr/>
          </p:nvSpPr>
          <p:spPr>
            <a:xfrm rot="-8794615">
              <a:off x="6972670" y="1563056"/>
              <a:ext cx="90647" cy="134746"/>
            </a:xfrm>
            <a:custGeom>
              <a:avLst/>
              <a:gdLst/>
              <a:ahLst/>
              <a:cxnLst/>
              <a:rect l="l" t="t" r="r" b="b"/>
              <a:pathLst>
                <a:path w="3626" h="5390" extrusionOk="0">
                  <a:moveTo>
                    <a:pt x="2671" y="1"/>
                  </a:moveTo>
                  <a:cubicBezTo>
                    <a:pt x="2355" y="1"/>
                    <a:pt x="2053" y="181"/>
                    <a:pt x="1911" y="487"/>
                  </a:cubicBezTo>
                  <a:lnTo>
                    <a:pt x="178" y="4225"/>
                  </a:lnTo>
                  <a:cubicBezTo>
                    <a:pt x="0" y="4645"/>
                    <a:pt x="190" y="5124"/>
                    <a:pt x="598" y="5313"/>
                  </a:cubicBezTo>
                  <a:cubicBezTo>
                    <a:pt x="712" y="5365"/>
                    <a:pt x="832" y="5390"/>
                    <a:pt x="949" y="5390"/>
                  </a:cubicBezTo>
                  <a:cubicBezTo>
                    <a:pt x="1258" y="5390"/>
                    <a:pt x="1552" y="5220"/>
                    <a:pt x="1698" y="4928"/>
                  </a:cubicBezTo>
                  <a:lnTo>
                    <a:pt x="3431" y="1185"/>
                  </a:lnTo>
                  <a:cubicBezTo>
                    <a:pt x="3626" y="765"/>
                    <a:pt x="3442" y="268"/>
                    <a:pt x="3022" y="79"/>
                  </a:cubicBezTo>
                  <a:cubicBezTo>
                    <a:pt x="2908" y="26"/>
                    <a:pt x="2789" y="1"/>
                    <a:pt x="26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6"/>
            <p:cNvSpPr/>
            <p:nvPr/>
          </p:nvSpPr>
          <p:spPr>
            <a:xfrm rot="-8794615">
              <a:off x="6972534" y="1491267"/>
              <a:ext cx="90647" cy="134871"/>
            </a:xfrm>
            <a:custGeom>
              <a:avLst/>
              <a:gdLst/>
              <a:ahLst/>
              <a:cxnLst/>
              <a:rect l="l" t="t" r="r" b="b"/>
              <a:pathLst>
                <a:path w="3626" h="5395" extrusionOk="0">
                  <a:moveTo>
                    <a:pt x="2671" y="1"/>
                  </a:moveTo>
                  <a:cubicBezTo>
                    <a:pt x="2355" y="1"/>
                    <a:pt x="2053" y="181"/>
                    <a:pt x="1911" y="487"/>
                  </a:cubicBezTo>
                  <a:lnTo>
                    <a:pt x="178" y="4231"/>
                  </a:lnTo>
                  <a:cubicBezTo>
                    <a:pt x="0" y="4645"/>
                    <a:pt x="190" y="5130"/>
                    <a:pt x="604" y="5319"/>
                  </a:cubicBezTo>
                  <a:cubicBezTo>
                    <a:pt x="715" y="5371"/>
                    <a:pt x="832" y="5395"/>
                    <a:pt x="948" y="5395"/>
                  </a:cubicBezTo>
                  <a:cubicBezTo>
                    <a:pt x="1258" y="5395"/>
                    <a:pt x="1557" y="5221"/>
                    <a:pt x="1704" y="4929"/>
                  </a:cubicBezTo>
                  <a:lnTo>
                    <a:pt x="3436" y="1191"/>
                  </a:lnTo>
                  <a:cubicBezTo>
                    <a:pt x="3626" y="771"/>
                    <a:pt x="3442" y="274"/>
                    <a:pt x="3022" y="79"/>
                  </a:cubicBezTo>
                  <a:cubicBezTo>
                    <a:pt x="2908" y="26"/>
                    <a:pt x="2789" y="1"/>
                    <a:pt x="26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36"/>
            <p:cNvSpPr/>
            <p:nvPr/>
          </p:nvSpPr>
          <p:spPr>
            <a:xfrm rot="-8794615">
              <a:off x="6972495" y="1419332"/>
              <a:ext cx="90647" cy="134996"/>
            </a:xfrm>
            <a:custGeom>
              <a:avLst/>
              <a:gdLst/>
              <a:ahLst/>
              <a:cxnLst/>
              <a:rect l="l" t="t" r="r" b="b"/>
              <a:pathLst>
                <a:path w="3626" h="5400" extrusionOk="0">
                  <a:moveTo>
                    <a:pt x="2671" y="0"/>
                  </a:moveTo>
                  <a:cubicBezTo>
                    <a:pt x="2355" y="0"/>
                    <a:pt x="2054" y="181"/>
                    <a:pt x="1917" y="486"/>
                  </a:cubicBezTo>
                  <a:lnTo>
                    <a:pt x="184" y="4224"/>
                  </a:lnTo>
                  <a:cubicBezTo>
                    <a:pt x="0" y="4644"/>
                    <a:pt x="184" y="5135"/>
                    <a:pt x="598" y="5324"/>
                  </a:cubicBezTo>
                  <a:cubicBezTo>
                    <a:pt x="710" y="5375"/>
                    <a:pt x="828" y="5400"/>
                    <a:pt x="944" y="5400"/>
                  </a:cubicBezTo>
                  <a:cubicBezTo>
                    <a:pt x="1257" y="5400"/>
                    <a:pt x="1557" y="5224"/>
                    <a:pt x="1704" y="4922"/>
                  </a:cubicBezTo>
                  <a:lnTo>
                    <a:pt x="3436" y="1184"/>
                  </a:lnTo>
                  <a:cubicBezTo>
                    <a:pt x="3626" y="764"/>
                    <a:pt x="3442" y="268"/>
                    <a:pt x="3022" y="78"/>
                  </a:cubicBezTo>
                  <a:cubicBezTo>
                    <a:pt x="2908" y="25"/>
                    <a:pt x="2789" y="0"/>
                    <a:pt x="26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6"/>
            <p:cNvSpPr/>
            <p:nvPr/>
          </p:nvSpPr>
          <p:spPr>
            <a:xfrm rot="-8794615">
              <a:off x="6964582" y="1328784"/>
              <a:ext cx="107347" cy="171720"/>
            </a:xfrm>
            <a:custGeom>
              <a:avLst/>
              <a:gdLst/>
              <a:ahLst/>
              <a:cxnLst/>
              <a:rect l="l" t="t" r="r" b="b"/>
              <a:pathLst>
                <a:path w="4294" h="6869" extrusionOk="0">
                  <a:moveTo>
                    <a:pt x="3339" y="1"/>
                  </a:moveTo>
                  <a:cubicBezTo>
                    <a:pt x="3021" y="1"/>
                    <a:pt x="2717" y="182"/>
                    <a:pt x="2579" y="493"/>
                  </a:cubicBezTo>
                  <a:lnTo>
                    <a:pt x="178" y="5703"/>
                  </a:lnTo>
                  <a:cubicBezTo>
                    <a:pt x="0" y="6123"/>
                    <a:pt x="190" y="6602"/>
                    <a:pt x="598" y="6791"/>
                  </a:cubicBezTo>
                  <a:cubicBezTo>
                    <a:pt x="712" y="6844"/>
                    <a:pt x="832" y="6868"/>
                    <a:pt x="949" y="6868"/>
                  </a:cubicBezTo>
                  <a:cubicBezTo>
                    <a:pt x="1258" y="6868"/>
                    <a:pt x="1554" y="6698"/>
                    <a:pt x="1704" y="6407"/>
                  </a:cubicBezTo>
                  <a:lnTo>
                    <a:pt x="4099" y="1191"/>
                  </a:lnTo>
                  <a:cubicBezTo>
                    <a:pt x="4294" y="771"/>
                    <a:pt x="4111" y="274"/>
                    <a:pt x="3691" y="79"/>
                  </a:cubicBezTo>
                  <a:cubicBezTo>
                    <a:pt x="3577" y="26"/>
                    <a:pt x="3457" y="1"/>
                    <a:pt x="3339" y="1"/>
                  </a:cubicBezTo>
                  <a:close/>
                </a:path>
              </a:pathLst>
            </a:custGeom>
            <a:solidFill>
              <a:srgbClr val="A7AC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6"/>
            <p:cNvSpPr/>
            <p:nvPr/>
          </p:nvSpPr>
          <p:spPr>
            <a:xfrm rot="-8794615">
              <a:off x="6725412" y="1103085"/>
              <a:ext cx="553108" cy="474143"/>
            </a:xfrm>
            <a:custGeom>
              <a:avLst/>
              <a:gdLst/>
              <a:ahLst/>
              <a:cxnLst/>
              <a:rect l="l" t="t" r="r" b="b"/>
              <a:pathLst>
                <a:path w="22125" h="18533" extrusionOk="0">
                  <a:moveTo>
                    <a:pt x="14839" y="1"/>
                  </a:moveTo>
                  <a:lnTo>
                    <a:pt x="0" y="9842"/>
                  </a:lnTo>
                  <a:cubicBezTo>
                    <a:pt x="580" y="12237"/>
                    <a:pt x="1745" y="14780"/>
                    <a:pt x="3448" y="16714"/>
                  </a:cubicBezTo>
                  <a:cubicBezTo>
                    <a:pt x="4641" y="18064"/>
                    <a:pt x="5999" y="18533"/>
                    <a:pt x="7255" y="18533"/>
                  </a:cubicBezTo>
                  <a:cubicBezTo>
                    <a:pt x="8745" y="18533"/>
                    <a:pt x="10090" y="17873"/>
                    <a:pt x="10841" y="17240"/>
                  </a:cubicBezTo>
                  <a:cubicBezTo>
                    <a:pt x="11988" y="16270"/>
                    <a:pt x="12786" y="14549"/>
                    <a:pt x="13502" y="13917"/>
                  </a:cubicBezTo>
                  <a:cubicBezTo>
                    <a:pt x="14212" y="13284"/>
                    <a:pt x="17257" y="14307"/>
                    <a:pt x="19511" y="10569"/>
                  </a:cubicBezTo>
                  <a:cubicBezTo>
                    <a:pt x="22125" y="6234"/>
                    <a:pt x="17482" y="2124"/>
                    <a:pt x="17482" y="2124"/>
                  </a:cubicBezTo>
                  <a:cubicBezTo>
                    <a:pt x="16536" y="1343"/>
                    <a:pt x="15655" y="633"/>
                    <a:pt x="14839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6"/>
            <p:cNvSpPr/>
            <p:nvPr/>
          </p:nvSpPr>
          <p:spPr>
            <a:xfrm rot="-8794615">
              <a:off x="6911897" y="1317126"/>
              <a:ext cx="37724" cy="29349"/>
            </a:xfrm>
            <a:custGeom>
              <a:avLst/>
              <a:gdLst/>
              <a:ahLst/>
              <a:cxnLst/>
              <a:rect l="l" t="t" r="r" b="b"/>
              <a:pathLst>
                <a:path w="1509" h="1174" extrusionOk="0">
                  <a:moveTo>
                    <a:pt x="744" y="0"/>
                  </a:moveTo>
                  <a:cubicBezTo>
                    <a:pt x="297" y="0"/>
                    <a:pt x="0" y="511"/>
                    <a:pt x="260" y="912"/>
                  </a:cubicBezTo>
                  <a:cubicBezTo>
                    <a:pt x="377" y="1081"/>
                    <a:pt x="564" y="1174"/>
                    <a:pt x="755" y="1174"/>
                  </a:cubicBezTo>
                  <a:cubicBezTo>
                    <a:pt x="866" y="1174"/>
                    <a:pt x="977" y="1143"/>
                    <a:pt x="1077" y="1078"/>
                  </a:cubicBezTo>
                  <a:cubicBezTo>
                    <a:pt x="1508" y="788"/>
                    <a:pt x="1378" y="114"/>
                    <a:pt x="870" y="13"/>
                  </a:cubicBezTo>
                  <a:cubicBezTo>
                    <a:pt x="827" y="4"/>
                    <a:pt x="785" y="0"/>
                    <a:pt x="7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6"/>
            <p:cNvSpPr/>
            <p:nvPr/>
          </p:nvSpPr>
          <p:spPr>
            <a:xfrm rot="-8794615">
              <a:off x="7084378" y="1316710"/>
              <a:ext cx="37849" cy="29399"/>
            </a:xfrm>
            <a:custGeom>
              <a:avLst/>
              <a:gdLst/>
              <a:ahLst/>
              <a:cxnLst/>
              <a:rect l="l" t="t" r="r" b="b"/>
              <a:pathLst>
                <a:path w="1514" h="1176" extrusionOk="0">
                  <a:moveTo>
                    <a:pt x="744" y="1"/>
                  </a:moveTo>
                  <a:cubicBezTo>
                    <a:pt x="296" y="1"/>
                    <a:pt x="0" y="512"/>
                    <a:pt x="266" y="913"/>
                  </a:cubicBezTo>
                  <a:cubicBezTo>
                    <a:pt x="378" y="1084"/>
                    <a:pt x="562" y="1176"/>
                    <a:pt x="751" y="1176"/>
                  </a:cubicBezTo>
                  <a:cubicBezTo>
                    <a:pt x="863" y="1176"/>
                    <a:pt x="975" y="1144"/>
                    <a:pt x="1076" y="1078"/>
                  </a:cubicBezTo>
                  <a:cubicBezTo>
                    <a:pt x="1514" y="789"/>
                    <a:pt x="1384" y="120"/>
                    <a:pt x="869" y="14"/>
                  </a:cubicBezTo>
                  <a:cubicBezTo>
                    <a:pt x="826" y="5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36"/>
            <p:cNvSpPr/>
            <p:nvPr/>
          </p:nvSpPr>
          <p:spPr>
            <a:xfrm rot="-8794615">
              <a:off x="6989846" y="1327920"/>
              <a:ext cx="56173" cy="44599"/>
            </a:xfrm>
            <a:custGeom>
              <a:avLst/>
              <a:gdLst/>
              <a:ahLst/>
              <a:cxnLst/>
              <a:rect l="l" t="t" r="r" b="b"/>
              <a:pathLst>
                <a:path w="2247" h="1784" extrusionOk="0">
                  <a:moveTo>
                    <a:pt x="1219" y="0"/>
                  </a:moveTo>
                  <a:cubicBezTo>
                    <a:pt x="1016" y="0"/>
                    <a:pt x="810" y="58"/>
                    <a:pt x="628" y="177"/>
                  </a:cubicBezTo>
                  <a:cubicBezTo>
                    <a:pt x="137" y="509"/>
                    <a:pt x="1" y="1171"/>
                    <a:pt x="326" y="1668"/>
                  </a:cubicBezTo>
                  <a:cubicBezTo>
                    <a:pt x="380" y="1749"/>
                    <a:pt x="453" y="1783"/>
                    <a:pt x="526" y="1783"/>
                  </a:cubicBezTo>
                  <a:cubicBezTo>
                    <a:pt x="701" y="1783"/>
                    <a:pt x="869" y="1588"/>
                    <a:pt x="740" y="1396"/>
                  </a:cubicBezTo>
                  <a:cubicBezTo>
                    <a:pt x="568" y="1130"/>
                    <a:pt x="639" y="775"/>
                    <a:pt x="906" y="597"/>
                  </a:cubicBezTo>
                  <a:cubicBezTo>
                    <a:pt x="1005" y="533"/>
                    <a:pt x="1117" y="502"/>
                    <a:pt x="1228" y="502"/>
                  </a:cubicBezTo>
                  <a:cubicBezTo>
                    <a:pt x="1413" y="502"/>
                    <a:pt x="1593" y="588"/>
                    <a:pt x="1704" y="751"/>
                  </a:cubicBezTo>
                  <a:cubicBezTo>
                    <a:pt x="1758" y="833"/>
                    <a:pt x="1833" y="867"/>
                    <a:pt x="1906" y="867"/>
                  </a:cubicBezTo>
                  <a:cubicBezTo>
                    <a:pt x="2080" y="867"/>
                    <a:pt x="2247" y="675"/>
                    <a:pt x="2118" y="479"/>
                  </a:cubicBezTo>
                  <a:cubicBezTo>
                    <a:pt x="1909" y="169"/>
                    <a:pt x="1567" y="0"/>
                    <a:pt x="12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6"/>
            <p:cNvSpPr/>
            <p:nvPr/>
          </p:nvSpPr>
          <p:spPr>
            <a:xfrm rot="-8794615">
              <a:off x="6870578" y="1346504"/>
              <a:ext cx="43624" cy="32124"/>
            </a:xfrm>
            <a:custGeom>
              <a:avLst/>
              <a:gdLst/>
              <a:ahLst/>
              <a:cxnLst/>
              <a:rect l="l" t="t" r="r" b="b"/>
              <a:pathLst>
                <a:path w="1745" h="1285" extrusionOk="0">
                  <a:moveTo>
                    <a:pt x="1204" y="1"/>
                  </a:moveTo>
                  <a:cubicBezTo>
                    <a:pt x="1016" y="1"/>
                    <a:pt x="792" y="71"/>
                    <a:pt x="586" y="208"/>
                  </a:cubicBezTo>
                  <a:cubicBezTo>
                    <a:pt x="189" y="469"/>
                    <a:pt x="0" y="877"/>
                    <a:pt x="160" y="1113"/>
                  </a:cubicBezTo>
                  <a:cubicBezTo>
                    <a:pt x="235" y="1228"/>
                    <a:pt x="376" y="1285"/>
                    <a:pt x="545" y="1285"/>
                  </a:cubicBezTo>
                  <a:cubicBezTo>
                    <a:pt x="732" y="1285"/>
                    <a:pt x="954" y="1215"/>
                    <a:pt x="1159" y="1078"/>
                  </a:cubicBezTo>
                  <a:cubicBezTo>
                    <a:pt x="1556" y="818"/>
                    <a:pt x="1745" y="410"/>
                    <a:pt x="1585" y="167"/>
                  </a:cubicBezTo>
                  <a:cubicBezTo>
                    <a:pt x="1510" y="56"/>
                    <a:pt x="1371" y="1"/>
                    <a:pt x="1204" y="1"/>
                  </a:cubicBezTo>
                  <a:close/>
                </a:path>
              </a:pathLst>
            </a:custGeom>
            <a:solidFill>
              <a:srgbClr val="CF71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36"/>
            <p:cNvSpPr/>
            <p:nvPr/>
          </p:nvSpPr>
          <p:spPr>
            <a:xfrm rot="-8794615">
              <a:off x="7117737" y="1345915"/>
              <a:ext cx="43649" cy="32124"/>
            </a:xfrm>
            <a:custGeom>
              <a:avLst/>
              <a:gdLst/>
              <a:ahLst/>
              <a:cxnLst/>
              <a:rect l="l" t="t" r="r" b="b"/>
              <a:pathLst>
                <a:path w="1746" h="1285" extrusionOk="0">
                  <a:moveTo>
                    <a:pt x="1201" y="0"/>
                  </a:moveTo>
                  <a:cubicBezTo>
                    <a:pt x="1014" y="0"/>
                    <a:pt x="792" y="70"/>
                    <a:pt x="586" y="207"/>
                  </a:cubicBezTo>
                  <a:cubicBezTo>
                    <a:pt x="190" y="467"/>
                    <a:pt x="1" y="875"/>
                    <a:pt x="160" y="1118"/>
                  </a:cubicBezTo>
                  <a:cubicBezTo>
                    <a:pt x="236" y="1229"/>
                    <a:pt x="375" y="1284"/>
                    <a:pt x="542" y="1284"/>
                  </a:cubicBezTo>
                  <a:cubicBezTo>
                    <a:pt x="730" y="1284"/>
                    <a:pt x="953" y="1214"/>
                    <a:pt x="1160" y="1077"/>
                  </a:cubicBezTo>
                  <a:cubicBezTo>
                    <a:pt x="1556" y="816"/>
                    <a:pt x="1745" y="408"/>
                    <a:pt x="1586" y="172"/>
                  </a:cubicBezTo>
                  <a:cubicBezTo>
                    <a:pt x="1510" y="57"/>
                    <a:pt x="1370" y="0"/>
                    <a:pt x="1201" y="0"/>
                  </a:cubicBezTo>
                  <a:close/>
                </a:path>
              </a:pathLst>
            </a:custGeom>
            <a:solidFill>
              <a:srgbClr val="CF71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36"/>
            <p:cNvSpPr/>
            <p:nvPr/>
          </p:nvSpPr>
          <p:spPr>
            <a:xfrm rot="-8794615">
              <a:off x="6824231" y="1356931"/>
              <a:ext cx="393888" cy="280491"/>
            </a:xfrm>
            <a:custGeom>
              <a:avLst/>
              <a:gdLst/>
              <a:ahLst/>
              <a:cxnLst/>
              <a:rect l="l" t="t" r="r" b="b"/>
              <a:pathLst>
                <a:path w="15756" h="11220" extrusionOk="0">
                  <a:moveTo>
                    <a:pt x="14587" y="0"/>
                  </a:moveTo>
                  <a:cubicBezTo>
                    <a:pt x="14496" y="0"/>
                    <a:pt x="14405" y="25"/>
                    <a:pt x="14324" y="78"/>
                  </a:cubicBezTo>
                  <a:lnTo>
                    <a:pt x="284" y="9398"/>
                  </a:lnTo>
                  <a:cubicBezTo>
                    <a:pt x="59" y="9540"/>
                    <a:pt x="0" y="9842"/>
                    <a:pt x="148" y="10061"/>
                  </a:cubicBezTo>
                  <a:lnTo>
                    <a:pt x="917" y="11220"/>
                  </a:lnTo>
                  <a:lnTo>
                    <a:pt x="15756" y="1373"/>
                  </a:lnTo>
                  <a:lnTo>
                    <a:pt x="14987" y="214"/>
                  </a:lnTo>
                  <a:cubicBezTo>
                    <a:pt x="14897" y="75"/>
                    <a:pt x="14743" y="0"/>
                    <a:pt x="14587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36"/>
            <p:cNvSpPr/>
            <p:nvPr/>
          </p:nvSpPr>
          <p:spPr>
            <a:xfrm rot="-8794615">
              <a:off x="6983270" y="1180487"/>
              <a:ext cx="337415" cy="255867"/>
            </a:xfrm>
            <a:custGeom>
              <a:avLst/>
              <a:gdLst/>
              <a:ahLst/>
              <a:cxnLst/>
              <a:rect l="l" t="t" r="r" b="b"/>
              <a:pathLst>
                <a:path w="13497" h="10235" extrusionOk="0">
                  <a:moveTo>
                    <a:pt x="2331" y="0"/>
                  </a:moveTo>
                  <a:lnTo>
                    <a:pt x="1" y="1544"/>
                  </a:lnTo>
                  <a:cubicBezTo>
                    <a:pt x="581" y="3939"/>
                    <a:pt x="1746" y="6482"/>
                    <a:pt x="3449" y="8416"/>
                  </a:cubicBezTo>
                  <a:cubicBezTo>
                    <a:pt x="4639" y="9766"/>
                    <a:pt x="5996" y="10235"/>
                    <a:pt x="7252" y="10235"/>
                  </a:cubicBezTo>
                  <a:cubicBezTo>
                    <a:pt x="8741" y="10235"/>
                    <a:pt x="10087" y="9575"/>
                    <a:pt x="10842" y="8942"/>
                  </a:cubicBezTo>
                  <a:cubicBezTo>
                    <a:pt x="11989" y="7972"/>
                    <a:pt x="12787" y="6251"/>
                    <a:pt x="13497" y="5619"/>
                  </a:cubicBezTo>
                  <a:lnTo>
                    <a:pt x="13497" y="5619"/>
                  </a:lnTo>
                  <a:cubicBezTo>
                    <a:pt x="13496" y="5619"/>
                    <a:pt x="11906" y="6978"/>
                    <a:pt x="9429" y="6978"/>
                  </a:cubicBezTo>
                  <a:cubicBezTo>
                    <a:pt x="8227" y="6978"/>
                    <a:pt x="6816" y="6658"/>
                    <a:pt x="5276" y="5707"/>
                  </a:cubicBezTo>
                  <a:cubicBezTo>
                    <a:pt x="3141" y="4394"/>
                    <a:pt x="2331" y="0"/>
                    <a:pt x="23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0" name="Google Shape;1400;p36"/>
          <p:cNvGrpSpPr/>
          <p:nvPr/>
        </p:nvGrpSpPr>
        <p:grpSpPr>
          <a:xfrm>
            <a:off x="8214615" y="1217033"/>
            <a:ext cx="394292" cy="502190"/>
            <a:chOff x="4195285" y="3958404"/>
            <a:chExt cx="357764" cy="455749"/>
          </a:xfrm>
        </p:grpSpPr>
        <p:sp>
          <p:nvSpPr>
            <p:cNvPr id="1401" name="Google Shape;1401;p36"/>
            <p:cNvSpPr/>
            <p:nvPr/>
          </p:nvSpPr>
          <p:spPr>
            <a:xfrm rot="8100000">
              <a:off x="4285909" y="3956086"/>
              <a:ext cx="120224" cy="306072"/>
            </a:xfrm>
            <a:custGeom>
              <a:avLst/>
              <a:gdLst/>
              <a:ahLst/>
              <a:cxnLst/>
              <a:rect l="l" t="t" r="r" b="b"/>
              <a:pathLst>
                <a:path w="4809" h="12243" extrusionOk="0">
                  <a:moveTo>
                    <a:pt x="4218" y="0"/>
                  </a:moveTo>
                  <a:cubicBezTo>
                    <a:pt x="4000" y="0"/>
                    <a:pt x="3797" y="142"/>
                    <a:pt x="3726" y="360"/>
                  </a:cubicBezTo>
                  <a:lnTo>
                    <a:pt x="89" y="11561"/>
                  </a:lnTo>
                  <a:cubicBezTo>
                    <a:pt x="0" y="11833"/>
                    <a:pt x="148" y="12129"/>
                    <a:pt x="420" y="12217"/>
                  </a:cubicBezTo>
                  <a:cubicBezTo>
                    <a:pt x="474" y="12235"/>
                    <a:pt x="528" y="12243"/>
                    <a:pt x="581" y="12243"/>
                  </a:cubicBezTo>
                  <a:cubicBezTo>
                    <a:pt x="802" y="12243"/>
                    <a:pt x="1005" y="12100"/>
                    <a:pt x="1077" y="11880"/>
                  </a:cubicBezTo>
                  <a:lnTo>
                    <a:pt x="4720" y="685"/>
                  </a:lnTo>
                  <a:cubicBezTo>
                    <a:pt x="4809" y="407"/>
                    <a:pt x="4661" y="111"/>
                    <a:pt x="4383" y="28"/>
                  </a:cubicBezTo>
                  <a:cubicBezTo>
                    <a:pt x="4328" y="9"/>
                    <a:pt x="4272" y="0"/>
                    <a:pt x="42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6"/>
            <p:cNvSpPr/>
            <p:nvPr/>
          </p:nvSpPr>
          <p:spPr>
            <a:xfrm rot="8100000">
              <a:off x="4287190" y="3959880"/>
              <a:ext cx="109724" cy="305397"/>
            </a:xfrm>
            <a:custGeom>
              <a:avLst/>
              <a:gdLst/>
              <a:ahLst/>
              <a:cxnLst/>
              <a:rect l="l" t="t" r="r" b="b"/>
              <a:pathLst>
                <a:path w="4389" h="12216" extrusionOk="0">
                  <a:moveTo>
                    <a:pt x="3969" y="0"/>
                  </a:moveTo>
                  <a:lnTo>
                    <a:pt x="0" y="12189"/>
                  </a:lnTo>
                  <a:cubicBezTo>
                    <a:pt x="55" y="12207"/>
                    <a:pt x="110" y="12215"/>
                    <a:pt x="164" y="12215"/>
                  </a:cubicBezTo>
                  <a:cubicBezTo>
                    <a:pt x="384" y="12215"/>
                    <a:pt x="585" y="12076"/>
                    <a:pt x="657" y="11852"/>
                  </a:cubicBezTo>
                  <a:lnTo>
                    <a:pt x="4300" y="657"/>
                  </a:lnTo>
                  <a:cubicBezTo>
                    <a:pt x="4389" y="379"/>
                    <a:pt x="4241" y="83"/>
                    <a:pt x="39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6"/>
            <p:cNvSpPr/>
            <p:nvPr/>
          </p:nvSpPr>
          <p:spPr>
            <a:xfrm rot="8100000">
              <a:off x="4302791" y="3982919"/>
              <a:ext cx="41150" cy="25050"/>
            </a:xfrm>
            <a:custGeom>
              <a:avLst/>
              <a:gdLst/>
              <a:ahLst/>
              <a:cxnLst/>
              <a:rect l="l" t="t" r="r" b="b"/>
              <a:pathLst>
                <a:path w="1646" h="1002" extrusionOk="0">
                  <a:moveTo>
                    <a:pt x="470" y="1"/>
                  </a:moveTo>
                  <a:cubicBezTo>
                    <a:pt x="128" y="1"/>
                    <a:pt x="0" y="530"/>
                    <a:pt x="380" y="653"/>
                  </a:cubicBezTo>
                  <a:lnTo>
                    <a:pt x="1438" y="1002"/>
                  </a:lnTo>
                  <a:lnTo>
                    <a:pt x="1645" y="369"/>
                  </a:lnTo>
                  <a:lnTo>
                    <a:pt x="587" y="20"/>
                  </a:lnTo>
                  <a:cubicBezTo>
                    <a:pt x="546" y="7"/>
                    <a:pt x="507" y="1"/>
                    <a:pt x="4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6"/>
            <p:cNvSpPr/>
            <p:nvPr/>
          </p:nvSpPr>
          <p:spPr>
            <a:xfrm rot="8100000">
              <a:off x="4303362" y="3983790"/>
              <a:ext cx="35800" cy="19100"/>
            </a:xfrm>
            <a:custGeom>
              <a:avLst/>
              <a:gdLst/>
              <a:ahLst/>
              <a:cxnLst/>
              <a:rect l="l" t="t" r="r" b="b"/>
              <a:pathLst>
                <a:path w="1432" h="764" extrusionOk="0">
                  <a:moveTo>
                    <a:pt x="60" y="1"/>
                  </a:moveTo>
                  <a:lnTo>
                    <a:pt x="60" y="1"/>
                  </a:lnTo>
                  <a:cubicBezTo>
                    <a:pt x="1" y="178"/>
                    <a:pt x="95" y="362"/>
                    <a:pt x="273" y="421"/>
                  </a:cubicBezTo>
                  <a:lnTo>
                    <a:pt x="1331" y="764"/>
                  </a:lnTo>
                  <a:lnTo>
                    <a:pt x="1432" y="444"/>
                  </a:lnTo>
                  <a:lnTo>
                    <a:pt x="6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36"/>
            <p:cNvSpPr/>
            <p:nvPr/>
          </p:nvSpPr>
          <p:spPr>
            <a:xfrm rot="8100000">
              <a:off x="4312442" y="4001687"/>
              <a:ext cx="41575" cy="25025"/>
            </a:xfrm>
            <a:custGeom>
              <a:avLst/>
              <a:gdLst/>
              <a:ahLst/>
              <a:cxnLst/>
              <a:rect l="l" t="t" r="r" b="b"/>
              <a:pathLst>
                <a:path w="1663" h="1001" extrusionOk="0">
                  <a:moveTo>
                    <a:pt x="475" y="0"/>
                  </a:moveTo>
                  <a:cubicBezTo>
                    <a:pt x="133" y="0"/>
                    <a:pt x="0" y="546"/>
                    <a:pt x="397" y="658"/>
                  </a:cubicBezTo>
                  <a:lnTo>
                    <a:pt x="1455" y="1001"/>
                  </a:lnTo>
                  <a:lnTo>
                    <a:pt x="1662" y="368"/>
                  </a:lnTo>
                  <a:lnTo>
                    <a:pt x="604" y="25"/>
                  </a:lnTo>
                  <a:cubicBezTo>
                    <a:pt x="558" y="8"/>
                    <a:pt x="515" y="0"/>
                    <a:pt x="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6"/>
            <p:cNvSpPr/>
            <p:nvPr/>
          </p:nvSpPr>
          <p:spPr>
            <a:xfrm rot="8100000">
              <a:off x="4312979" y="4002811"/>
              <a:ext cx="35800" cy="19100"/>
            </a:xfrm>
            <a:custGeom>
              <a:avLst/>
              <a:gdLst/>
              <a:ahLst/>
              <a:cxnLst/>
              <a:rect l="l" t="t" r="r" b="b"/>
              <a:pathLst>
                <a:path w="1432" h="764" extrusionOk="0">
                  <a:moveTo>
                    <a:pt x="54" y="1"/>
                  </a:moveTo>
                  <a:cubicBezTo>
                    <a:pt x="1" y="178"/>
                    <a:pt x="95" y="361"/>
                    <a:pt x="267" y="421"/>
                  </a:cubicBezTo>
                  <a:lnTo>
                    <a:pt x="1325" y="764"/>
                  </a:lnTo>
                  <a:lnTo>
                    <a:pt x="1432" y="450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6"/>
            <p:cNvSpPr/>
            <p:nvPr/>
          </p:nvSpPr>
          <p:spPr>
            <a:xfrm rot="8100000">
              <a:off x="4322111" y="4020847"/>
              <a:ext cx="40675" cy="24800"/>
            </a:xfrm>
            <a:custGeom>
              <a:avLst/>
              <a:gdLst/>
              <a:ahLst/>
              <a:cxnLst/>
              <a:rect l="l" t="t" r="r" b="b"/>
              <a:pathLst>
                <a:path w="1627" h="992" extrusionOk="0">
                  <a:moveTo>
                    <a:pt x="470" y="0"/>
                  </a:moveTo>
                  <a:cubicBezTo>
                    <a:pt x="130" y="0"/>
                    <a:pt x="0" y="513"/>
                    <a:pt x="367" y="648"/>
                  </a:cubicBezTo>
                  <a:lnTo>
                    <a:pt x="1426" y="991"/>
                  </a:lnTo>
                  <a:lnTo>
                    <a:pt x="1627" y="358"/>
                  </a:lnTo>
                  <a:lnTo>
                    <a:pt x="574" y="15"/>
                  </a:lnTo>
                  <a:cubicBezTo>
                    <a:pt x="537" y="5"/>
                    <a:pt x="503" y="0"/>
                    <a:pt x="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6"/>
            <p:cNvSpPr/>
            <p:nvPr/>
          </p:nvSpPr>
          <p:spPr>
            <a:xfrm rot="8100000">
              <a:off x="4322521" y="4021501"/>
              <a:ext cx="35825" cy="19250"/>
            </a:xfrm>
            <a:custGeom>
              <a:avLst/>
              <a:gdLst/>
              <a:ahLst/>
              <a:cxnLst/>
              <a:rect l="l" t="t" r="r" b="b"/>
              <a:pathLst>
                <a:path w="1433" h="770" extrusionOk="0">
                  <a:moveTo>
                    <a:pt x="60" y="0"/>
                  </a:moveTo>
                  <a:lnTo>
                    <a:pt x="60" y="0"/>
                  </a:lnTo>
                  <a:cubicBezTo>
                    <a:pt x="1" y="178"/>
                    <a:pt x="96" y="367"/>
                    <a:pt x="273" y="420"/>
                  </a:cubicBezTo>
                  <a:lnTo>
                    <a:pt x="1332" y="769"/>
                  </a:lnTo>
                  <a:lnTo>
                    <a:pt x="1432" y="450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6"/>
            <p:cNvSpPr/>
            <p:nvPr/>
          </p:nvSpPr>
          <p:spPr>
            <a:xfrm rot="8100000">
              <a:off x="4331755" y="4039473"/>
              <a:ext cx="41150" cy="25025"/>
            </a:xfrm>
            <a:custGeom>
              <a:avLst/>
              <a:gdLst/>
              <a:ahLst/>
              <a:cxnLst/>
              <a:rect l="l" t="t" r="r" b="b"/>
              <a:pathLst>
                <a:path w="1646" h="1001" extrusionOk="0">
                  <a:moveTo>
                    <a:pt x="473" y="0"/>
                  </a:moveTo>
                  <a:cubicBezTo>
                    <a:pt x="133" y="0"/>
                    <a:pt x="1" y="529"/>
                    <a:pt x="380" y="652"/>
                  </a:cubicBezTo>
                  <a:lnTo>
                    <a:pt x="1439" y="1001"/>
                  </a:lnTo>
                  <a:lnTo>
                    <a:pt x="1646" y="362"/>
                  </a:lnTo>
                  <a:lnTo>
                    <a:pt x="587" y="19"/>
                  </a:lnTo>
                  <a:cubicBezTo>
                    <a:pt x="547" y="6"/>
                    <a:pt x="509" y="0"/>
                    <a:pt x="4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6"/>
            <p:cNvSpPr/>
            <p:nvPr/>
          </p:nvSpPr>
          <p:spPr>
            <a:xfrm rot="8100000">
              <a:off x="4332212" y="4040464"/>
              <a:ext cx="35800" cy="19100"/>
            </a:xfrm>
            <a:custGeom>
              <a:avLst/>
              <a:gdLst/>
              <a:ahLst/>
              <a:cxnLst/>
              <a:rect l="l" t="t" r="r" b="b"/>
              <a:pathLst>
                <a:path w="1432" h="764" extrusionOk="0">
                  <a:moveTo>
                    <a:pt x="53" y="1"/>
                  </a:moveTo>
                  <a:lnTo>
                    <a:pt x="53" y="1"/>
                  </a:lnTo>
                  <a:cubicBezTo>
                    <a:pt x="0" y="172"/>
                    <a:pt x="95" y="362"/>
                    <a:pt x="272" y="421"/>
                  </a:cubicBezTo>
                  <a:lnTo>
                    <a:pt x="1325" y="764"/>
                  </a:lnTo>
                  <a:lnTo>
                    <a:pt x="1431" y="445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6"/>
            <p:cNvSpPr/>
            <p:nvPr/>
          </p:nvSpPr>
          <p:spPr>
            <a:xfrm rot="8100000">
              <a:off x="4341416" y="4058424"/>
              <a:ext cx="41150" cy="24900"/>
            </a:xfrm>
            <a:custGeom>
              <a:avLst/>
              <a:gdLst/>
              <a:ahLst/>
              <a:cxnLst/>
              <a:rect l="l" t="t" r="r" b="b"/>
              <a:pathLst>
                <a:path w="1646" h="996" extrusionOk="0">
                  <a:moveTo>
                    <a:pt x="476" y="1"/>
                  </a:moveTo>
                  <a:cubicBezTo>
                    <a:pt x="133" y="1"/>
                    <a:pt x="0" y="530"/>
                    <a:pt x="385" y="653"/>
                  </a:cubicBezTo>
                  <a:lnTo>
                    <a:pt x="1444" y="996"/>
                  </a:lnTo>
                  <a:lnTo>
                    <a:pt x="1645" y="363"/>
                  </a:lnTo>
                  <a:lnTo>
                    <a:pt x="592" y="20"/>
                  </a:lnTo>
                  <a:cubicBezTo>
                    <a:pt x="551" y="7"/>
                    <a:pt x="513" y="1"/>
                    <a:pt x="4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6"/>
            <p:cNvSpPr/>
            <p:nvPr/>
          </p:nvSpPr>
          <p:spPr>
            <a:xfrm rot="8100000">
              <a:off x="4341934" y="4059379"/>
              <a:ext cx="35800" cy="19100"/>
            </a:xfrm>
            <a:custGeom>
              <a:avLst/>
              <a:gdLst/>
              <a:ahLst/>
              <a:cxnLst/>
              <a:rect l="l" t="t" r="r" b="b"/>
              <a:pathLst>
                <a:path w="1432" h="764" extrusionOk="0">
                  <a:moveTo>
                    <a:pt x="59" y="1"/>
                  </a:moveTo>
                  <a:cubicBezTo>
                    <a:pt x="0" y="178"/>
                    <a:pt x="95" y="361"/>
                    <a:pt x="272" y="421"/>
                  </a:cubicBezTo>
                  <a:lnTo>
                    <a:pt x="1331" y="764"/>
                  </a:lnTo>
                  <a:lnTo>
                    <a:pt x="1432" y="450"/>
                  </a:lnTo>
                  <a:lnTo>
                    <a:pt x="5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6"/>
            <p:cNvSpPr/>
            <p:nvPr/>
          </p:nvSpPr>
          <p:spPr>
            <a:xfrm rot="8100000">
              <a:off x="4247682" y="4013857"/>
              <a:ext cx="41325" cy="24850"/>
            </a:xfrm>
            <a:custGeom>
              <a:avLst/>
              <a:gdLst/>
              <a:ahLst/>
              <a:cxnLst/>
              <a:rect l="l" t="t" r="r" b="b"/>
              <a:pathLst>
                <a:path w="1653" h="994" extrusionOk="0">
                  <a:moveTo>
                    <a:pt x="208" y="0"/>
                  </a:moveTo>
                  <a:lnTo>
                    <a:pt x="1" y="633"/>
                  </a:lnTo>
                  <a:lnTo>
                    <a:pt x="1065" y="976"/>
                  </a:lnTo>
                  <a:cubicBezTo>
                    <a:pt x="1104" y="988"/>
                    <a:pt x="1141" y="994"/>
                    <a:pt x="1176" y="994"/>
                  </a:cubicBezTo>
                  <a:cubicBezTo>
                    <a:pt x="1518" y="994"/>
                    <a:pt x="1653" y="461"/>
                    <a:pt x="1267" y="337"/>
                  </a:cubicBezTo>
                  <a:lnTo>
                    <a:pt x="20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6"/>
            <p:cNvSpPr/>
            <p:nvPr/>
          </p:nvSpPr>
          <p:spPr>
            <a:xfrm rot="8100000">
              <a:off x="4248634" y="4013538"/>
              <a:ext cx="37000" cy="16950"/>
            </a:xfrm>
            <a:custGeom>
              <a:avLst/>
              <a:gdLst/>
              <a:ahLst/>
              <a:cxnLst/>
              <a:rect l="l" t="t" r="r" b="b"/>
              <a:pathLst>
                <a:path w="1480" h="678" extrusionOk="0">
                  <a:moveTo>
                    <a:pt x="107" y="1"/>
                  </a:moveTo>
                  <a:lnTo>
                    <a:pt x="1" y="320"/>
                  </a:lnTo>
                  <a:lnTo>
                    <a:pt x="1065" y="663"/>
                  </a:lnTo>
                  <a:cubicBezTo>
                    <a:pt x="1098" y="673"/>
                    <a:pt x="1130" y="678"/>
                    <a:pt x="1163" y="678"/>
                  </a:cubicBezTo>
                  <a:cubicBezTo>
                    <a:pt x="1303" y="678"/>
                    <a:pt x="1436" y="588"/>
                    <a:pt x="1479" y="444"/>
                  </a:cubicBezTo>
                  <a:lnTo>
                    <a:pt x="1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6"/>
            <p:cNvSpPr/>
            <p:nvPr/>
          </p:nvSpPr>
          <p:spPr>
            <a:xfrm rot="8100000">
              <a:off x="4257828" y="4032707"/>
              <a:ext cx="40850" cy="24750"/>
            </a:xfrm>
            <a:custGeom>
              <a:avLst/>
              <a:gdLst/>
              <a:ahLst/>
              <a:cxnLst/>
              <a:rect l="l" t="t" r="r" b="b"/>
              <a:pathLst>
                <a:path w="1634" h="990" extrusionOk="0">
                  <a:moveTo>
                    <a:pt x="207" y="0"/>
                  </a:moveTo>
                  <a:lnTo>
                    <a:pt x="0" y="633"/>
                  </a:lnTo>
                  <a:lnTo>
                    <a:pt x="1059" y="976"/>
                  </a:lnTo>
                  <a:cubicBezTo>
                    <a:pt x="1094" y="985"/>
                    <a:pt x="1127" y="990"/>
                    <a:pt x="1159" y="990"/>
                  </a:cubicBezTo>
                  <a:cubicBezTo>
                    <a:pt x="1501" y="990"/>
                    <a:pt x="1634" y="473"/>
                    <a:pt x="1266" y="337"/>
                  </a:cubicBezTo>
                  <a:lnTo>
                    <a:pt x="2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6"/>
            <p:cNvSpPr/>
            <p:nvPr/>
          </p:nvSpPr>
          <p:spPr>
            <a:xfrm rot="8100000">
              <a:off x="4258289" y="4032441"/>
              <a:ext cx="36975" cy="16850"/>
            </a:xfrm>
            <a:custGeom>
              <a:avLst/>
              <a:gdLst/>
              <a:ahLst/>
              <a:cxnLst/>
              <a:rect l="l" t="t" r="r" b="b"/>
              <a:pathLst>
                <a:path w="1479" h="674" extrusionOk="0">
                  <a:moveTo>
                    <a:pt x="107" y="0"/>
                  </a:moveTo>
                  <a:lnTo>
                    <a:pt x="0" y="320"/>
                  </a:lnTo>
                  <a:lnTo>
                    <a:pt x="1059" y="657"/>
                  </a:lnTo>
                  <a:cubicBezTo>
                    <a:pt x="1093" y="668"/>
                    <a:pt x="1129" y="674"/>
                    <a:pt x="1163" y="674"/>
                  </a:cubicBezTo>
                  <a:cubicBezTo>
                    <a:pt x="1305" y="674"/>
                    <a:pt x="1436" y="582"/>
                    <a:pt x="1479" y="444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6"/>
            <p:cNvSpPr/>
            <p:nvPr/>
          </p:nvSpPr>
          <p:spPr>
            <a:xfrm rot="8100000">
              <a:off x="4267153" y="4051512"/>
              <a:ext cx="41150" cy="24900"/>
            </a:xfrm>
            <a:custGeom>
              <a:avLst/>
              <a:gdLst/>
              <a:ahLst/>
              <a:cxnLst/>
              <a:rect l="l" t="t" r="r" b="b"/>
              <a:pathLst>
                <a:path w="1646" h="996" extrusionOk="0">
                  <a:moveTo>
                    <a:pt x="207" y="1"/>
                  </a:moveTo>
                  <a:lnTo>
                    <a:pt x="0" y="634"/>
                  </a:lnTo>
                  <a:lnTo>
                    <a:pt x="1059" y="977"/>
                  </a:lnTo>
                  <a:cubicBezTo>
                    <a:pt x="1100" y="990"/>
                    <a:pt x="1138" y="995"/>
                    <a:pt x="1174" y="995"/>
                  </a:cubicBezTo>
                  <a:cubicBezTo>
                    <a:pt x="1517" y="995"/>
                    <a:pt x="1646" y="461"/>
                    <a:pt x="1266" y="344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6"/>
            <p:cNvSpPr/>
            <p:nvPr/>
          </p:nvSpPr>
          <p:spPr>
            <a:xfrm rot="8100000">
              <a:off x="4267976" y="4051271"/>
              <a:ext cx="36975" cy="16950"/>
            </a:xfrm>
            <a:custGeom>
              <a:avLst/>
              <a:gdLst/>
              <a:ahLst/>
              <a:cxnLst/>
              <a:rect l="l" t="t" r="r" b="b"/>
              <a:pathLst>
                <a:path w="1479" h="678" extrusionOk="0">
                  <a:moveTo>
                    <a:pt x="101" y="0"/>
                  </a:moveTo>
                  <a:lnTo>
                    <a:pt x="0" y="320"/>
                  </a:lnTo>
                  <a:lnTo>
                    <a:pt x="1059" y="663"/>
                  </a:lnTo>
                  <a:cubicBezTo>
                    <a:pt x="1092" y="673"/>
                    <a:pt x="1126" y="677"/>
                    <a:pt x="1159" y="677"/>
                  </a:cubicBezTo>
                  <a:cubicBezTo>
                    <a:pt x="1303" y="677"/>
                    <a:pt x="1436" y="588"/>
                    <a:pt x="1479" y="444"/>
                  </a:cubicBezTo>
                  <a:lnTo>
                    <a:pt x="1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6"/>
            <p:cNvSpPr/>
            <p:nvPr/>
          </p:nvSpPr>
          <p:spPr>
            <a:xfrm rot="8100000">
              <a:off x="4276748" y="4070480"/>
              <a:ext cx="41300" cy="24900"/>
            </a:xfrm>
            <a:custGeom>
              <a:avLst/>
              <a:gdLst/>
              <a:ahLst/>
              <a:cxnLst/>
              <a:rect l="l" t="t" r="r" b="b"/>
              <a:pathLst>
                <a:path w="1652" h="996" extrusionOk="0">
                  <a:moveTo>
                    <a:pt x="208" y="1"/>
                  </a:moveTo>
                  <a:lnTo>
                    <a:pt x="1" y="639"/>
                  </a:lnTo>
                  <a:lnTo>
                    <a:pt x="1065" y="976"/>
                  </a:lnTo>
                  <a:cubicBezTo>
                    <a:pt x="1105" y="989"/>
                    <a:pt x="1144" y="995"/>
                    <a:pt x="1180" y="995"/>
                  </a:cubicBezTo>
                  <a:cubicBezTo>
                    <a:pt x="1519" y="995"/>
                    <a:pt x="1651" y="466"/>
                    <a:pt x="1266" y="344"/>
                  </a:cubicBezTo>
                  <a:lnTo>
                    <a:pt x="2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6"/>
            <p:cNvSpPr/>
            <p:nvPr/>
          </p:nvSpPr>
          <p:spPr>
            <a:xfrm rot="8100000">
              <a:off x="4277616" y="4070170"/>
              <a:ext cx="37000" cy="16875"/>
            </a:xfrm>
            <a:custGeom>
              <a:avLst/>
              <a:gdLst/>
              <a:ahLst/>
              <a:cxnLst/>
              <a:rect l="l" t="t" r="r" b="b"/>
              <a:pathLst>
                <a:path w="1480" h="675" extrusionOk="0">
                  <a:moveTo>
                    <a:pt x="107" y="1"/>
                  </a:moveTo>
                  <a:lnTo>
                    <a:pt x="1" y="320"/>
                  </a:lnTo>
                  <a:lnTo>
                    <a:pt x="1065" y="657"/>
                  </a:lnTo>
                  <a:cubicBezTo>
                    <a:pt x="1099" y="669"/>
                    <a:pt x="1133" y="674"/>
                    <a:pt x="1167" y="674"/>
                  </a:cubicBezTo>
                  <a:cubicBezTo>
                    <a:pt x="1306" y="674"/>
                    <a:pt x="1436" y="582"/>
                    <a:pt x="1479" y="444"/>
                  </a:cubicBezTo>
                  <a:lnTo>
                    <a:pt x="1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6"/>
            <p:cNvSpPr/>
            <p:nvPr/>
          </p:nvSpPr>
          <p:spPr>
            <a:xfrm rot="8100000">
              <a:off x="4286780" y="4089267"/>
              <a:ext cx="40875" cy="24750"/>
            </a:xfrm>
            <a:custGeom>
              <a:avLst/>
              <a:gdLst/>
              <a:ahLst/>
              <a:cxnLst/>
              <a:rect l="l" t="t" r="r" b="b"/>
              <a:pathLst>
                <a:path w="1635" h="990" extrusionOk="0">
                  <a:moveTo>
                    <a:pt x="208" y="0"/>
                  </a:moveTo>
                  <a:lnTo>
                    <a:pt x="1" y="633"/>
                  </a:lnTo>
                  <a:lnTo>
                    <a:pt x="1059" y="976"/>
                  </a:lnTo>
                  <a:cubicBezTo>
                    <a:pt x="1094" y="986"/>
                    <a:pt x="1128" y="990"/>
                    <a:pt x="1159" y="990"/>
                  </a:cubicBezTo>
                  <a:cubicBezTo>
                    <a:pt x="1502" y="990"/>
                    <a:pt x="1635" y="473"/>
                    <a:pt x="1266" y="337"/>
                  </a:cubicBezTo>
                  <a:lnTo>
                    <a:pt x="20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6"/>
            <p:cNvSpPr/>
            <p:nvPr/>
          </p:nvSpPr>
          <p:spPr>
            <a:xfrm rot="8100000">
              <a:off x="4287312" y="4089021"/>
              <a:ext cx="37000" cy="16950"/>
            </a:xfrm>
            <a:custGeom>
              <a:avLst/>
              <a:gdLst/>
              <a:ahLst/>
              <a:cxnLst/>
              <a:rect l="l" t="t" r="r" b="b"/>
              <a:pathLst>
                <a:path w="1480" h="678" extrusionOk="0">
                  <a:moveTo>
                    <a:pt x="107" y="1"/>
                  </a:moveTo>
                  <a:lnTo>
                    <a:pt x="1" y="320"/>
                  </a:lnTo>
                  <a:lnTo>
                    <a:pt x="1059" y="663"/>
                  </a:lnTo>
                  <a:cubicBezTo>
                    <a:pt x="1093" y="673"/>
                    <a:pt x="1126" y="678"/>
                    <a:pt x="1160" y="678"/>
                  </a:cubicBezTo>
                  <a:cubicBezTo>
                    <a:pt x="1303" y="678"/>
                    <a:pt x="1436" y="588"/>
                    <a:pt x="1479" y="444"/>
                  </a:cubicBezTo>
                  <a:lnTo>
                    <a:pt x="1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6"/>
            <p:cNvSpPr/>
            <p:nvPr/>
          </p:nvSpPr>
          <p:spPr>
            <a:xfrm rot="8100000">
              <a:off x="4350958" y="4077564"/>
              <a:ext cx="41600" cy="25175"/>
            </a:xfrm>
            <a:custGeom>
              <a:avLst/>
              <a:gdLst/>
              <a:ahLst/>
              <a:cxnLst/>
              <a:rect l="l" t="t" r="r" b="b"/>
              <a:pathLst>
                <a:path w="1664" h="1007" extrusionOk="0">
                  <a:moveTo>
                    <a:pt x="475" y="0"/>
                  </a:moveTo>
                  <a:cubicBezTo>
                    <a:pt x="134" y="0"/>
                    <a:pt x="1" y="546"/>
                    <a:pt x="397" y="658"/>
                  </a:cubicBezTo>
                  <a:lnTo>
                    <a:pt x="1456" y="1006"/>
                  </a:lnTo>
                  <a:lnTo>
                    <a:pt x="1663" y="368"/>
                  </a:lnTo>
                  <a:lnTo>
                    <a:pt x="604" y="25"/>
                  </a:lnTo>
                  <a:cubicBezTo>
                    <a:pt x="559" y="8"/>
                    <a:pt x="516" y="0"/>
                    <a:pt x="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6"/>
            <p:cNvSpPr/>
            <p:nvPr/>
          </p:nvSpPr>
          <p:spPr>
            <a:xfrm rot="8100000">
              <a:off x="4351529" y="4078772"/>
              <a:ext cx="35950" cy="19100"/>
            </a:xfrm>
            <a:custGeom>
              <a:avLst/>
              <a:gdLst/>
              <a:ahLst/>
              <a:cxnLst/>
              <a:rect l="l" t="t" r="r" b="b"/>
              <a:pathLst>
                <a:path w="1438" h="764" extrusionOk="0">
                  <a:moveTo>
                    <a:pt x="60" y="1"/>
                  </a:moveTo>
                  <a:lnTo>
                    <a:pt x="60" y="1"/>
                  </a:lnTo>
                  <a:cubicBezTo>
                    <a:pt x="0" y="172"/>
                    <a:pt x="101" y="361"/>
                    <a:pt x="272" y="421"/>
                  </a:cubicBezTo>
                  <a:lnTo>
                    <a:pt x="1331" y="764"/>
                  </a:lnTo>
                  <a:lnTo>
                    <a:pt x="1438" y="450"/>
                  </a:lnTo>
                  <a:lnTo>
                    <a:pt x="6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6"/>
            <p:cNvSpPr/>
            <p:nvPr/>
          </p:nvSpPr>
          <p:spPr>
            <a:xfrm rot="8100000">
              <a:off x="4360649" y="4096678"/>
              <a:ext cx="41150" cy="24900"/>
            </a:xfrm>
            <a:custGeom>
              <a:avLst/>
              <a:gdLst/>
              <a:ahLst/>
              <a:cxnLst/>
              <a:rect l="l" t="t" r="r" b="b"/>
              <a:pathLst>
                <a:path w="1646" h="996" extrusionOk="0">
                  <a:moveTo>
                    <a:pt x="472" y="0"/>
                  </a:moveTo>
                  <a:cubicBezTo>
                    <a:pt x="133" y="0"/>
                    <a:pt x="0" y="529"/>
                    <a:pt x="380" y="652"/>
                  </a:cubicBezTo>
                  <a:lnTo>
                    <a:pt x="1438" y="995"/>
                  </a:lnTo>
                  <a:lnTo>
                    <a:pt x="1645" y="362"/>
                  </a:lnTo>
                  <a:lnTo>
                    <a:pt x="587" y="19"/>
                  </a:lnTo>
                  <a:cubicBezTo>
                    <a:pt x="546" y="6"/>
                    <a:pt x="508" y="0"/>
                    <a:pt x="4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6"/>
            <p:cNvSpPr/>
            <p:nvPr/>
          </p:nvSpPr>
          <p:spPr>
            <a:xfrm rot="8100000">
              <a:off x="4361168" y="4097633"/>
              <a:ext cx="35800" cy="19100"/>
            </a:xfrm>
            <a:custGeom>
              <a:avLst/>
              <a:gdLst/>
              <a:ahLst/>
              <a:cxnLst/>
              <a:rect l="l" t="t" r="r" b="b"/>
              <a:pathLst>
                <a:path w="1432" h="764" extrusionOk="0">
                  <a:moveTo>
                    <a:pt x="54" y="0"/>
                  </a:moveTo>
                  <a:lnTo>
                    <a:pt x="54" y="0"/>
                  </a:lnTo>
                  <a:cubicBezTo>
                    <a:pt x="1" y="172"/>
                    <a:pt x="95" y="361"/>
                    <a:pt x="273" y="420"/>
                  </a:cubicBezTo>
                  <a:lnTo>
                    <a:pt x="1325" y="763"/>
                  </a:lnTo>
                  <a:lnTo>
                    <a:pt x="1432" y="450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6"/>
            <p:cNvSpPr/>
            <p:nvPr/>
          </p:nvSpPr>
          <p:spPr>
            <a:xfrm rot="8100000">
              <a:off x="4296374" y="4108659"/>
              <a:ext cx="41025" cy="24750"/>
            </a:xfrm>
            <a:custGeom>
              <a:avLst/>
              <a:gdLst/>
              <a:ahLst/>
              <a:cxnLst/>
              <a:rect l="l" t="t" r="r" b="b"/>
              <a:pathLst>
                <a:path w="1641" h="990" extrusionOk="0">
                  <a:moveTo>
                    <a:pt x="202" y="0"/>
                  </a:moveTo>
                  <a:lnTo>
                    <a:pt x="1" y="633"/>
                  </a:lnTo>
                  <a:lnTo>
                    <a:pt x="1059" y="970"/>
                  </a:lnTo>
                  <a:cubicBezTo>
                    <a:pt x="1100" y="983"/>
                    <a:pt x="1138" y="989"/>
                    <a:pt x="1174" y="989"/>
                  </a:cubicBezTo>
                  <a:cubicBezTo>
                    <a:pt x="1512" y="989"/>
                    <a:pt x="1640" y="460"/>
                    <a:pt x="1261" y="337"/>
                  </a:cubicBez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6"/>
            <p:cNvSpPr/>
            <p:nvPr/>
          </p:nvSpPr>
          <p:spPr>
            <a:xfrm rot="8100000">
              <a:off x="4297035" y="4108360"/>
              <a:ext cx="37000" cy="16950"/>
            </a:xfrm>
            <a:custGeom>
              <a:avLst/>
              <a:gdLst/>
              <a:ahLst/>
              <a:cxnLst/>
              <a:rect l="l" t="t" r="r" b="b"/>
              <a:pathLst>
                <a:path w="1480" h="678" extrusionOk="0">
                  <a:moveTo>
                    <a:pt x="101" y="1"/>
                  </a:moveTo>
                  <a:lnTo>
                    <a:pt x="1" y="320"/>
                  </a:lnTo>
                  <a:lnTo>
                    <a:pt x="1059" y="663"/>
                  </a:lnTo>
                  <a:cubicBezTo>
                    <a:pt x="1092" y="673"/>
                    <a:pt x="1124" y="678"/>
                    <a:pt x="1157" y="678"/>
                  </a:cubicBezTo>
                  <a:cubicBezTo>
                    <a:pt x="1297" y="678"/>
                    <a:pt x="1431" y="588"/>
                    <a:pt x="1479" y="444"/>
                  </a:cubicBezTo>
                  <a:lnTo>
                    <a:pt x="1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6"/>
            <p:cNvSpPr/>
            <p:nvPr/>
          </p:nvSpPr>
          <p:spPr>
            <a:xfrm rot="8100000">
              <a:off x="4306043" y="4127419"/>
              <a:ext cx="41150" cy="24900"/>
            </a:xfrm>
            <a:custGeom>
              <a:avLst/>
              <a:gdLst/>
              <a:ahLst/>
              <a:cxnLst/>
              <a:rect l="l" t="t" r="r" b="b"/>
              <a:pathLst>
                <a:path w="1646" h="996" extrusionOk="0">
                  <a:moveTo>
                    <a:pt x="207" y="1"/>
                  </a:moveTo>
                  <a:lnTo>
                    <a:pt x="0" y="640"/>
                  </a:lnTo>
                  <a:lnTo>
                    <a:pt x="1059" y="977"/>
                  </a:lnTo>
                  <a:cubicBezTo>
                    <a:pt x="1100" y="990"/>
                    <a:pt x="1138" y="996"/>
                    <a:pt x="1175" y="996"/>
                  </a:cubicBezTo>
                  <a:cubicBezTo>
                    <a:pt x="1517" y="996"/>
                    <a:pt x="1645" y="467"/>
                    <a:pt x="1266" y="344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6"/>
            <p:cNvSpPr/>
            <p:nvPr/>
          </p:nvSpPr>
          <p:spPr>
            <a:xfrm rot="8100000">
              <a:off x="4306796" y="4127157"/>
              <a:ext cx="36975" cy="16850"/>
            </a:xfrm>
            <a:custGeom>
              <a:avLst/>
              <a:gdLst/>
              <a:ahLst/>
              <a:cxnLst/>
              <a:rect l="l" t="t" r="r" b="b"/>
              <a:pathLst>
                <a:path w="1479" h="674" extrusionOk="0">
                  <a:moveTo>
                    <a:pt x="101" y="0"/>
                  </a:moveTo>
                  <a:lnTo>
                    <a:pt x="0" y="320"/>
                  </a:lnTo>
                  <a:lnTo>
                    <a:pt x="1059" y="657"/>
                  </a:lnTo>
                  <a:cubicBezTo>
                    <a:pt x="1093" y="668"/>
                    <a:pt x="1129" y="674"/>
                    <a:pt x="1163" y="674"/>
                  </a:cubicBezTo>
                  <a:cubicBezTo>
                    <a:pt x="1305" y="674"/>
                    <a:pt x="1436" y="582"/>
                    <a:pt x="1479" y="444"/>
                  </a:cubicBezTo>
                  <a:lnTo>
                    <a:pt x="1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6"/>
            <p:cNvSpPr/>
            <p:nvPr/>
          </p:nvSpPr>
          <p:spPr>
            <a:xfrm rot="8100000">
              <a:off x="4397168" y="4220610"/>
              <a:ext cx="107074" cy="182398"/>
            </a:xfrm>
            <a:custGeom>
              <a:avLst/>
              <a:gdLst/>
              <a:ahLst/>
              <a:cxnLst/>
              <a:rect l="l" t="t" r="r" b="b"/>
              <a:pathLst>
                <a:path w="4283" h="7296" extrusionOk="0">
                  <a:moveTo>
                    <a:pt x="3009" y="0"/>
                  </a:moveTo>
                  <a:cubicBezTo>
                    <a:pt x="2528" y="0"/>
                    <a:pt x="2080" y="309"/>
                    <a:pt x="1923" y="790"/>
                  </a:cubicBezTo>
                  <a:lnTo>
                    <a:pt x="1" y="6591"/>
                  </a:lnTo>
                  <a:lnTo>
                    <a:pt x="2165" y="7295"/>
                  </a:lnTo>
                  <a:lnTo>
                    <a:pt x="4087" y="1493"/>
                  </a:lnTo>
                  <a:cubicBezTo>
                    <a:pt x="4282" y="896"/>
                    <a:pt x="3957" y="252"/>
                    <a:pt x="3360" y="56"/>
                  </a:cubicBezTo>
                  <a:cubicBezTo>
                    <a:pt x="3243" y="18"/>
                    <a:pt x="3125" y="0"/>
                    <a:pt x="30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6"/>
            <p:cNvSpPr/>
            <p:nvPr/>
          </p:nvSpPr>
          <p:spPr>
            <a:xfrm rot="8100000">
              <a:off x="4400657" y="4230432"/>
              <a:ext cx="79874" cy="180998"/>
            </a:xfrm>
            <a:custGeom>
              <a:avLst/>
              <a:gdLst/>
              <a:ahLst/>
              <a:cxnLst/>
              <a:rect l="l" t="t" r="r" b="b"/>
              <a:pathLst>
                <a:path w="3195" h="7240" extrusionOk="0">
                  <a:moveTo>
                    <a:pt x="2272" y="0"/>
                  </a:moveTo>
                  <a:lnTo>
                    <a:pt x="1" y="6890"/>
                  </a:lnTo>
                  <a:lnTo>
                    <a:pt x="1077" y="7239"/>
                  </a:lnTo>
                  <a:lnTo>
                    <a:pt x="2999" y="1437"/>
                  </a:lnTo>
                  <a:cubicBezTo>
                    <a:pt x="3194" y="840"/>
                    <a:pt x="2869" y="196"/>
                    <a:pt x="22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3" name="Google Shape;1433;p36"/>
          <p:cNvGrpSpPr/>
          <p:nvPr/>
        </p:nvGrpSpPr>
        <p:grpSpPr>
          <a:xfrm>
            <a:off x="520973" y="2895144"/>
            <a:ext cx="735982" cy="716302"/>
            <a:chOff x="7271166" y="1134074"/>
            <a:chExt cx="633867" cy="616917"/>
          </a:xfrm>
        </p:grpSpPr>
        <p:sp>
          <p:nvSpPr>
            <p:cNvPr id="1434" name="Google Shape;1434;p36"/>
            <p:cNvSpPr/>
            <p:nvPr/>
          </p:nvSpPr>
          <p:spPr>
            <a:xfrm rot="-1450106">
              <a:off x="7488251" y="1325917"/>
              <a:ext cx="25" cy="65072"/>
            </a:xfrm>
            <a:custGeom>
              <a:avLst/>
              <a:gdLst/>
              <a:ahLst/>
              <a:cxnLst/>
              <a:rect l="l" t="t" r="r" b="b"/>
              <a:pathLst>
                <a:path w="1" h="2603" fill="none" extrusionOk="0">
                  <a:moveTo>
                    <a:pt x="1" y="0"/>
                  </a:moveTo>
                  <a:lnTo>
                    <a:pt x="1" y="2602"/>
                  </a:lnTo>
                </a:path>
              </a:pathLst>
            </a:custGeom>
            <a:noFill/>
            <a:ln w="69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6"/>
            <p:cNvSpPr/>
            <p:nvPr/>
          </p:nvSpPr>
          <p:spPr>
            <a:xfrm rot="-1450106">
              <a:off x="7455585" y="1358474"/>
              <a:ext cx="65222" cy="25"/>
            </a:xfrm>
            <a:custGeom>
              <a:avLst/>
              <a:gdLst/>
              <a:ahLst/>
              <a:cxnLst/>
              <a:rect l="l" t="t" r="r" b="b"/>
              <a:pathLst>
                <a:path w="2609" h="1" fill="none" extrusionOk="0">
                  <a:moveTo>
                    <a:pt x="2609" y="0"/>
                  </a:moveTo>
                  <a:lnTo>
                    <a:pt x="1" y="0"/>
                  </a:lnTo>
                </a:path>
              </a:pathLst>
            </a:custGeom>
            <a:noFill/>
            <a:ln w="69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6"/>
            <p:cNvSpPr/>
            <p:nvPr/>
          </p:nvSpPr>
          <p:spPr>
            <a:xfrm rot="-1450106">
              <a:off x="7375845" y="1206327"/>
              <a:ext cx="452152" cy="472826"/>
            </a:xfrm>
            <a:custGeom>
              <a:avLst/>
              <a:gdLst/>
              <a:ahLst/>
              <a:cxnLst/>
              <a:rect l="l" t="t" r="r" b="b"/>
              <a:pathLst>
                <a:path w="18087" h="18914" extrusionOk="0">
                  <a:moveTo>
                    <a:pt x="6252" y="1"/>
                  </a:moveTo>
                  <a:cubicBezTo>
                    <a:pt x="6159" y="1"/>
                    <a:pt x="6065" y="3"/>
                    <a:pt x="5968" y="7"/>
                  </a:cubicBezTo>
                  <a:cubicBezTo>
                    <a:pt x="1887" y="172"/>
                    <a:pt x="1184" y="5134"/>
                    <a:pt x="1184" y="5134"/>
                  </a:cubicBezTo>
                  <a:cubicBezTo>
                    <a:pt x="1" y="15768"/>
                    <a:pt x="1615" y="17063"/>
                    <a:pt x="2769" y="17181"/>
                  </a:cubicBezTo>
                  <a:cubicBezTo>
                    <a:pt x="2795" y="17184"/>
                    <a:pt x="2820" y="17185"/>
                    <a:pt x="2845" y="17185"/>
                  </a:cubicBezTo>
                  <a:cubicBezTo>
                    <a:pt x="3628" y="17185"/>
                    <a:pt x="3838" y="15864"/>
                    <a:pt x="3975" y="15537"/>
                  </a:cubicBezTo>
                  <a:cubicBezTo>
                    <a:pt x="4141" y="15143"/>
                    <a:pt x="4499" y="14987"/>
                    <a:pt x="4874" y="14987"/>
                  </a:cubicBezTo>
                  <a:cubicBezTo>
                    <a:pt x="5259" y="14987"/>
                    <a:pt x="5663" y="15152"/>
                    <a:pt x="5897" y="15395"/>
                  </a:cubicBezTo>
                  <a:cubicBezTo>
                    <a:pt x="6512" y="16028"/>
                    <a:pt x="6092" y="16696"/>
                    <a:pt x="5773" y="17270"/>
                  </a:cubicBezTo>
                  <a:cubicBezTo>
                    <a:pt x="5324" y="18063"/>
                    <a:pt x="6010" y="18808"/>
                    <a:pt x="6719" y="18908"/>
                  </a:cubicBezTo>
                  <a:cubicBezTo>
                    <a:pt x="6742" y="18912"/>
                    <a:pt x="6766" y="18913"/>
                    <a:pt x="6791" y="18913"/>
                  </a:cubicBezTo>
                  <a:cubicBezTo>
                    <a:pt x="7640" y="18913"/>
                    <a:pt x="9816" y="17003"/>
                    <a:pt x="11936" y="15377"/>
                  </a:cubicBezTo>
                  <a:cubicBezTo>
                    <a:pt x="14189" y="13656"/>
                    <a:pt x="16424" y="11178"/>
                    <a:pt x="17252" y="8103"/>
                  </a:cubicBezTo>
                  <a:cubicBezTo>
                    <a:pt x="18086" y="5034"/>
                    <a:pt x="15726" y="3301"/>
                    <a:pt x="14325" y="2887"/>
                  </a:cubicBezTo>
                  <a:cubicBezTo>
                    <a:pt x="13160" y="2544"/>
                    <a:pt x="11640" y="2774"/>
                    <a:pt x="10901" y="2573"/>
                  </a:cubicBezTo>
                  <a:cubicBezTo>
                    <a:pt x="10176" y="2384"/>
                    <a:pt x="9529" y="1"/>
                    <a:pt x="62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6"/>
            <p:cNvSpPr/>
            <p:nvPr/>
          </p:nvSpPr>
          <p:spPr>
            <a:xfrm rot="-1450106">
              <a:off x="7490891" y="1358700"/>
              <a:ext cx="27749" cy="23774"/>
            </a:xfrm>
            <a:custGeom>
              <a:avLst/>
              <a:gdLst/>
              <a:ahLst/>
              <a:cxnLst/>
              <a:rect l="l" t="t" r="r" b="b"/>
              <a:pathLst>
                <a:path w="1110" h="951" extrusionOk="0">
                  <a:moveTo>
                    <a:pt x="571" y="1"/>
                  </a:moveTo>
                  <a:cubicBezTo>
                    <a:pt x="256" y="1"/>
                    <a:pt x="0" y="324"/>
                    <a:pt x="134" y="655"/>
                  </a:cubicBezTo>
                  <a:cubicBezTo>
                    <a:pt x="214" y="852"/>
                    <a:pt x="394" y="951"/>
                    <a:pt x="573" y="951"/>
                  </a:cubicBezTo>
                  <a:cubicBezTo>
                    <a:pt x="750" y="951"/>
                    <a:pt x="927" y="855"/>
                    <a:pt x="1009" y="661"/>
                  </a:cubicBezTo>
                  <a:cubicBezTo>
                    <a:pt x="1110" y="419"/>
                    <a:pt x="997" y="141"/>
                    <a:pt x="761" y="40"/>
                  </a:cubicBezTo>
                  <a:cubicBezTo>
                    <a:pt x="697" y="13"/>
                    <a:pt x="633" y="1"/>
                    <a:pt x="571" y="1"/>
                  </a:cubicBezTo>
                  <a:close/>
                </a:path>
              </a:pathLst>
            </a:custGeom>
            <a:solidFill>
              <a:srgbClr val="22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36"/>
            <p:cNvSpPr/>
            <p:nvPr/>
          </p:nvSpPr>
          <p:spPr>
            <a:xfrm rot="-1450106">
              <a:off x="7630414" y="1355863"/>
              <a:ext cx="27799" cy="23774"/>
            </a:xfrm>
            <a:custGeom>
              <a:avLst/>
              <a:gdLst/>
              <a:ahLst/>
              <a:cxnLst/>
              <a:rect l="l" t="t" r="r" b="b"/>
              <a:pathLst>
                <a:path w="1112" h="951" extrusionOk="0">
                  <a:moveTo>
                    <a:pt x="567" y="1"/>
                  </a:moveTo>
                  <a:cubicBezTo>
                    <a:pt x="253" y="1"/>
                    <a:pt x="1" y="323"/>
                    <a:pt x="129" y="650"/>
                  </a:cubicBezTo>
                  <a:cubicBezTo>
                    <a:pt x="210" y="850"/>
                    <a:pt x="392" y="950"/>
                    <a:pt x="574" y="950"/>
                  </a:cubicBezTo>
                  <a:cubicBezTo>
                    <a:pt x="751" y="950"/>
                    <a:pt x="929" y="854"/>
                    <a:pt x="1011" y="661"/>
                  </a:cubicBezTo>
                  <a:cubicBezTo>
                    <a:pt x="1111" y="419"/>
                    <a:pt x="999" y="141"/>
                    <a:pt x="756" y="40"/>
                  </a:cubicBezTo>
                  <a:cubicBezTo>
                    <a:pt x="692" y="13"/>
                    <a:pt x="628" y="1"/>
                    <a:pt x="567" y="1"/>
                  </a:cubicBezTo>
                  <a:close/>
                </a:path>
              </a:pathLst>
            </a:custGeom>
            <a:solidFill>
              <a:srgbClr val="22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36"/>
            <p:cNvSpPr/>
            <p:nvPr/>
          </p:nvSpPr>
          <p:spPr>
            <a:xfrm rot="-1450106">
              <a:off x="7553763" y="1368306"/>
              <a:ext cx="46373" cy="33348"/>
            </a:xfrm>
            <a:custGeom>
              <a:avLst/>
              <a:gdLst/>
              <a:ahLst/>
              <a:cxnLst/>
              <a:rect l="l" t="t" r="r" b="b"/>
              <a:pathLst>
                <a:path w="1855" h="1334" extrusionOk="0">
                  <a:moveTo>
                    <a:pt x="365" y="1"/>
                  </a:moveTo>
                  <a:cubicBezTo>
                    <a:pt x="293" y="1"/>
                    <a:pt x="222" y="38"/>
                    <a:pt x="184" y="127"/>
                  </a:cubicBezTo>
                  <a:cubicBezTo>
                    <a:pt x="0" y="564"/>
                    <a:pt x="202" y="1073"/>
                    <a:pt x="645" y="1262"/>
                  </a:cubicBezTo>
                  <a:cubicBezTo>
                    <a:pt x="758" y="1311"/>
                    <a:pt x="875" y="1333"/>
                    <a:pt x="990" y="1333"/>
                  </a:cubicBezTo>
                  <a:cubicBezTo>
                    <a:pt x="1327" y="1333"/>
                    <a:pt x="1645" y="1138"/>
                    <a:pt x="1787" y="807"/>
                  </a:cubicBezTo>
                  <a:cubicBezTo>
                    <a:pt x="1855" y="647"/>
                    <a:pt x="1726" y="527"/>
                    <a:pt x="1598" y="527"/>
                  </a:cubicBezTo>
                  <a:cubicBezTo>
                    <a:pt x="1527" y="527"/>
                    <a:pt x="1456" y="564"/>
                    <a:pt x="1420" y="653"/>
                  </a:cubicBezTo>
                  <a:cubicBezTo>
                    <a:pt x="1341" y="829"/>
                    <a:pt x="1169" y="933"/>
                    <a:pt x="987" y="933"/>
                  </a:cubicBezTo>
                  <a:cubicBezTo>
                    <a:pt x="924" y="933"/>
                    <a:pt x="861" y="921"/>
                    <a:pt x="799" y="896"/>
                  </a:cubicBezTo>
                  <a:cubicBezTo>
                    <a:pt x="562" y="795"/>
                    <a:pt x="450" y="517"/>
                    <a:pt x="556" y="281"/>
                  </a:cubicBezTo>
                  <a:cubicBezTo>
                    <a:pt x="621" y="121"/>
                    <a:pt x="493" y="1"/>
                    <a:pt x="365" y="1"/>
                  </a:cubicBezTo>
                  <a:close/>
                </a:path>
              </a:pathLst>
            </a:custGeom>
            <a:solidFill>
              <a:srgbClr val="22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6"/>
            <p:cNvSpPr/>
            <p:nvPr/>
          </p:nvSpPr>
          <p:spPr>
            <a:xfrm rot="-1450106">
              <a:off x="7456362" y="1384001"/>
              <a:ext cx="36398" cy="23574"/>
            </a:xfrm>
            <a:custGeom>
              <a:avLst/>
              <a:gdLst/>
              <a:ahLst/>
              <a:cxnLst/>
              <a:rect l="l" t="t" r="r" b="b"/>
              <a:pathLst>
                <a:path w="1456" h="943" extrusionOk="0">
                  <a:moveTo>
                    <a:pt x="504" y="0"/>
                  </a:moveTo>
                  <a:cubicBezTo>
                    <a:pt x="308" y="0"/>
                    <a:pt x="150" y="71"/>
                    <a:pt x="95" y="202"/>
                  </a:cubicBezTo>
                  <a:cubicBezTo>
                    <a:pt x="0" y="415"/>
                    <a:pt x="213" y="711"/>
                    <a:pt x="568" y="859"/>
                  </a:cubicBezTo>
                  <a:cubicBezTo>
                    <a:pt x="702" y="916"/>
                    <a:pt x="837" y="943"/>
                    <a:pt x="958" y="943"/>
                  </a:cubicBezTo>
                  <a:cubicBezTo>
                    <a:pt x="1153" y="943"/>
                    <a:pt x="1312" y="872"/>
                    <a:pt x="1367" y="741"/>
                  </a:cubicBezTo>
                  <a:cubicBezTo>
                    <a:pt x="1455" y="528"/>
                    <a:pt x="1248" y="232"/>
                    <a:pt x="893" y="84"/>
                  </a:cubicBezTo>
                  <a:cubicBezTo>
                    <a:pt x="760" y="28"/>
                    <a:pt x="625" y="0"/>
                    <a:pt x="504" y="0"/>
                  </a:cubicBezTo>
                  <a:close/>
                </a:path>
              </a:pathLst>
            </a:custGeom>
            <a:solidFill>
              <a:srgbClr val="22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36"/>
            <p:cNvSpPr/>
            <p:nvPr/>
          </p:nvSpPr>
          <p:spPr>
            <a:xfrm rot="-1450106">
              <a:off x="7656014" y="1379981"/>
              <a:ext cx="36398" cy="23674"/>
            </a:xfrm>
            <a:custGeom>
              <a:avLst/>
              <a:gdLst/>
              <a:ahLst/>
              <a:cxnLst/>
              <a:rect l="l" t="t" r="r" b="b"/>
              <a:pathLst>
                <a:path w="1456" h="947" extrusionOk="0">
                  <a:moveTo>
                    <a:pt x="504" y="0"/>
                  </a:moveTo>
                  <a:cubicBezTo>
                    <a:pt x="308" y="0"/>
                    <a:pt x="150" y="71"/>
                    <a:pt x="95" y="202"/>
                  </a:cubicBezTo>
                  <a:cubicBezTo>
                    <a:pt x="1" y="415"/>
                    <a:pt x="214" y="711"/>
                    <a:pt x="563" y="859"/>
                  </a:cubicBezTo>
                  <a:cubicBezTo>
                    <a:pt x="700" y="918"/>
                    <a:pt x="838" y="947"/>
                    <a:pt x="961" y="947"/>
                  </a:cubicBezTo>
                  <a:cubicBezTo>
                    <a:pt x="1154" y="947"/>
                    <a:pt x="1309" y="876"/>
                    <a:pt x="1367" y="746"/>
                  </a:cubicBezTo>
                  <a:cubicBezTo>
                    <a:pt x="1456" y="527"/>
                    <a:pt x="1249" y="238"/>
                    <a:pt x="894" y="84"/>
                  </a:cubicBezTo>
                  <a:cubicBezTo>
                    <a:pt x="760" y="27"/>
                    <a:pt x="625" y="0"/>
                    <a:pt x="504" y="0"/>
                  </a:cubicBezTo>
                  <a:close/>
                </a:path>
              </a:pathLst>
            </a:custGeom>
            <a:solidFill>
              <a:srgbClr val="22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6"/>
            <p:cNvSpPr/>
            <p:nvPr/>
          </p:nvSpPr>
          <p:spPr>
            <a:xfrm rot="-1450106">
              <a:off x="7549518" y="1232812"/>
              <a:ext cx="284186" cy="409279"/>
            </a:xfrm>
            <a:custGeom>
              <a:avLst/>
              <a:gdLst/>
              <a:ahLst/>
              <a:cxnLst/>
              <a:rect l="l" t="t" r="r" b="b"/>
              <a:pathLst>
                <a:path w="11368" h="16372" extrusionOk="0">
                  <a:moveTo>
                    <a:pt x="4182" y="26"/>
                  </a:moveTo>
                  <a:cubicBezTo>
                    <a:pt x="4189" y="28"/>
                    <a:pt x="4196" y="30"/>
                    <a:pt x="4203" y="32"/>
                  </a:cubicBezTo>
                  <a:lnTo>
                    <a:pt x="4203" y="32"/>
                  </a:lnTo>
                  <a:cubicBezTo>
                    <a:pt x="4189" y="28"/>
                    <a:pt x="4182" y="26"/>
                    <a:pt x="4182" y="26"/>
                  </a:cubicBezTo>
                  <a:close/>
                  <a:moveTo>
                    <a:pt x="4203" y="32"/>
                  </a:moveTo>
                  <a:cubicBezTo>
                    <a:pt x="4546" y="124"/>
                    <a:pt x="8868" y="1389"/>
                    <a:pt x="7499" y="6065"/>
                  </a:cubicBezTo>
                  <a:cubicBezTo>
                    <a:pt x="6334" y="10027"/>
                    <a:pt x="0" y="16367"/>
                    <a:pt x="0" y="16367"/>
                  </a:cubicBezTo>
                  <a:cubicBezTo>
                    <a:pt x="22" y="16370"/>
                    <a:pt x="45" y="16372"/>
                    <a:pt x="68" y="16372"/>
                  </a:cubicBezTo>
                  <a:cubicBezTo>
                    <a:pt x="915" y="16372"/>
                    <a:pt x="3094" y="14458"/>
                    <a:pt x="5222" y="12830"/>
                  </a:cubicBezTo>
                  <a:cubicBezTo>
                    <a:pt x="7470" y="11115"/>
                    <a:pt x="9705" y="8631"/>
                    <a:pt x="10539" y="5556"/>
                  </a:cubicBezTo>
                  <a:cubicBezTo>
                    <a:pt x="11367" y="2487"/>
                    <a:pt x="9007" y="760"/>
                    <a:pt x="7606" y="340"/>
                  </a:cubicBezTo>
                  <a:cubicBezTo>
                    <a:pt x="6458" y="0"/>
                    <a:pt x="4956" y="223"/>
                    <a:pt x="4203" y="3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6"/>
            <p:cNvSpPr/>
            <p:nvPr/>
          </p:nvSpPr>
          <p:spPr>
            <a:xfrm rot="-1450106">
              <a:off x="7348131" y="1205938"/>
              <a:ext cx="452277" cy="472801"/>
            </a:xfrm>
            <a:custGeom>
              <a:avLst/>
              <a:gdLst/>
              <a:ahLst/>
              <a:cxnLst/>
              <a:rect l="l" t="t" r="r" b="b"/>
              <a:pathLst>
                <a:path w="18092" h="18913" extrusionOk="0">
                  <a:moveTo>
                    <a:pt x="6269" y="0"/>
                  </a:moveTo>
                  <a:cubicBezTo>
                    <a:pt x="6173" y="0"/>
                    <a:pt x="6074" y="2"/>
                    <a:pt x="5974" y="6"/>
                  </a:cubicBezTo>
                  <a:cubicBezTo>
                    <a:pt x="1893" y="172"/>
                    <a:pt x="1183" y="5128"/>
                    <a:pt x="1183" y="5128"/>
                  </a:cubicBezTo>
                  <a:cubicBezTo>
                    <a:pt x="0" y="15762"/>
                    <a:pt x="1615" y="17063"/>
                    <a:pt x="2768" y="17181"/>
                  </a:cubicBezTo>
                  <a:cubicBezTo>
                    <a:pt x="2794" y="17184"/>
                    <a:pt x="2819" y="17185"/>
                    <a:pt x="2844" y="17185"/>
                  </a:cubicBezTo>
                  <a:cubicBezTo>
                    <a:pt x="3628" y="17185"/>
                    <a:pt x="3843" y="15858"/>
                    <a:pt x="3981" y="15537"/>
                  </a:cubicBezTo>
                  <a:cubicBezTo>
                    <a:pt x="4147" y="15140"/>
                    <a:pt x="4503" y="14982"/>
                    <a:pt x="4877" y="14982"/>
                  </a:cubicBezTo>
                  <a:cubicBezTo>
                    <a:pt x="5262" y="14982"/>
                    <a:pt x="5666" y="15149"/>
                    <a:pt x="5903" y="15395"/>
                  </a:cubicBezTo>
                  <a:cubicBezTo>
                    <a:pt x="6512" y="16028"/>
                    <a:pt x="6098" y="16696"/>
                    <a:pt x="5773" y="17264"/>
                  </a:cubicBezTo>
                  <a:cubicBezTo>
                    <a:pt x="5329" y="18056"/>
                    <a:pt x="6015" y="18802"/>
                    <a:pt x="6725" y="18908"/>
                  </a:cubicBezTo>
                  <a:cubicBezTo>
                    <a:pt x="6746" y="18911"/>
                    <a:pt x="6769" y="18913"/>
                    <a:pt x="6793" y="18913"/>
                  </a:cubicBezTo>
                  <a:cubicBezTo>
                    <a:pt x="7634" y="18913"/>
                    <a:pt x="9818" y="16999"/>
                    <a:pt x="11941" y="15377"/>
                  </a:cubicBezTo>
                  <a:cubicBezTo>
                    <a:pt x="14194" y="13656"/>
                    <a:pt x="16424" y="11172"/>
                    <a:pt x="17258" y="8103"/>
                  </a:cubicBezTo>
                  <a:cubicBezTo>
                    <a:pt x="18092" y="5028"/>
                    <a:pt x="15732" y="3301"/>
                    <a:pt x="14324" y="2881"/>
                  </a:cubicBezTo>
                  <a:cubicBezTo>
                    <a:pt x="13165" y="2538"/>
                    <a:pt x="11645" y="2768"/>
                    <a:pt x="10906" y="2573"/>
                  </a:cubicBezTo>
                  <a:cubicBezTo>
                    <a:pt x="10182" y="2378"/>
                    <a:pt x="9536" y="0"/>
                    <a:pt x="626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36"/>
            <p:cNvSpPr/>
            <p:nvPr/>
          </p:nvSpPr>
          <p:spPr>
            <a:xfrm rot="-1450106">
              <a:off x="7463240" y="1358142"/>
              <a:ext cx="27774" cy="23774"/>
            </a:xfrm>
            <a:custGeom>
              <a:avLst/>
              <a:gdLst/>
              <a:ahLst/>
              <a:cxnLst/>
              <a:rect l="l" t="t" r="r" b="b"/>
              <a:pathLst>
                <a:path w="1111" h="951" extrusionOk="0">
                  <a:moveTo>
                    <a:pt x="572" y="0"/>
                  </a:moveTo>
                  <a:cubicBezTo>
                    <a:pt x="256" y="0"/>
                    <a:pt x="1" y="324"/>
                    <a:pt x="134" y="655"/>
                  </a:cubicBezTo>
                  <a:cubicBezTo>
                    <a:pt x="215" y="852"/>
                    <a:pt x="394" y="951"/>
                    <a:pt x="574" y="951"/>
                  </a:cubicBezTo>
                  <a:cubicBezTo>
                    <a:pt x="751" y="951"/>
                    <a:pt x="928" y="855"/>
                    <a:pt x="1010" y="661"/>
                  </a:cubicBezTo>
                  <a:cubicBezTo>
                    <a:pt x="1110" y="418"/>
                    <a:pt x="998" y="140"/>
                    <a:pt x="761" y="40"/>
                  </a:cubicBezTo>
                  <a:cubicBezTo>
                    <a:pt x="697" y="13"/>
                    <a:pt x="633" y="0"/>
                    <a:pt x="5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36"/>
            <p:cNvSpPr/>
            <p:nvPr/>
          </p:nvSpPr>
          <p:spPr>
            <a:xfrm rot="-1450106">
              <a:off x="7602687" y="1355510"/>
              <a:ext cx="27774" cy="23649"/>
            </a:xfrm>
            <a:custGeom>
              <a:avLst/>
              <a:gdLst/>
              <a:ahLst/>
              <a:cxnLst/>
              <a:rect l="l" t="t" r="r" b="b"/>
              <a:pathLst>
                <a:path w="1111" h="946" extrusionOk="0">
                  <a:moveTo>
                    <a:pt x="566" y="1"/>
                  </a:moveTo>
                  <a:cubicBezTo>
                    <a:pt x="252" y="1"/>
                    <a:pt x="0" y="323"/>
                    <a:pt x="129" y="649"/>
                  </a:cubicBezTo>
                  <a:cubicBezTo>
                    <a:pt x="210" y="847"/>
                    <a:pt x="392" y="946"/>
                    <a:pt x="574" y="946"/>
                  </a:cubicBezTo>
                  <a:cubicBezTo>
                    <a:pt x="751" y="946"/>
                    <a:pt x="928" y="851"/>
                    <a:pt x="1010" y="661"/>
                  </a:cubicBezTo>
                  <a:cubicBezTo>
                    <a:pt x="1111" y="419"/>
                    <a:pt x="998" y="141"/>
                    <a:pt x="756" y="40"/>
                  </a:cubicBezTo>
                  <a:cubicBezTo>
                    <a:pt x="692" y="13"/>
                    <a:pt x="628" y="1"/>
                    <a:pt x="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36"/>
            <p:cNvSpPr/>
            <p:nvPr/>
          </p:nvSpPr>
          <p:spPr>
            <a:xfrm rot="-1450106">
              <a:off x="7526004" y="1367829"/>
              <a:ext cx="46373" cy="33323"/>
            </a:xfrm>
            <a:custGeom>
              <a:avLst/>
              <a:gdLst/>
              <a:ahLst/>
              <a:cxnLst/>
              <a:rect l="l" t="t" r="r" b="b"/>
              <a:pathLst>
                <a:path w="1855" h="1333" extrusionOk="0">
                  <a:moveTo>
                    <a:pt x="362" y="1"/>
                  </a:moveTo>
                  <a:cubicBezTo>
                    <a:pt x="292" y="1"/>
                    <a:pt x="221" y="38"/>
                    <a:pt x="183" y="126"/>
                  </a:cubicBezTo>
                  <a:cubicBezTo>
                    <a:pt x="0" y="563"/>
                    <a:pt x="201" y="1072"/>
                    <a:pt x="645" y="1261"/>
                  </a:cubicBezTo>
                  <a:cubicBezTo>
                    <a:pt x="758" y="1309"/>
                    <a:pt x="875" y="1332"/>
                    <a:pt x="990" y="1332"/>
                  </a:cubicBezTo>
                  <a:cubicBezTo>
                    <a:pt x="1327" y="1332"/>
                    <a:pt x="1645" y="1136"/>
                    <a:pt x="1786" y="806"/>
                  </a:cubicBezTo>
                  <a:cubicBezTo>
                    <a:pt x="1855" y="646"/>
                    <a:pt x="1725" y="526"/>
                    <a:pt x="1597" y="526"/>
                  </a:cubicBezTo>
                  <a:cubicBezTo>
                    <a:pt x="1526" y="526"/>
                    <a:pt x="1455" y="563"/>
                    <a:pt x="1419" y="652"/>
                  </a:cubicBezTo>
                  <a:cubicBezTo>
                    <a:pt x="1340" y="828"/>
                    <a:pt x="1170" y="935"/>
                    <a:pt x="991" y="935"/>
                  </a:cubicBezTo>
                  <a:cubicBezTo>
                    <a:pt x="929" y="935"/>
                    <a:pt x="865" y="922"/>
                    <a:pt x="804" y="895"/>
                  </a:cubicBezTo>
                  <a:cubicBezTo>
                    <a:pt x="562" y="794"/>
                    <a:pt x="450" y="522"/>
                    <a:pt x="556" y="279"/>
                  </a:cubicBezTo>
                  <a:cubicBezTo>
                    <a:pt x="621" y="123"/>
                    <a:pt x="491" y="1"/>
                    <a:pt x="3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36"/>
            <p:cNvSpPr/>
            <p:nvPr/>
          </p:nvSpPr>
          <p:spPr>
            <a:xfrm rot="-1450106">
              <a:off x="7428856" y="1383418"/>
              <a:ext cx="36248" cy="23574"/>
            </a:xfrm>
            <a:custGeom>
              <a:avLst/>
              <a:gdLst/>
              <a:ahLst/>
              <a:cxnLst/>
              <a:rect l="l" t="t" r="r" b="b"/>
              <a:pathLst>
                <a:path w="1450" h="943" extrusionOk="0">
                  <a:moveTo>
                    <a:pt x="498" y="0"/>
                  </a:moveTo>
                  <a:cubicBezTo>
                    <a:pt x="303" y="0"/>
                    <a:pt x="144" y="71"/>
                    <a:pt x="90" y="202"/>
                  </a:cubicBezTo>
                  <a:cubicBezTo>
                    <a:pt x="1" y="415"/>
                    <a:pt x="208" y="711"/>
                    <a:pt x="563" y="859"/>
                  </a:cubicBezTo>
                  <a:cubicBezTo>
                    <a:pt x="696" y="915"/>
                    <a:pt x="831" y="943"/>
                    <a:pt x="953" y="943"/>
                  </a:cubicBezTo>
                  <a:cubicBezTo>
                    <a:pt x="1148" y="943"/>
                    <a:pt x="1306" y="872"/>
                    <a:pt x="1361" y="741"/>
                  </a:cubicBezTo>
                  <a:cubicBezTo>
                    <a:pt x="1450" y="528"/>
                    <a:pt x="1243" y="232"/>
                    <a:pt x="888" y="84"/>
                  </a:cubicBezTo>
                  <a:cubicBezTo>
                    <a:pt x="754" y="27"/>
                    <a:pt x="619" y="0"/>
                    <a:pt x="498" y="0"/>
                  </a:cubicBezTo>
                  <a:close/>
                </a:path>
              </a:pathLst>
            </a:custGeom>
            <a:solidFill>
              <a:srgbClr val="CF71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36"/>
            <p:cNvSpPr/>
            <p:nvPr/>
          </p:nvSpPr>
          <p:spPr>
            <a:xfrm rot="-1450106">
              <a:off x="7628372" y="1379422"/>
              <a:ext cx="36398" cy="23599"/>
            </a:xfrm>
            <a:custGeom>
              <a:avLst/>
              <a:gdLst/>
              <a:ahLst/>
              <a:cxnLst/>
              <a:rect l="l" t="t" r="r" b="b"/>
              <a:pathLst>
                <a:path w="1456" h="944" extrusionOk="0">
                  <a:moveTo>
                    <a:pt x="499" y="0"/>
                  </a:moveTo>
                  <a:cubicBezTo>
                    <a:pt x="302" y="0"/>
                    <a:pt x="144" y="71"/>
                    <a:pt x="89" y="202"/>
                  </a:cubicBezTo>
                  <a:cubicBezTo>
                    <a:pt x="0" y="415"/>
                    <a:pt x="207" y="711"/>
                    <a:pt x="562" y="859"/>
                  </a:cubicBezTo>
                  <a:cubicBezTo>
                    <a:pt x="697" y="916"/>
                    <a:pt x="835" y="944"/>
                    <a:pt x="957" y="944"/>
                  </a:cubicBezTo>
                  <a:cubicBezTo>
                    <a:pt x="1150" y="944"/>
                    <a:pt x="1306" y="874"/>
                    <a:pt x="1360" y="740"/>
                  </a:cubicBezTo>
                  <a:cubicBezTo>
                    <a:pt x="1455" y="527"/>
                    <a:pt x="1242" y="232"/>
                    <a:pt x="893" y="84"/>
                  </a:cubicBezTo>
                  <a:cubicBezTo>
                    <a:pt x="757" y="27"/>
                    <a:pt x="621" y="0"/>
                    <a:pt x="499" y="0"/>
                  </a:cubicBezTo>
                  <a:close/>
                </a:path>
              </a:pathLst>
            </a:custGeom>
            <a:solidFill>
              <a:srgbClr val="CF71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36"/>
            <p:cNvSpPr/>
            <p:nvPr/>
          </p:nvSpPr>
          <p:spPr>
            <a:xfrm rot="-1450106">
              <a:off x="7521889" y="1232355"/>
              <a:ext cx="284186" cy="409179"/>
            </a:xfrm>
            <a:custGeom>
              <a:avLst/>
              <a:gdLst/>
              <a:ahLst/>
              <a:cxnLst/>
              <a:rect l="l" t="t" r="r" b="b"/>
              <a:pathLst>
                <a:path w="11368" h="16368" extrusionOk="0">
                  <a:moveTo>
                    <a:pt x="4182" y="28"/>
                  </a:moveTo>
                  <a:cubicBezTo>
                    <a:pt x="4187" y="30"/>
                    <a:pt x="4192" y="31"/>
                    <a:pt x="4198" y="32"/>
                  </a:cubicBezTo>
                  <a:lnTo>
                    <a:pt x="4198" y="32"/>
                  </a:lnTo>
                  <a:cubicBezTo>
                    <a:pt x="4187" y="29"/>
                    <a:pt x="4182" y="28"/>
                    <a:pt x="4182" y="28"/>
                  </a:cubicBezTo>
                  <a:close/>
                  <a:moveTo>
                    <a:pt x="4198" y="32"/>
                  </a:moveTo>
                  <a:lnTo>
                    <a:pt x="4198" y="32"/>
                  </a:lnTo>
                  <a:cubicBezTo>
                    <a:pt x="4492" y="110"/>
                    <a:pt x="8877" y="1356"/>
                    <a:pt x="7494" y="6061"/>
                  </a:cubicBezTo>
                  <a:cubicBezTo>
                    <a:pt x="6329" y="10023"/>
                    <a:pt x="1" y="16363"/>
                    <a:pt x="1" y="16363"/>
                  </a:cubicBezTo>
                  <a:cubicBezTo>
                    <a:pt x="22" y="16366"/>
                    <a:pt x="45" y="16368"/>
                    <a:pt x="69" y="16368"/>
                  </a:cubicBezTo>
                  <a:cubicBezTo>
                    <a:pt x="910" y="16368"/>
                    <a:pt x="3089" y="14454"/>
                    <a:pt x="5217" y="12832"/>
                  </a:cubicBezTo>
                  <a:cubicBezTo>
                    <a:pt x="7470" y="11111"/>
                    <a:pt x="9700" y="8627"/>
                    <a:pt x="10534" y="5558"/>
                  </a:cubicBezTo>
                  <a:cubicBezTo>
                    <a:pt x="11368" y="2488"/>
                    <a:pt x="9008" y="756"/>
                    <a:pt x="7600" y="342"/>
                  </a:cubicBezTo>
                  <a:cubicBezTo>
                    <a:pt x="6449" y="1"/>
                    <a:pt x="4942" y="220"/>
                    <a:pt x="4198" y="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0" name="Google Shape;1450;p36"/>
          <p:cNvGrpSpPr/>
          <p:nvPr/>
        </p:nvGrpSpPr>
        <p:grpSpPr>
          <a:xfrm>
            <a:off x="429105" y="995939"/>
            <a:ext cx="767312" cy="785032"/>
            <a:chOff x="4106016" y="3872864"/>
            <a:chExt cx="703892" cy="720146"/>
          </a:xfrm>
        </p:grpSpPr>
        <p:sp>
          <p:nvSpPr>
            <p:cNvPr id="1451" name="Google Shape;1451;p36"/>
            <p:cNvSpPr/>
            <p:nvPr/>
          </p:nvSpPr>
          <p:spPr>
            <a:xfrm rot="-8118230">
              <a:off x="4535952" y="4178984"/>
              <a:ext cx="31227" cy="26177"/>
            </a:xfrm>
            <a:custGeom>
              <a:avLst/>
              <a:gdLst/>
              <a:ahLst/>
              <a:cxnLst/>
              <a:rect l="l" t="t" r="r" b="b"/>
              <a:pathLst>
                <a:path w="1249" h="1047" extrusionOk="0">
                  <a:moveTo>
                    <a:pt x="835" y="1"/>
                  </a:moveTo>
                  <a:cubicBezTo>
                    <a:pt x="681" y="1"/>
                    <a:pt x="500" y="73"/>
                    <a:pt x="349" y="210"/>
                  </a:cubicBezTo>
                  <a:cubicBezTo>
                    <a:pt x="89" y="441"/>
                    <a:pt x="0" y="772"/>
                    <a:pt x="154" y="944"/>
                  </a:cubicBezTo>
                  <a:cubicBezTo>
                    <a:pt x="216" y="1013"/>
                    <a:pt x="308" y="1047"/>
                    <a:pt x="412" y="1047"/>
                  </a:cubicBezTo>
                  <a:cubicBezTo>
                    <a:pt x="564" y="1047"/>
                    <a:pt x="744" y="974"/>
                    <a:pt x="899" y="837"/>
                  </a:cubicBezTo>
                  <a:cubicBezTo>
                    <a:pt x="1159" y="601"/>
                    <a:pt x="1248" y="275"/>
                    <a:pt x="1094" y="104"/>
                  </a:cubicBezTo>
                  <a:cubicBezTo>
                    <a:pt x="1032" y="34"/>
                    <a:pt x="940" y="1"/>
                    <a:pt x="835" y="1"/>
                  </a:cubicBezTo>
                  <a:close/>
                </a:path>
              </a:pathLst>
            </a:custGeom>
            <a:solidFill>
              <a:srgbClr val="22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36"/>
            <p:cNvSpPr/>
            <p:nvPr/>
          </p:nvSpPr>
          <p:spPr>
            <a:xfrm rot="-8118230">
              <a:off x="4511345" y="4151887"/>
              <a:ext cx="32502" cy="24427"/>
            </a:xfrm>
            <a:custGeom>
              <a:avLst/>
              <a:gdLst/>
              <a:ahLst/>
              <a:cxnLst/>
              <a:rect l="l" t="t" r="r" b="b"/>
              <a:pathLst>
                <a:path w="1300" h="977" extrusionOk="0">
                  <a:moveTo>
                    <a:pt x="652" y="1"/>
                  </a:moveTo>
                  <a:cubicBezTo>
                    <a:pt x="650" y="1"/>
                    <a:pt x="647" y="1"/>
                    <a:pt x="645" y="1"/>
                  </a:cubicBezTo>
                  <a:cubicBezTo>
                    <a:pt x="207" y="7"/>
                    <a:pt x="0" y="533"/>
                    <a:pt x="308" y="841"/>
                  </a:cubicBezTo>
                  <a:cubicBezTo>
                    <a:pt x="404" y="931"/>
                    <a:pt x="527" y="977"/>
                    <a:pt x="650" y="977"/>
                  </a:cubicBezTo>
                  <a:cubicBezTo>
                    <a:pt x="777" y="977"/>
                    <a:pt x="904" y="928"/>
                    <a:pt x="1000" y="829"/>
                  </a:cubicBezTo>
                  <a:cubicBezTo>
                    <a:pt x="1300" y="517"/>
                    <a:pt x="1079" y="1"/>
                    <a:pt x="652" y="1"/>
                  </a:cubicBezTo>
                  <a:close/>
                </a:path>
              </a:pathLst>
            </a:custGeom>
            <a:solidFill>
              <a:srgbClr val="22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36"/>
            <p:cNvSpPr/>
            <p:nvPr/>
          </p:nvSpPr>
          <p:spPr>
            <a:xfrm rot="-8118230">
              <a:off x="4545512" y="4205079"/>
              <a:ext cx="31227" cy="26177"/>
            </a:xfrm>
            <a:custGeom>
              <a:avLst/>
              <a:gdLst/>
              <a:ahLst/>
              <a:cxnLst/>
              <a:rect l="l" t="t" r="r" b="b"/>
              <a:pathLst>
                <a:path w="1249" h="1047" extrusionOk="0">
                  <a:moveTo>
                    <a:pt x="840" y="1"/>
                  </a:moveTo>
                  <a:cubicBezTo>
                    <a:pt x="686" y="1"/>
                    <a:pt x="504" y="73"/>
                    <a:pt x="350" y="210"/>
                  </a:cubicBezTo>
                  <a:cubicBezTo>
                    <a:pt x="89" y="441"/>
                    <a:pt x="1" y="772"/>
                    <a:pt x="155" y="943"/>
                  </a:cubicBezTo>
                  <a:cubicBezTo>
                    <a:pt x="219" y="1013"/>
                    <a:pt x="312" y="1047"/>
                    <a:pt x="417" y="1047"/>
                  </a:cubicBezTo>
                  <a:cubicBezTo>
                    <a:pt x="571" y="1047"/>
                    <a:pt x="751" y="974"/>
                    <a:pt x="906" y="837"/>
                  </a:cubicBezTo>
                  <a:cubicBezTo>
                    <a:pt x="1166" y="606"/>
                    <a:pt x="1249" y="275"/>
                    <a:pt x="1095" y="104"/>
                  </a:cubicBezTo>
                  <a:cubicBezTo>
                    <a:pt x="1035" y="34"/>
                    <a:pt x="944" y="1"/>
                    <a:pt x="840" y="1"/>
                  </a:cubicBezTo>
                  <a:close/>
                </a:path>
              </a:pathLst>
            </a:custGeom>
            <a:solidFill>
              <a:srgbClr val="E08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36"/>
            <p:cNvSpPr/>
            <p:nvPr/>
          </p:nvSpPr>
          <p:spPr>
            <a:xfrm rot="-8118230">
              <a:off x="4520773" y="4177878"/>
              <a:ext cx="32677" cy="24477"/>
            </a:xfrm>
            <a:custGeom>
              <a:avLst/>
              <a:gdLst/>
              <a:ahLst/>
              <a:cxnLst/>
              <a:rect l="l" t="t" r="r" b="b"/>
              <a:pathLst>
                <a:path w="1307" h="979" extrusionOk="0">
                  <a:moveTo>
                    <a:pt x="653" y="1"/>
                  </a:moveTo>
                  <a:cubicBezTo>
                    <a:pt x="650" y="1"/>
                    <a:pt x="648" y="1"/>
                    <a:pt x="645" y="1"/>
                  </a:cubicBezTo>
                  <a:cubicBezTo>
                    <a:pt x="214" y="7"/>
                    <a:pt x="1" y="539"/>
                    <a:pt x="314" y="841"/>
                  </a:cubicBezTo>
                  <a:cubicBezTo>
                    <a:pt x="410" y="933"/>
                    <a:pt x="532" y="979"/>
                    <a:pt x="654" y="979"/>
                  </a:cubicBezTo>
                  <a:cubicBezTo>
                    <a:pt x="782" y="979"/>
                    <a:pt x="909" y="929"/>
                    <a:pt x="1006" y="829"/>
                  </a:cubicBezTo>
                  <a:cubicBezTo>
                    <a:pt x="1306" y="517"/>
                    <a:pt x="1086" y="1"/>
                    <a:pt x="653" y="1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36"/>
            <p:cNvSpPr/>
            <p:nvPr/>
          </p:nvSpPr>
          <p:spPr>
            <a:xfrm rot="-8118230">
              <a:off x="4200754" y="3981449"/>
              <a:ext cx="504838" cy="476936"/>
            </a:xfrm>
            <a:custGeom>
              <a:avLst/>
              <a:gdLst/>
              <a:ahLst/>
              <a:cxnLst/>
              <a:rect l="l" t="t" r="r" b="b"/>
              <a:pathLst>
                <a:path w="20192" h="19076" extrusionOk="0">
                  <a:moveTo>
                    <a:pt x="5367" y="0"/>
                  </a:moveTo>
                  <a:cubicBezTo>
                    <a:pt x="4210" y="0"/>
                    <a:pt x="3758" y="445"/>
                    <a:pt x="3531" y="886"/>
                  </a:cubicBezTo>
                  <a:cubicBezTo>
                    <a:pt x="3129" y="1667"/>
                    <a:pt x="4389" y="2400"/>
                    <a:pt x="4661" y="2660"/>
                  </a:cubicBezTo>
                  <a:cubicBezTo>
                    <a:pt x="5305" y="3281"/>
                    <a:pt x="4720" y="4293"/>
                    <a:pt x="4087" y="4559"/>
                  </a:cubicBezTo>
                  <a:cubicBezTo>
                    <a:pt x="3921" y="4629"/>
                    <a:pt x="3769" y="4660"/>
                    <a:pt x="3628" y="4660"/>
                  </a:cubicBezTo>
                  <a:cubicBezTo>
                    <a:pt x="3060" y="4660"/>
                    <a:pt x="2677" y="4159"/>
                    <a:pt x="2331" y="3742"/>
                  </a:cubicBezTo>
                  <a:cubicBezTo>
                    <a:pt x="2101" y="3466"/>
                    <a:pt x="1818" y="3351"/>
                    <a:pt x="1535" y="3351"/>
                  </a:cubicBezTo>
                  <a:cubicBezTo>
                    <a:pt x="1081" y="3351"/>
                    <a:pt x="629" y="3647"/>
                    <a:pt x="403" y="4044"/>
                  </a:cubicBezTo>
                  <a:cubicBezTo>
                    <a:pt x="0" y="4760"/>
                    <a:pt x="1065" y="7652"/>
                    <a:pt x="1863" y="10366"/>
                  </a:cubicBezTo>
                  <a:cubicBezTo>
                    <a:pt x="2674" y="13170"/>
                    <a:pt x="4235" y="16239"/>
                    <a:pt x="6873" y="18179"/>
                  </a:cubicBezTo>
                  <a:cubicBezTo>
                    <a:pt x="7758" y="18826"/>
                    <a:pt x="8631" y="19075"/>
                    <a:pt x="9436" y="19075"/>
                  </a:cubicBezTo>
                  <a:cubicBezTo>
                    <a:pt x="11034" y="19075"/>
                    <a:pt x="12362" y="18092"/>
                    <a:pt x="12976" y="17298"/>
                  </a:cubicBezTo>
                  <a:cubicBezTo>
                    <a:pt x="13733" y="16310"/>
                    <a:pt x="14076" y="14766"/>
                    <a:pt x="14543" y="14128"/>
                  </a:cubicBezTo>
                  <a:cubicBezTo>
                    <a:pt x="15010" y="13483"/>
                    <a:pt x="17672" y="13779"/>
                    <a:pt x="18837" y="10343"/>
                  </a:cubicBezTo>
                  <a:cubicBezTo>
                    <a:pt x="20191" y="6351"/>
                    <a:pt x="15691" y="3837"/>
                    <a:pt x="15691" y="3837"/>
                  </a:cubicBezTo>
                  <a:cubicBezTo>
                    <a:pt x="9989" y="871"/>
                    <a:pt x="6987" y="0"/>
                    <a:pt x="53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6"/>
            <p:cNvSpPr/>
            <p:nvPr/>
          </p:nvSpPr>
          <p:spPr>
            <a:xfrm rot="-8118230">
              <a:off x="4237411" y="4019794"/>
              <a:ext cx="430457" cy="412456"/>
            </a:xfrm>
            <a:custGeom>
              <a:avLst/>
              <a:gdLst/>
              <a:ahLst/>
              <a:cxnLst/>
              <a:rect l="l" t="t" r="r" b="b"/>
              <a:pathLst>
                <a:path w="17217" h="16497" extrusionOk="0">
                  <a:moveTo>
                    <a:pt x="4678" y="1"/>
                  </a:moveTo>
                  <a:cubicBezTo>
                    <a:pt x="4071" y="1"/>
                    <a:pt x="3842" y="253"/>
                    <a:pt x="3708" y="577"/>
                  </a:cubicBezTo>
                  <a:cubicBezTo>
                    <a:pt x="3507" y="1080"/>
                    <a:pt x="4116" y="1470"/>
                    <a:pt x="4619" y="2044"/>
                  </a:cubicBezTo>
                  <a:cubicBezTo>
                    <a:pt x="5690" y="3280"/>
                    <a:pt x="4489" y="4297"/>
                    <a:pt x="4016" y="4599"/>
                  </a:cubicBezTo>
                  <a:cubicBezTo>
                    <a:pt x="3692" y="4805"/>
                    <a:pt x="3381" y="4891"/>
                    <a:pt x="3090" y="4891"/>
                  </a:cubicBezTo>
                  <a:cubicBezTo>
                    <a:pt x="2505" y="4891"/>
                    <a:pt x="1998" y="4543"/>
                    <a:pt x="1615" y="4120"/>
                  </a:cubicBezTo>
                  <a:cubicBezTo>
                    <a:pt x="1311" y="3781"/>
                    <a:pt x="1032" y="3629"/>
                    <a:pt x="804" y="3629"/>
                  </a:cubicBezTo>
                  <a:cubicBezTo>
                    <a:pt x="651" y="3629"/>
                    <a:pt x="520" y="3698"/>
                    <a:pt x="420" y="3824"/>
                  </a:cubicBezTo>
                  <a:cubicBezTo>
                    <a:pt x="0" y="4351"/>
                    <a:pt x="970" y="6900"/>
                    <a:pt x="1745" y="9153"/>
                  </a:cubicBezTo>
                  <a:cubicBezTo>
                    <a:pt x="2514" y="11412"/>
                    <a:pt x="3809" y="14198"/>
                    <a:pt x="5967" y="15783"/>
                  </a:cubicBezTo>
                  <a:cubicBezTo>
                    <a:pt x="6662" y="16294"/>
                    <a:pt x="7338" y="16497"/>
                    <a:pt x="7961" y="16497"/>
                  </a:cubicBezTo>
                  <a:cubicBezTo>
                    <a:pt x="9269" y="16497"/>
                    <a:pt x="10347" y="15606"/>
                    <a:pt x="10888" y="14813"/>
                  </a:cubicBezTo>
                  <a:cubicBezTo>
                    <a:pt x="11462" y="13967"/>
                    <a:pt x="11941" y="12666"/>
                    <a:pt x="12325" y="12146"/>
                  </a:cubicBezTo>
                  <a:cubicBezTo>
                    <a:pt x="12710" y="11619"/>
                    <a:pt x="15152" y="11637"/>
                    <a:pt x="16110" y="8828"/>
                  </a:cubicBezTo>
                  <a:cubicBezTo>
                    <a:pt x="17216" y="5575"/>
                    <a:pt x="13195" y="3481"/>
                    <a:pt x="13195" y="3481"/>
                  </a:cubicBezTo>
                  <a:cubicBezTo>
                    <a:pt x="8066" y="813"/>
                    <a:pt x="5766" y="1"/>
                    <a:pt x="4678" y="1"/>
                  </a:cubicBezTo>
                  <a:close/>
                </a:path>
              </a:pathLst>
            </a:custGeom>
            <a:solidFill>
              <a:srgbClr val="22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6"/>
            <p:cNvSpPr/>
            <p:nvPr/>
          </p:nvSpPr>
          <p:spPr>
            <a:xfrm rot="-8118230">
              <a:off x="4270067" y="4059263"/>
              <a:ext cx="367453" cy="338375"/>
            </a:xfrm>
            <a:custGeom>
              <a:avLst/>
              <a:gdLst/>
              <a:ahLst/>
              <a:cxnLst/>
              <a:rect l="l" t="t" r="r" b="b"/>
              <a:pathLst>
                <a:path w="14697" h="13534" extrusionOk="0">
                  <a:moveTo>
                    <a:pt x="4615" y="0"/>
                  </a:moveTo>
                  <a:cubicBezTo>
                    <a:pt x="4414" y="0"/>
                    <a:pt x="4300" y="71"/>
                    <a:pt x="4247" y="203"/>
                  </a:cubicBezTo>
                  <a:cubicBezTo>
                    <a:pt x="4111" y="540"/>
                    <a:pt x="4264" y="593"/>
                    <a:pt x="4607" y="966"/>
                  </a:cubicBezTo>
                  <a:cubicBezTo>
                    <a:pt x="5702" y="2137"/>
                    <a:pt x="3513" y="4018"/>
                    <a:pt x="3200" y="4219"/>
                  </a:cubicBezTo>
                  <a:cubicBezTo>
                    <a:pt x="2803" y="4472"/>
                    <a:pt x="2474" y="4563"/>
                    <a:pt x="2204" y="4563"/>
                  </a:cubicBezTo>
                  <a:cubicBezTo>
                    <a:pt x="1731" y="4563"/>
                    <a:pt x="1442" y="4281"/>
                    <a:pt x="1295" y="4100"/>
                  </a:cubicBezTo>
                  <a:cubicBezTo>
                    <a:pt x="1055" y="3812"/>
                    <a:pt x="802" y="3624"/>
                    <a:pt x="615" y="3624"/>
                  </a:cubicBezTo>
                  <a:cubicBezTo>
                    <a:pt x="548" y="3624"/>
                    <a:pt x="490" y="3647"/>
                    <a:pt x="444" y="3698"/>
                  </a:cubicBezTo>
                  <a:cubicBezTo>
                    <a:pt x="0" y="4183"/>
                    <a:pt x="2892" y="11866"/>
                    <a:pt x="5595" y="13220"/>
                  </a:cubicBezTo>
                  <a:cubicBezTo>
                    <a:pt x="6032" y="13439"/>
                    <a:pt x="6448" y="13534"/>
                    <a:pt x="6832" y="13534"/>
                  </a:cubicBezTo>
                  <a:cubicBezTo>
                    <a:pt x="8015" y="13534"/>
                    <a:pt x="8901" y="12637"/>
                    <a:pt x="9191" y="11700"/>
                  </a:cubicBezTo>
                  <a:cubicBezTo>
                    <a:pt x="9398" y="11055"/>
                    <a:pt x="9374" y="10346"/>
                    <a:pt x="9983" y="9683"/>
                  </a:cubicBezTo>
                  <a:cubicBezTo>
                    <a:pt x="10675" y="8926"/>
                    <a:pt x="12946" y="9163"/>
                    <a:pt x="13745" y="7075"/>
                  </a:cubicBezTo>
                  <a:cubicBezTo>
                    <a:pt x="14697" y="4591"/>
                    <a:pt x="11308" y="3054"/>
                    <a:pt x="11308" y="3054"/>
                  </a:cubicBezTo>
                  <a:cubicBezTo>
                    <a:pt x="7161" y="892"/>
                    <a:pt x="5333" y="0"/>
                    <a:pt x="4615" y="0"/>
                  </a:cubicBezTo>
                  <a:close/>
                </a:path>
              </a:pathLst>
            </a:custGeom>
            <a:solidFill>
              <a:srgbClr val="22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36"/>
            <p:cNvSpPr/>
            <p:nvPr/>
          </p:nvSpPr>
          <p:spPr>
            <a:xfrm rot="-8118230">
              <a:off x="4367816" y="4154839"/>
              <a:ext cx="32502" cy="24427"/>
            </a:xfrm>
            <a:custGeom>
              <a:avLst/>
              <a:gdLst/>
              <a:ahLst/>
              <a:cxnLst/>
              <a:rect l="l" t="t" r="r" b="b"/>
              <a:pathLst>
                <a:path w="1300" h="977" extrusionOk="0">
                  <a:moveTo>
                    <a:pt x="652" y="1"/>
                  </a:moveTo>
                  <a:cubicBezTo>
                    <a:pt x="650" y="1"/>
                    <a:pt x="647" y="1"/>
                    <a:pt x="645" y="1"/>
                  </a:cubicBezTo>
                  <a:cubicBezTo>
                    <a:pt x="207" y="7"/>
                    <a:pt x="0" y="539"/>
                    <a:pt x="314" y="841"/>
                  </a:cubicBezTo>
                  <a:cubicBezTo>
                    <a:pt x="407" y="931"/>
                    <a:pt x="530" y="977"/>
                    <a:pt x="653" y="977"/>
                  </a:cubicBezTo>
                  <a:cubicBezTo>
                    <a:pt x="780" y="977"/>
                    <a:pt x="907" y="928"/>
                    <a:pt x="1000" y="829"/>
                  </a:cubicBezTo>
                  <a:cubicBezTo>
                    <a:pt x="1300" y="517"/>
                    <a:pt x="1079" y="1"/>
                    <a:pt x="652" y="1"/>
                  </a:cubicBezTo>
                  <a:close/>
                </a:path>
              </a:pathLst>
            </a:custGeom>
            <a:solidFill>
              <a:srgbClr val="22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6"/>
            <p:cNvSpPr/>
            <p:nvPr/>
          </p:nvSpPr>
          <p:spPr>
            <a:xfrm rot="-8118230">
              <a:off x="4341924" y="4180011"/>
              <a:ext cx="31227" cy="26177"/>
            </a:xfrm>
            <a:custGeom>
              <a:avLst/>
              <a:gdLst/>
              <a:ahLst/>
              <a:cxnLst/>
              <a:rect l="l" t="t" r="r" b="b"/>
              <a:pathLst>
                <a:path w="1249" h="1047" extrusionOk="0">
                  <a:moveTo>
                    <a:pt x="832" y="0"/>
                  </a:moveTo>
                  <a:cubicBezTo>
                    <a:pt x="678" y="0"/>
                    <a:pt x="498" y="73"/>
                    <a:pt x="343" y="210"/>
                  </a:cubicBezTo>
                  <a:cubicBezTo>
                    <a:pt x="83" y="441"/>
                    <a:pt x="0" y="772"/>
                    <a:pt x="154" y="943"/>
                  </a:cubicBezTo>
                  <a:cubicBezTo>
                    <a:pt x="217" y="1013"/>
                    <a:pt x="308" y="1046"/>
                    <a:pt x="412" y="1046"/>
                  </a:cubicBezTo>
                  <a:cubicBezTo>
                    <a:pt x="565" y="1046"/>
                    <a:pt x="745" y="974"/>
                    <a:pt x="899" y="837"/>
                  </a:cubicBezTo>
                  <a:cubicBezTo>
                    <a:pt x="1160" y="606"/>
                    <a:pt x="1248" y="275"/>
                    <a:pt x="1095" y="103"/>
                  </a:cubicBezTo>
                  <a:cubicBezTo>
                    <a:pt x="1030" y="34"/>
                    <a:pt x="937" y="0"/>
                    <a:pt x="832" y="0"/>
                  </a:cubicBezTo>
                  <a:close/>
                </a:path>
              </a:pathLst>
            </a:custGeom>
            <a:solidFill>
              <a:srgbClr val="22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6"/>
            <p:cNvSpPr/>
            <p:nvPr/>
          </p:nvSpPr>
          <p:spPr>
            <a:xfrm rot="-8118230">
              <a:off x="4435206" y="4160264"/>
              <a:ext cx="44128" cy="39953"/>
            </a:xfrm>
            <a:custGeom>
              <a:avLst/>
              <a:gdLst/>
              <a:ahLst/>
              <a:cxnLst/>
              <a:rect l="l" t="t" r="r" b="b"/>
              <a:pathLst>
                <a:path w="1765" h="1598" extrusionOk="0">
                  <a:moveTo>
                    <a:pt x="986" y="0"/>
                  </a:moveTo>
                  <a:cubicBezTo>
                    <a:pt x="754" y="0"/>
                    <a:pt x="523" y="91"/>
                    <a:pt x="349" y="271"/>
                  </a:cubicBezTo>
                  <a:cubicBezTo>
                    <a:pt x="0" y="626"/>
                    <a:pt x="12" y="1194"/>
                    <a:pt x="367" y="1537"/>
                  </a:cubicBezTo>
                  <a:cubicBezTo>
                    <a:pt x="411" y="1579"/>
                    <a:pt x="460" y="1597"/>
                    <a:pt x="507" y="1597"/>
                  </a:cubicBezTo>
                  <a:cubicBezTo>
                    <a:pt x="668" y="1597"/>
                    <a:pt x="806" y="1387"/>
                    <a:pt x="651" y="1241"/>
                  </a:cubicBezTo>
                  <a:cubicBezTo>
                    <a:pt x="450" y="1058"/>
                    <a:pt x="444" y="744"/>
                    <a:pt x="633" y="549"/>
                  </a:cubicBezTo>
                  <a:cubicBezTo>
                    <a:pt x="728" y="451"/>
                    <a:pt x="853" y="403"/>
                    <a:pt x="979" y="403"/>
                  </a:cubicBezTo>
                  <a:cubicBezTo>
                    <a:pt x="1105" y="403"/>
                    <a:pt x="1230" y="451"/>
                    <a:pt x="1325" y="549"/>
                  </a:cubicBezTo>
                  <a:cubicBezTo>
                    <a:pt x="1369" y="592"/>
                    <a:pt x="1418" y="610"/>
                    <a:pt x="1465" y="610"/>
                  </a:cubicBezTo>
                  <a:cubicBezTo>
                    <a:pt x="1626" y="610"/>
                    <a:pt x="1764" y="400"/>
                    <a:pt x="1609" y="253"/>
                  </a:cubicBezTo>
                  <a:cubicBezTo>
                    <a:pt x="1434" y="85"/>
                    <a:pt x="1210" y="0"/>
                    <a:pt x="986" y="0"/>
                  </a:cubicBezTo>
                  <a:close/>
                </a:path>
              </a:pathLst>
            </a:custGeom>
            <a:solidFill>
              <a:srgbClr val="22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36"/>
            <p:cNvSpPr/>
            <p:nvPr/>
          </p:nvSpPr>
          <p:spPr>
            <a:xfrm rot="-8118230">
              <a:off x="4210225" y="4007447"/>
              <a:ext cx="504963" cy="476936"/>
            </a:xfrm>
            <a:custGeom>
              <a:avLst/>
              <a:gdLst/>
              <a:ahLst/>
              <a:cxnLst/>
              <a:rect l="l" t="t" r="r" b="b"/>
              <a:pathLst>
                <a:path w="20197" h="19076" extrusionOk="0">
                  <a:moveTo>
                    <a:pt x="5370" y="1"/>
                  </a:moveTo>
                  <a:cubicBezTo>
                    <a:pt x="4211" y="1"/>
                    <a:pt x="3758" y="445"/>
                    <a:pt x="3531" y="884"/>
                  </a:cubicBezTo>
                  <a:cubicBezTo>
                    <a:pt x="3135" y="1670"/>
                    <a:pt x="4394" y="2398"/>
                    <a:pt x="4660" y="2658"/>
                  </a:cubicBezTo>
                  <a:cubicBezTo>
                    <a:pt x="5305" y="3285"/>
                    <a:pt x="4720" y="4296"/>
                    <a:pt x="4087" y="4562"/>
                  </a:cubicBezTo>
                  <a:cubicBezTo>
                    <a:pt x="3922" y="4631"/>
                    <a:pt x="3771" y="4662"/>
                    <a:pt x="3630" y="4662"/>
                  </a:cubicBezTo>
                  <a:cubicBezTo>
                    <a:pt x="3061" y="4662"/>
                    <a:pt x="2677" y="4164"/>
                    <a:pt x="2330" y="3746"/>
                  </a:cubicBezTo>
                  <a:cubicBezTo>
                    <a:pt x="2101" y="3469"/>
                    <a:pt x="1818" y="3354"/>
                    <a:pt x="1535" y="3354"/>
                  </a:cubicBezTo>
                  <a:cubicBezTo>
                    <a:pt x="1081" y="3354"/>
                    <a:pt x="628" y="3651"/>
                    <a:pt x="402" y="4048"/>
                  </a:cubicBezTo>
                  <a:cubicBezTo>
                    <a:pt x="0" y="4764"/>
                    <a:pt x="1071" y="7650"/>
                    <a:pt x="1863" y="10370"/>
                  </a:cubicBezTo>
                  <a:cubicBezTo>
                    <a:pt x="2679" y="13173"/>
                    <a:pt x="4235" y="16237"/>
                    <a:pt x="6878" y="18177"/>
                  </a:cubicBezTo>
                  <a:cubicBezTo>
                    <a:pt x="7761" y="18826"/>
                    <a:pt x="8634" y="19076"/>
                    <a:pt x="9438" y="19076"/>
                  </a:cubicBezTo>
                  <a:cubicBezTo>
                    <a:pt x="11036" y="19076"/>
                    <a:pt x="12366" y="18090"/>
                    <a:pt x="12976" y="17296"/>
                  </a:cubicBezTo>
                  <a:cubicBezTo>
                    <a:pt x="13739" y="16308"/>
                    <a:pt x="14082" y="14764"/>
                    <a:pt x="14549" y="14126"/>
                  </a:cubicBezTo>
                  <a:cubicBezTo>
                    <a:pt x="15010" y="13481"/>
                    <a:pt x="17671" y="13777"/>
                    <a:pt x="18842" y="10341"/>
                  </a:cubicBezTo>
                  <a:cubicBezTo>
                    <a:pt x="20197" y="6354"/>
                    <a:pt x="15690" y="3835"/>
                    <a:pt x="15690" y="3835"/>
                  </a:cubicBezTo>
                  <a:cubicBezTo>
                    <a:pt x="9993" y="869"/>
                    <a:pt x="6991" y="1"/>
                    <a:pt x="53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36"/>
            <p:cNvSpPr/>
            <p:nvPr/>
          </p:nvSpPr>
          <p:spPr>
            <a:xfrm rot="-8118230">
              <a:off x="4246874" y="4045787"/>
              <a:ext cx="430457" cy="412431"/>
            </a:xfrm>
            <a:custGeom>
              <a:avLst/>
              <a:gdLst/>
              <a:ahLst/>
              <a:cxnLst/>
              <a:rect l="l" t="t" r="r" b="b"/>
              <a:pathLst>
                <a:path w="17217" h="16496" extrusionOk="0">
                  <a:moveTo>
                    <a:pt x="4674" y="1"/>
                  </a:moveTo>
                  <a:cubicBezTo>
                    <a:pt x="4069" y="1"/>
                    <a:pt x="3840" y="253"/>
                    <a:pt x="3709" y="576"/>
                  </a:cubicBezTo>
                  <a:cubicBezTo>
                    <a:pt x="3508" y="1085"/>
                    <a:pt x="4117" y="1475"/>
                    <a:pt x="4614" y="2043"/>
                  </a:cubicBezTo>
                  <a:cubicBezTo>
                    <a:pt x="5690" y="3279"/>
                    <a:pt x="4484" y="4296"/>
                    <a:pt x="4010" y="4604"/>
                  </a:cubicBezTo>
                  <a:cubicBezTo>
                    <a:pt x="3690" y="4809"/>
                    <a:pt x="3382" y="4895"/>
                    <a:pt x="3094" y="4895"/>
                  </a:cubicBezTo>
                  <a:cubicBezTo>
                    <a:pt x="2508" y="4895"/>
                    <a:pt x="1999" y="4543"/>
                    <a:pt x="1615" y="4119"/>
                  </a:cubicBezTo>
                  <a:cubicBezTo>
                    <a:pt x="1307" y="3782"/>
                    <a:pt x="1026" y="3630"/>
                    <a:pt x="797" y="3630"/>
                  </a:cubicBezTo>
                  <a:cubicBezTo>
                    <a:pt x="644" y="3630"/>
                    <a:pt x="514" y="3698"/>
                    <a:pt x="415" y="3823"/>
                  </a:cubicBezTo>
                  <a:cubicBezTo>
                    <a:pt x="1" y="4350"/>
                    <a:pt x="965" y="6899"/>
                    <a:pt x="1739" y="9152"/>
                  </a:cubicBezTo>
                  <a:cubicBezTo>
                    <a:pt x="2514" y="11411"/>
                    <a:pt x="3803" y="14197"/>
                    <a:pt x="5962" y="15782"/>
                  </a:cubicBezTo>
                  <a:cubicBezTo>
                    <a:pt x="6659" y="16293"/>
                    <a:pt x="7336" y="16495"/>
                    <a:pt x="7960" y="16495"/>
                  </a:cubicBezTo>
                  <a:cubicBezTo>
                    <a:pt x="9269" y="16495"/>
                    <a:pt x="10346" y="15605"/>
                    <a:pt x="10883" y="14812"/>
                  </a:cubicBezTo>
                  <a:cubicBezTo>
                    <a:pt x="11456" y="13966"/>
                    <a:pt x="11941" y="12665"/>
                    <a:pt x="12326" y="12144"/>
                  </a:cubicBezTo>
                  <a:cubicBezTo>
                    <a:pt x="12704" y="11624"/>
                    <a:pt x="15153" y="11636"/>
                    <a:pt x="16105" y="8827"/>
                  </a:cubicBezTo>
                  <a:cubicBezTo>
                    <a:pt x="17217" y="5574"/>
                    <a:pt x="13189" y="3480"/>
                    <a:pt x="13189" y="3480"/>
                  </a:cubicBezTo>
                  <a:cubicBezTo>
                    <a:pt x="8060" y="813"/>
                    <a:pt x="5760" y="1"/>
                    <a:pt x="46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36"/>
            <p:cNvSpPr/>
            <p:nvPr/>
          </p:nvSpPr>
          <p:spPr>
            <a:xfrm rot="-8118230">
              <a:off x="4279526" y="4085254"/>
              <a:ext cx="367478" cy="338300"/>
            </a:xfrm>
            <a:custGeom>
              <a:avLst/>
              <a:gdLst/>
              <a:ahLst/>
              <a:cxnLst/>
              <a:rect l="l" t="t" r="r" b="b"/>
              <a:pathLst>
                <a:path w="14698" h="13531" extrusionOk="0">
                  <a:moveTo>
                    <a:pt x="4612" y="0"/>
                  </a:moveTo>
                  <a:cubicBezTo>
                    <a:pt x="4413" y="0"/>
                    <a:pt x="4300" y="70"/>
                    <a:pt x="4247" y="200"/>
                  </a:cubicBezTo>
                  <a:cubicBezTo>
                    <a:pt x="4111" y="537"/>
                    <a:pt x="4271" y="590"/>
                    <a:pt x="4614" y="963"/>
                  </a:cubicBezTo>
                  <a:cubicBezTo>
                    <a:pt x="5702" y="2134"/>
                    <a:pt x="3514" y="4008"/>
                    <a:pt x="3200" y="4215"/>
                  </a:cubicBezTo>
                  <a:cubicBezTo>
                    <a:pt x="2803" y="4467"/>
                    <a:pt x="2474" y="4557"/>
                    <a:pt x="2204" y="4557"/>
                  </a:cubicBezTo>
                  <a:cubicBezTo>
                    <a:pt x="1731" y="4557"/>
                    <a:pt x="1443" y="4278"/>
                    <a:pt x="1296" y="4097"/>
                  </a:cubicBezTo>
                  <a:cubicBezTo>
                    <a:pt x="1056" y="3809"/>
                    <a:pt x="802" y="3621"/>
                    <a:pt x="615" y="3621"/>
                  </a:cubicBezTo>
                  <a:cubicBezTo>
                    <a:pt x="549" y="3621"/>
                    <a:pt x="491" y="3644"/>
                    <a:pt x="444" y="3695"/>
                  </a:cubicBezTo>
                  <a:cubicBezTo>
                    <a:pt x="1" y="4180"/>
                    <a:pt x="2899" y="11862"/>
                    <a:pt x="5596" y="13217"/>
                  </a:cubicBezTo>
                  <a:cubicBezTo>
                    <a:pt x="6031" y="13435"/>
                    <a:pt x="6446" y="13530"/>
                    <a:pt x="6830" y="13530"/>
                  </a:cubicBezTo>
                  <a:cubicBezTo>
                    <a:pt x="8014" y="13530"/>
                    <a:pt x="8903" y="12630"/>
                    <a:pt x="9197" y="11697"/>
                  </a:cubicBezTo>
                  <a:cubicBezTo>
                    <a:pt x="9398" y="11052"/>
                    <a:pt x="9381" y="10337"/>
                    <a:pt x="9984" y="9680"/>
                  </a:cubicBezTo>
                  <a:cubicBezTo>
                    <a:pt x="10676" y="8923"/>
                    <a:pt x="12953" y="9154"/>
                    <a:pt x="13745" y="7072"/>
                  </a:cubicBezTo>
                  <a:cubicBezTo>
                    <a:pt x="14697" y="4588"/>
                    <a:pt x="11315" y="3050"/>
                    <a:pt x="11315" y="3050"/>
                  </a:cubicBezTo>
                  <a:cubicBezTo>
                    <a:pt x="7152" y="891"/>
                    <a:pt x="5326" y="0"/>
                    <a:pt x="46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6"/>
            <p:cNvSpPr/>
            <p:nvPr/>
          </p:nvSpPr>
          <p:spPr>
            <a:xfrm rot="-8118230">
              <a:off x="4377266" y="4180777"/>
              <a:ext cx="32527" cy="24477"/>
            </a:xfrm>
            <a:custGeom>
              <a:avLst/>
              <a:gdLst/>
              <a:ahLst/>
              <a:cxnLst/>
              <a:rect l="l" t="t" r="r" b="b"/>
              <a:pathLst>
                <a:path w="1301" h="979" extrusionOk="0">
                  <a:moveTo>
                    <a:pt x="653" y="1"/>
                  </a:moveTo>
                  <a:cubicBezTo>
                    <a:pt x="650" y="1"/>
                    <a:pt x="648" y="1"/>
                    <a:pt x="645" y="1"/>
                  </a:cubicBezTo>
                  <a:cubicBezTo>
                    <a:pt x="208" y="7"/>
                    <a:pt x="1" y="539"/>
                    <a:pt x="314" y="841"/>
                  </a:cubicBezTo>
                  <a:cubicBezTo>
                    <a:pt x="407" y="933"/>
                    <a:pt x="527" y="979"/>
                    <a:pt x="649" y="979"/>
                  </a:cubicBezTo>
                  <a:cubicBezTo>
                    <a:pt x="776" y="979"/>
                    <a:pt x="903" y="929"/>
                    <a:pt x="1000" y="829"/>
                  </a:cubicBezTo>
                  <a:cubicBezTo>
                    <a:pt x="1300" y="517"/>
                    <a:pt x="1080" y="1"/>
                    <a:pt x="6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6"/>
            <p:cNvSpPr/>
            <p:nvPr/>
          </p:nvSpPr>
          <p:spPr>
            <a:xfrm rot="-8118230">
              <a:off x="4351488" y="4206097"/>
              <a:ext cx="31202" cy="26177"/>
            </a:xfrm>
            <a:custGeom>
              <a:avLst/>
              <a:gdLst/>
              <a:ahLst/>
              <a:cxnLst/>
              <a:rect l="l" t="t" r="r" b="b"/>
              <a:pathLst>
                <a:path w="1248" h="1047" extrusionOk="0">
                  <a:moveTo>
                    <a:pt x="834" y="1"/>
                  </a:moveTo>
                  <a:cubicBezTo>
                    <a:pt x="679" y="1"/>
                    <a:pt x="498" y="74"/>
                    <a:pt x="343" y="216"/>
                  </a:cubicBezTo>
                  <a:cubicBezTo>
                    <a:pt x="83" y="446"/>
                    <a:pt x="0" y="772"/>
                    <a:pt x="148" y="943"/>
                  </a:cubicBezTo>
                  <a:cubicBezTo>
                    <a:pt x="213" y="1013"/>
                    <a:pt x="305" y="1046"/>
                    <a:pt x="410" y="1046"/>
                  </a:cubicBezTo>
                  <a:cubicBezTo>
                    <a:pt x="564" y="1046"/>
                    <a:pt x="744" y="974"/>
                    <a:pt x="899" y="837"/>
                  </a:cubicBezTo>
                  <a:cubicBezTo>
                    <a:pt x="1159" y="606"/>
                    <a:pt x="1248" y="281"/>
                    <a:pt x="1094" y="103"/>
                  </a:cubicBezTo>
                  <a:cubicBezTo>
                    <a:pt x="1030" y="34"/>
                    <a:pt x="938" y="1"/>
                    <a:pt x="834" y="1"/>
                  </a:cubicBezTo>
                  <a:close/>
                </a:path>
              </a:pathLst>
            </a:custGeom>
            <a:solidFill>
              <a:srgbClr val="E08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6"/>
            <p:cNvSpPr/>
            <p:nvPr/>
          </p:nvSpPr>
          <p:spPr>
            <a:xfrm rot="-8118230">
              <a:off x="4444746" y="4186289"/>
              <a:ext cx="44028" cy="39953"/>
            </a:xfrm>
            <a:custGeom>
              <a:avLst/>
              <a:gdLst/>
              <a:ahLst/>
              <a:cxnLst/>
              <a:rect l="l" t="t" r="r" b="b"/>
              <a:pathLst>
                <a:path w="1761" h="1598" extrusionOk="0">
                  <a:moveTo>
                    <a:pt x="984" y="0"/>
                  </a:moveTo>
                  <a:cubicBezTo>
                    <a:pt x="751" y="0"/>
                    <a:pt x="518" y="90"/>
                    <a:pt x="344" y="271"/>
                  </a:cubicBezTo>
                  <a:cubicBezTo>
                    <a:pt x="1" y="626"/>
                    <a:pt x="7" y="1193"/>
                    <a:pt x="361" y="1536"/>
                  </a:cubicBezTo>
                  <a:cubicBezTo>
                    <a:pt x="407" y="1579"/>
                    <a:pt x="457" y="1597"/>
                    <a:pt x="504" y="1597"/>
                  </a:cubicBezTo>
                  <a:cubicBezTo>
                    <a:pt x="666" y="1597"/>
                    <a:pt x="802" y="1387"/>
                    <a:pt x="651" y="1241"/>
                  </a:cubicBezTo>
                  <a:cubicBezTo>
                    <a:pt x="450" y="1057"/>
                    <a:pt x="438" y="744"/>
                    <a:pt x="628" y="549"/>
                  </a:cubicBezTo>
                  <a:cubicBezTo>
                    <a:pt x="722" y="451"/>
                    <a:pt x="848" y="402"/>
                    <a:pt x="974" y="402"/>
                  </a:cubicBezTo>
                  <a:cubicBezTo>
                    <a:pt x="1099" y="402"/>
                    <a:pt x="1225" y="451"/>
                    <a:pt x="1320" y="549"/>
                  </a:cubicBezTo>
                  <a:cubicBezTo>
                    <a:pt x="1365" y="592"/>
                    <a:pt x="1415" y="610"/>
                    <a:pt x="1462" y="610"/>
                  </a:cubicBezTo>
                  <a:cubicBezTo>
                    <a:pt x="1625" y="610"/>
                    <a:pt x="1760" y="399"/>
                    <a:pt x="1609" y="253"/>
                  </a:cubicBezTo>
                  <a:cubicBezTo>
                    <a:pt x="1435" y="84"/>
                    <a:pt x="1209" y="0"/>
                    <a:pt x="9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6"/>
            <p:cNvSpPr/>
            <p:nvPr/>
          </p:nvSpPr>
          <p:spPr>
            <a:xfrm rot="8118230" flipH="1">
              <a:off x="4521488" y="4173858"/>
              <a:ext cx="32527" cy="24477"/>
            </a:xfrm>
            <a:custGeom>
              <a:avLst/>
              <a:gdLst/>
              <a:ahLst/>
              <a:cxnLst/>
              <a:rect l="l" t="t" r="r" b="b"/>
              <a:pathLst>
                <a:path w="1301" h="979" extrusionOk="0">
                  <a:moveTo>
                    <a:pt x="653" y="1"/>
                  </a:moveTo>
                  <a:cubicBezTo>
                    <a:pt x="650" y="1"/>
                    <a:pt x="648" y="1"/>
                    <a:pt x="645" y="1"/>
                  </a:cubicBezTo>
                  <a:cubicBezTo>
                    <a:pt x="208" y="7"/>
                    <a:pt x="1" y="539"/>
                    <a:pt x="314" y="841"/>
                  </a:cubicBezTo>
                  <a:cubicBezTo>
                    <a:pt x="407" y="933"/>
                    <a:pt x="527" y="979"/>
                    <a:pt x="649" y="979"/>
                  </a:cubicBezTo>
                  <a:cubicBezTo>
                    <a:pt x="776" y="979"/>
                    <a:pt x="903" y="929"/>
                    <a:pt x="1000" y="829"/>
                  </a:cubicBezTo>
                  <a:cubicBezTo>
                    <a:pt x="1300" y="517"/>
                    <a:pt x="1080" y="1"/>
                    <a:pt x="6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6"/>
            <p:cNvSpPr/>
            <p:nvPr/>
          </p:nvSpPr>
          <p:spPr>
            <a:xfrm rot="8118230" flipH="1">
              <a:off x="4548591" y="4199179"/>
              <a:ext cx="31202" cy="26177"/>
            </a:xfrm>
            <a:custGeom>
              <a:avLst/>
              <a:gdLst/>
              <a:ahLst/>
              <a:cxnLst/>
              <a:rect l="l" t="t" r="r" b="b"/>
              <a:pathLst>
                <a:path w="1248" h="1047" extrusionOk="0">
                  <a:moveTo>
                    <a:pt x="834" y="1"/>
                  </a:moveTo>
                  <a:cubicBezTo>
                    <a:pt x="679" y="1"/>
                    <a:pt x="498" y="74"/>
                    <a:pt x="343" y="216"/>
                  </a:cubicBezTo>
                  <a:cubicBezTo>
                    <a:pt x="83" y="446"/>
                    <a:pt x="0" y="772"/>
                    <a:pt x="148" y="943"/>
                  </a:cubicBezTo>
                  <a:cubicBezTo>
                    <a:pt x="213" y="1013"/>
                    <a:pt x="305" y="1046"/>
                    <a:pt x="410" y="1046"/>
                  </a:cubicBezTo>
                  <a:cubicBezTo>
                    <a:pt x="564" y="1046"/>
                    <a:pt x="744" y="974"/>
                    <a:pt x="899" y="837"/>
                  </a:cubicBezTo>
                  <a:cubicBezTo>
                    <a:pt x="1159" y="606"/>
                    <a:pt x="1248" y="281"/>
                    <a:pt x="1094" y="103"/>
                  </a:cubicBezTo>
                  <a:cubicBezTo>
                    <a:pt x="1030" y="34"/>
                    <a:pt x="938" y="1"/>
                    <a:pt x="834" y="1"/>
                  </a:cubicBezTo>
                  <a:close/>
                </a:path>
              </a:pathLst>
            </a:custGeom>
            <a:solidFill>
              <a:srgbClr val="E08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9" name="Google Shape;1469;p36"/>
          <p:cNvGrpSpPr/>
          <p:nvPr/>
        </p:nvGrpSpPr>
        <p:grpSpPr>
          <a:xfrm>
            <a:off x="3743138" y="2061000"/>
            <a:ext cx="1521507" cy="1385726"/>
            <a:chOff x="3819338" y="2213400"/>
            <a:chExt cx="1521507" cy="1385726"/>
          </a:xfrm>
        </p:grpSpPr>
        <p:sp>
          <p:nvSpPr>
            <p:cNvPr id="1470" name="Google Shape;1470;p36"/>
            <p:cNvSpPr/>
            <p:nvPr/>
          </p:nvSpPr>
          <p:spPr>
            <a:xfrm>
              <a:off x="4364882" y="2867938"/>
              <a:ext cx="561481" cy="213286"/>
            </a:xfrm>
            <a:custGeom>
              <a:avLst/>
              <a:gdLst/>
              <a:ahLst/>
              <a:cxnLst/>
              <a:rect l="l" t="t" r="r" b="b"/>
              <a:pathLst>
                <a:path w="6234" h="2368" extrusionOk="0">
                  <a:moveTo>
                    <a:pt x="5041" y="0"/>
                  </a:moveTo>
                  <a:cubicBezTo>
                    <a:pt x="4629" y="544"/>
                    <a:pt x="4287" y="1035"/>
                    <a:pt x="3735" y="1184"/>
                  </a:cubicBezTo>
                  <a:cubicBezTo>
                    <a:pt x="3618" y="1212"/>
                    <a:pt x="3372" y="1229"/>
                    <a:pt x="3069" y="1229"/>
                  </a:cubicBezTo>
                  <a:cubicBezTo>
                    <a:pt x="2436" y="1229"/>
                    <a:pt x="1556" y="1157"/>
                    <a:pt x="1087" y="973"/>
                  </a:cubicBezTo>
                  <a:cubicBezTo>
                    <a:pt x="971" y="795"/>
                    <a:pt x="741" y="708"/>
                    <a:pt x="517" y="708"/>
                  </a:cubicBezTo>
                  <a:cubicBezTo>
                    <a:pt x="455" y="708"/>
                    <a:pt x="393" y="715"/>
                    <a:pt x="334" y="728"/>
                  </a:cubicBezTo>
                  <a:cubicBezTo>
                    <a:pt x="97" y="789"/>
                    <a:pt x="0" y="1061"/>
                    <a:pt x="36" y="1350"/>
                  </a:cubicBezTo>
                  <a:cubicBezTo>
                    <a:pt x="51" y="1520"/>
                    <a:pt x="100" y="1703"/>
                    <a:pt x="172" y="1703"/>
                  </a:cubicBezTo>
                  <a:cubicBezTo>
                    <a:pt x="181" y="1703"/>
                    <a:pt x="192" y="1700"/>
                    <a:pt x="202" y="1692"/>
                  </a:cubicBezTo>
                  <a:cubicBezTo>
                    <a:pt x="237" y="1675"/>
                    <a:pt x="132" y="1377"/>
                    <a:pt x="334" y="1324"/>
                  </a:cubicBezTo>
                  <a:cubicBezTo>
                    <a:pt x="370" y="1315"/>
                    <a:pt x="401" y="1311"/>
                    <a:pt x="429" y="1311"/>
                  </a:cubicBezTo>
                  <a:cubicBezTo>
                    <a:pt x="580" y="1311"/>
                    <a:pt x="631" y="1428"/>
                    <a:pt x="768" y="1428"/>
                  </a:cubicBezTo>
                  <a:cubicBezTo>
                    <a:pt x="815" y="1428"/>
                    <a:pt x="872" y="1414"/>
                    <a:pt x="947" y="1377"/>
                  </a:cubicBezTo>
                  <a:cubicBezTo>
                    <a:pt x="1412" y="1842"/>
                    <a:pt x="2454" y="2367"/>
                    <a:pt x="3324" y="2367"/>
                  </a:cubicBezTo>
                  <a:cubicBezTo>
                    <a:pt x="3389" y="2367"/>
                    <a:pt x="3453" y="2365"/>
                    <a:pt x="3516" y="2358"/>
                  </a:cubicBezTo>
                  <a:cubicBezTo>
                    <a:pt x="4182" y="2297"/>
                    <a:pt x="5637" y="1473"/>
                    <a:pt x="6233" y="719"/>
                  </a:cubicBezTo>
                  <a:lnTo>
                    <a:pt x="5041" y="0"/>
                  </a:lnTo>
                  <a:close/>
                </a:path>
              </a:pathLst>
            </a:custGeom>
            <a:solidFill>
              <a:srgbClr val="EDB9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6"/>
            <p:cNvSpPr/>
            <p:nvPr/>
          </p:nvSpPr>
          <p:spPr>
            <a:xfrm>
              <a:off x="4756499" y="2732112"/>
              <a:ext cx="199049" cy="275704"/>
            </a:xfrm>
            <a:custGeom>
              <a:avLst/>
              <a:gdLst/>
              <a:ahLst/>
              <a:cxnLst/>
              <a:rect l="l" t="t" r="r" b="b"/>
              <a:pathLst>
                <a:path w="2210" h="3061" extrusionOk="0">
                  <a:moveTo>
                    <a:pt x="1903" y="1"/>
                  </a:moveTo>
                  <a:cubicBezTo>
                    <a:pt x="1631" y="71"/>
                    <a:pt x="1420" y="334"/>
                    <a:pt x="1228" y="614"/>
                  </a:cubicBezTo>
                  <a:cubicBezTo>
                    <a:pt x="1070" y="842"/>
                    <a:pt x="325" y="1877"/>
                    <a:pt x="0" y="2201"/>
                  </a:cubicBezTo>
                  <a:cubicBezTo>
                    <a:pt x="158" y="2481"/>
                    <a:pt x="1219" y="3007"/>
                    <a:pt x="1420" y="3060"/>
                  </a:cubicBezTo>
                  <a:lnTo>
                    <a:pt x="2209" y="2394"/>
                  </a:lnTo>
                  <a:lnTo>
                    <a:pt x="1903" y="1"/>
                  </a:lnTo>
                  <a:close/>
                </a:path>
              </a:pathLst>
            </a:custGeom>
            <a:solidFill>
              <a:srgbClr val="3962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6"/>
            <p:cNvSpPr/>
            <p:nvPr/>
          </p:nvSpPr>
          <p:spPr>
            <a:xfrm>
              <a:off x="4883585" y="2590793"/>
              <a:ext cx="166715" cy="251385"/>
            </a:xfrm>
            <a:custGeom>
              <a:avLst/>
              <a:gdLst/>
              <a:ahLst/>
              <a:cxnLst/>
              <a:rect l="l" t="t" r="r" b="b"/>
              <a:pathLst>
                <a:path w="1851" h="2791" extrusionOk="0">
                  <a:moveTo>
                    <a:pt x="851" y="1"/>
                  </a:moveTo>
                  <a:lnTo>
                    <a:pt x="1" y="535"/>
                  </a:lnTo>
                  <a:cubicBezTo>
                    <a:pt x="88" y="676"/>
                    <a:pt x="343" y="1070"/>
                    <a:pt x="334" y="1245"/>
                  </a:cubicBezTo>
                  <a:cubicBezTo>
                    <a:pt x="325" y="1614"/>
                    <a:pt x="62" y="1789"/>
                    <a:pt x="194" y="2455"/>
                  </a:cubicBezTo>
                  <a:cubicBezTo>
                    <a:pt x="244" y="2708"/>
                    <a:pt x="319" y="2791"/>
                    <a:pt x="407" y="2791"/>
                  </a:cubicBezTo>
                  <a:cubicBezTo>
                    <a:pt x="548" y="2791"/>
                    <a:pt x="721" y="2578"/>
                    <a:pt x="877" y="2508"/>
                  </a:cubicBezTo>
                  <a:cubicBezTo>
                    <a:pt x="1193" y="2350"/>
                    <a:pt x="1359" y="1316"/>
                    <a:pt x="1692" y="1202"/>
                  </a:cubicBezTo>
                  <a:lnTo>
                    <a:pt x="1850" y="1009"/>
                  </a:lnTo>
                  <a:cubicBezTo>
                    <a:pt x="1631" y="895"/>
                    <a:pt x="1429" y="763"/>
                    <a:pt x="1245" y="605"/>
                  </a:cubicBezTo>
                  <a:cubicBezTo>
                    <a:pt x="1061" y="439"/>
                    <a:pt x="921" y="237"/>
                    <a:pt x="851" y="1"/>
                  </a:cubicBezTo>
                  <a:close/>
                </a:path>
              </a:pathLst>
            </a:custGeom>
            <a:solidFill>
              <a:srgbClr val="EDB9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6"/>
            <p:cNvSpPr/>
            <p:nvPr/>
          </p:nvSpPr>
          <p:spPr>
            <a:xfrm>
              <a:off x="4863050" y="2678425"/>
              <a:ext cx="477795" cy="785026"/>
            </a:xfrm>
            <a:custGeom>
              <a:avLst/>
              <a:gdLst/>
              <a:ahLst/>
              <a:cxnLst/>
              <a:rect l="l" t="t" r="r" b="b"/>
              <a:pathLst>
                <a:path w="5305" h="7776" extrusionOk="0">
                  <a:moveTo>
                    <a:pt x="1982" y="1"/>
                  </a:moveTo>
                  <a:cubicBezTo>
                    <a:pt x="1412" y="62"/>
                    <a:pt x="825" y="790"/>
                    <a:pt x="579" y="1666"/>
                  </a:cubicBezTo>
                  <a:cubicBezTo>
                    <a:pt x="576" y="1684"/>
                    <a:pt x="572" y="1693"/>
                    <a:pt x="568" y="1693"/>
                  </a:cubicBezTo>
                  <a:cubicBezTo>
                    <a:pt x="528" y="1693"/>
                    <a:pt x="435" y="1105"/>
                    <a:pt x="544" y="448"/>
                  </a:cubicBezTo>
                  <a:lnTo>
                    <a:pt x="544" y="448"/>
                  </a:lnTo>
                  <a:cubicBezTo>
                    <a:pt x="474" y="597"/>
                    <a:pt x="299" y="755"/>
                    <a:pt x="246" y="895"/>
                  </a:cubicBezTo>
                  <a:cubicBezTo>
                    <a:pt x="1" y="1622"/>
                    <a:pt x="185" y="2280"/>
                    <a:pt x="378" y="2727"/>
                  </a:cubicBezTo>
                  <a:cubicBezTo>
                    <a:pt x="606" y="3262"/>
                    <a:pt x="807" y="3805"/>
                    <a:pt x="974" y="4357"/>
                  </a:cubicBezTo>
                  <a:cubicBezTo>
                    <a:pt x="1149" y="4945"/>
                    <a:pt x="1167" y="6908"/>
                    <a:pt x="877" y="7487"/>
                  </a:cubicBezTo>
                  <a:cubicBezTo>
                    <a:pt x="1476" y="7691"/>
                    <a:pt x="2027" y="7775"/>
                    <a:pt x="2588" y="7775"/>
                  </a:cubicBezTo>
                  <a:cubicBezTo>
                    <a:pt x="3111" y="7775"/>
                    <a:pt x="3642" y="7702"/>
                    <a:pt x="4226" y="7583"/>
                  </a:cubicBezTo>
                  <a:cubicBezTo>
                    <a:pt x="4191" y="7180"/>
                    <a:pt x="4165" y="6707"/>
                    <a:pt x="4129" y="6303"/>
                  </a:cubicBezTo>
                  <a:lnTo>
                    <a:pt x="4129" y="6303"/>
                  </a:lnTo>
                  <a:cubicBezTo>
                    <a:pt x="4366" y="6680"/>
                    <a:pt x="4515" y="7110"/>
                    <a:pt x="4577" y="7548"/>
                  </a:cubicBezTo>
                  <a:cubicBezTo>
                    <a:pt x="4831" y="7495"/>
                    <a:pt x="5076" y="7408"/>
                    <a:pt x="5304" y="7303"/>
                  </a:cubicBezTo>
                  <a:cubicBezTo>
                    <a:pt x="5208" y="5523"/>
                    <a:pt x="4690" y="3270"/>
                    <a:pt x="3682" y="1771"/>
                  </a:cubicBezTo>
                  <a:lnTo>
                    <a:pt x="1982" y="1"/>
                  </a:lnTo>
                  <a:close/>
                </a:path>
              </a:pathLst>
            </a:custGeom>
            <a:solidFill>
              <a:srgbClr val="477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6"/>
            <p:cNvSpPr/>
            <p:nvPr/>
          </p:nvSpPr>
          <p:spPr>
            <a:xfrm>
              <a:off x="4888359" y="2674648"/>
              <a:ext cx="193465" cy="207791"/>
            </a:xfrm>
            <a:custGeom>
              <a:avLst/>
              <a:gdLst/>
              <a:ahLst/>
              <a:cxnLst/>
              <a:rect l="l" t="t" r="r" b="b"/>
              <a:pathLst>
                <a:path w="2148" h="2307" extrusionOk="0">
                  <a:moveTo>
                    <a:pt x="1847" y="1"/>
                  </a:moveTo>
                  <a:cubicBezTo>
                    <a:pt x="1740" y="1"/>
                    <a:pt x="1635" y="29"/>
                    <a:pt x="1543" y="78"/>
                  </a:cubicBezTo>
                  <a:cubicBezTo>
                    <a:pt x="1026" y="244"/>
                    <a:pt x="526" y="770"/>
                    <a:pt x="298" y="1577"/>
                  </a:cubicBezTo>
                  <a:cubicBezTo>
                    <a:pt x="296" y="1598"/>
                    <a:pt x="292" y="1608"/>
                    <a:pt x="286" y="1608"/>
                  </a:cubicBezTo>
                  <a:cubicBezTo>
                    <a:pt x="249" y="1608"/>
                    <a:pt x="156" y="1140"/>
                    <a:pt x="263" y="498"/>
                  </a:cubicBezTo>
                  <a:lnTo>
                    <a:pt x="263" y="498"/>
                  </a:lnTo>
                  <a:cubicBezTo>
                    <a:pt x="202" y="621"/>
                    <a:pt x="79" y="744"/>
                    <a:pt x="9" y="858"/>
                  </a:cubicBezTo>
                  <a:cubicBezTo>
                    <a:pt x="0" y="1051"/>
                    <a:pt x="9" y="1235"/>
                    <a:pt x="35" y="1428"/>
                  </a:cubicBezTo>
                  <a:cubicBezTo>
                    <a:pt x="149" y="2188"/>
                    <a:pt x="366" y="2306"/>
                    <a:pt x="434" y="2306"/>
                  </a:cubicBezTo>
                  <a:cubicBezTo>
                    <a:pt x="439" y="2306"/>
                    <a:pt x="444" y="2306"/>
                    <a:pt x="447" y="2304"/>
                  </a:cubicBezTo>
                  <a:cubicBezTo>
                    <a:pt x="482" y="1743"/>
                    <a:pt x="710" y="1226"/>
                    <a:pt x="1096" y="823"/>
                  </a:cubicBezTo>
                  <a:cubicBezTo>
                    <a:pt x="1394" y="507"/>
                    <a:pt x="1753" y="262"/>
                    <a:pt x="2148" y="86"/>
                  </a:cubicBezTo>
                  <a:cubicBezTo>
                    <a:pt x="2095" y="60"/>
                    <a:pt x="2034" y="34"/>
                    <a:pt x="1981" y="16"/>
                  </a:cubicBezTo>
                  <a:cubicBezTo>
                    <a:pt x="1937" y="6"/>
                    <a:pt x="1892" y="1"/>
                    <a:pt x="1847" y="1"/>
                  </a:cubicBezTo>
                  <a:close/>
                </a:path>
              </a:pathLst>
            </a:custGeom>
            <a:solidFill>
              <a:srgbClr val="5695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6"/>
            <p:cNvSpPr/>
            <p:nvPr/>
          </p:nvSpPr>
          <p:spPr>
            <a:xfrm>
              <a:off x="4883585" y="2591603"/>
              <a:ext cx="88536" cy="80613"/>
            </a:xfrm>
            <a:custGeom>
              <a:avLst/>
              <a:gdLst/>
              <a:ahLst/>
              <a:cxnLst/>
              <a:rect l="l" t="t" r="r" b="b"/>
              <a:pathLst>
                <a:path w="983" h="895" extrusionOk="0">
                  <a:moveTo>
                    <a:pt x="851" y="0"/>
                  </a:moveTo>
                  <a:lnTo>
                    <a:pt x="1" y="526"/>
                  </a:lnTo>
                  <a:cubicBezTo>
                    <a:pt x="44" y="605"/>
                    <a:pt x="141" y="746"/>
                    <a:pt x="220" y="895"/>
                  </a:cubicBezTo>
                  <a:cubicBezTo>
                    <a:pt x="456" y="789"/>
                    <a:pt x="676" y="640"/>
                    <a:pt x="860" y="447"/>
                  </a:cubicBezTo>
                  <a:cubicBezTo>
                    <a:pt x="904" y="395"/>
                    <a:pt x="939" y="342"/>
                    <a:pt x="982" y="281"/>
                  </a:cubicBezTo>
                  <a:cubicBezTo>
                    <a:pt x="921" y="193"/>
                    <a:pt x="877" y="97"/>
                    <a:pt x="851" y="0"/>
                  </a:cubicBezTo>
                  <a:close/>
                </a:path>
              </a:pathLst>
            </a:custGeom>
            <a:solidFill>
              <a:srgbClr val="EDB9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6"/>
            <p:cNvSpPr/>
            <p:nvPr/>
          </p:nvSpPr>
          <p:spPr>
            <a:xfrm>
              <a:off x="4690209" y="2320403"/>
              <a:ext cx="311904" cy="355416"/>
            </a:xfrm>
            <a:custGeom>
              <a:avLst/>
              <a:gdLst/>
              <a:ahLst/>
              <a:cxnLst/>
              <a:rect l="l" t="t" r="r" b="b"/>
              <a:pathLst>
                <a:path w="3463" h="3946" extrusionOk="0">
                  <a:moveTo>
                    <a:pt x="1647" y="1"/>
                  </a:moveTo>
                  <a:cubicBezTo>
                    <a:pt x="986" y="1"/>
                    <a:pt x="465" y="250"/>
                    <a:pt x="465" y="250"/>
                  </a:cubicBezTo>
                  <a:cubicBezTo>
                    <a:pt x="140" y="504"/>
                    <a:pt x="0" y="934"/>
                    <a:pt x="105" y="1337"/>
                  </a:cubicBezTo>
                  <a:cubicBezTo>
                    <a:pt x="254" y="1986"/>
                    <a:pt x="149" y="2827"/>
                    <a:pt x="412" y="3441"/>
                  </a:cubicBezTo>
                  <a:cubicBezTo>
                    <a:pt x="517" y="3713"/>
                    <a:pt x="833" y="3809"/>
                    <a:pt x="1148" y="3906"/>
                  </a:cubicBezTo>
                  <a:cubicBezTo>
                    <a:pt x="1243" y="3934"/>
                    <a:pt x="1343" y="3946"/>
                    <a:pt x="1446" y="3946"/>
                  </a:cubicBezTo>
                  <a:cubicBezTo>
                    <a:pt x="1724" y="3946"/>
                    <a:pt x="2018" y="3860"/>
                    <a:pt x="2262" y="3783"/>
                  </a:cubicBezTo>
                  <a:cubicBezTo>
                    <a:pt x="2603" y="3678"/>
                    <a:pt x="2919" y="3476"/>
                    <a:pt x="3165" y="3204"/>
                  </a:cubicBezTo>
                  <a:cubicBezTo>
                    <a:pt x="3340" y="3029"/>
                    <a:pt x="3445" y="2801"/>
                    <a:pt x="3454" y="2547"/>
                  </a:cubicBezTo>
                  <a:cubicBezTo>
                    <a:pt x="3463" y="2363"/>
                    <a:pt x="3454" y="2170"/>
                    <a:pt x="3427" y="1977"/>
                  </a:cubicBezTo>
                  <a:cubicBezTo>
                    <a:pt x="3427" y="1977"/>
                    <a:pt x="3445" y="531"/>
                    <a:pt x="2463" y="145"/>
                  </a:cubicBezTo>
                  <a:cubicBezTo>
                    <a:pt x="2185" y="39"/>
                    <a:pt x="1905" y="1"/>
                    <a:pt x="1647" y="1"/>
                  </a:cubicBezTo>
                  <a:close/>
                </a:path>
              </a:pathLst>
            </a:custGeom>
            <a:solidFill>
              <a:srgbClr val="EDB9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36"/>
            <p:cNvSpPr/>
            <p:nvPr/>
          </p:nvSpPr>
          <p:spPr>
            <a:xfrm>
              <a:off x="4856745" y="2328689"/>
              <a:ext cx="242462" cy="234542"/>
            </a:xfrm>
            <a:custGeom>
              <a:avLst/>
              <a:gdLst/>
              <a:ahLst/>
              <a:cxnLst/>
              <a:rect l="l" t="t" r="r" b="b"/>
              <a:pathLst>
                <a:path w="2692" h="2604" extrusionOk="0">
                  <a:moveTo>
                    <a:pt x="2210" y="0"/>
                  </a:moveTo>
                  <a:lnTo>
                    <a:pt x="1" y="737"/>
                  </a:lnTo>
                  <a:cubicBezTo>
                    <a:pt x="448" y="1079"/>
                    <a:pt x="842" y="1482"/>
                    <a:pt x="1184" y="1929"/>
                  </a:cubicBezTo>
                  <a:cubicBezTo>
                    <a:pt x="1210" y="1964"/>
                    <a:pt x="1245" y="1990"/>
                    <a:pt x="1280" y="2008"/>
                  </a:cubicBezTo>
                  <a:cubicBezTo>
                    <a:pt x="1287" y="2010"/>
                    <a:pt x="1295" y="2011"/>
                    <a:pt x="1301" y="2011"/>
                  </a:cubicBezTo>
                  <a:cubicBezTo>
                    <a:pt x="1346" y="2011"/>
                    <a:pt x="1388" y="1966"/>
                    <a:pt x="1403" y="1920"/>
                  </a:cubicBezTo>
                  <a:cubicBezTo>
                    <a:pt x="1421" y="1859"/>
                    <a:pt x="1421" y="1797"/>
                    <a:pt x="1412" y="1736"/>
                  </a:cubicBezTo>
                  <a:lnTo>
                    <a:pt x="1412" y="1736"/>
                  </a:lnTo>
                  <a:cubicBezTo>
                    <a:pt x="1543" y="2008"/>
                    <a:pt x="1614" y="2350"/>
                    <a:pt x="1771" y="2604"/>
                  </a:cubicBezTo>
                  <a:cubicBezTo>
                    <a:pt x="2061" y="2323"/>
                    <a:pt x="2525" y="1964"/>
                    <a:pt x="2490" y="1526"/>
                  </a:cubicBezTo>
                  <a:lnTo>
                    <a:pt x="2490" y="1526"/>
                  </a:lnTo>
                  <a:cubicBezTo>
                    <a:pt x="2534" y="1605"/>
                    <a:pt x="2604" y="1666"/>
                    <a:pt x="2692" y="1701"/>
                  </a:cubicBezTo>
                  <a:cubicBezTo>
                    <a:pt x="2665" y="1096"/>
                    <a:pt x="2578" y="447"/>
                    <a:pt x="2210" y="0"/>
                  </a:cubicBezTo>
                  <a:close/>
                </a:path>
              </a:pathLst>
            </a:custGeom>
            <a:solidFill>
              <a:srgbClr val="4732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6"/>
            <p:cNvSpPr/>
            <p:nvPr/>
          </p:nvSpPr>
          <p:spPr>
            <a:xfrm>
              <a:off x="4968880" y="2500813"/>
              <a:ext cx="56923" cy="87818"/>
            </a:xfrm>
            <a:custGeom>
              <a:avLst/>
              <a:gdLst/>
              <a:ahLst/>
              <a:cxnLst/>
              <a:rect l="l" t="t" r="r" b="b"/>
              <a:pathLst>
                <a:path w="632" h="975" extrusionOk="0">
                  <a:moveTo>
                    <a:pt x="228" y="0"/>
                  </a:moveTo>
                  <a:cubicBezTo>
                    <a:pt x="132" y="0"/>
                    <a:pt x="35" y="62"/>
                    <a:pt x="0" y="149"/>
                  </a:cubicBezTo>
                  <a:lnTo>
                    <a:pt x="53" y="903"/>
                  </a:lnTo>
                  <a:cubicBezTo>
                    <a:pt x="114" y="947"/>
                    <a:pt x="193" y="965"/>
                    <a:pt x="272" y="973"/>
                  </a:cubicBezTo>
                  <a:cubicBezTo>
                    <a:pt x="281" y="974"/>
                    <a:pt x="290" y="975"/>
                    <a:pt x="299" y="975"/>
                  </a:cubicBezTo>
                  <a:cubicBezTo>
                    <a:pt x="362" y="975"/>
                    <a:pt x="429" y="949"/>
                    <a:pt x="482" y="903"/>
                  </a:cubicBezTo>
                  <a:cubicBezTo>
                    <a:pt x="518" y="859"/>
                    <a:pt x="553" y="816"/>
                    <a:pt x="570" y="763"/>
                  </a:cubicBezTo>
                  <a:cubicBezTo>
                    <a:pt x="614" y="640"/>
                    <a:pt x="632" y="509"/>
                    <a:pt x="605" y="386"/>
                  </a:cubicBezTo>
                  <a:cubicBezTo>
                    <a:pt x="588" y="281"/>
                    <a:pt x="553" y="193"/>
                    <a:pt x="482" y="114"/>
                  </a:cubicBezTo>
                  <a:cubicBezTo>
                    <a:pt x="421" y="44"/>
                    <a:pt x="325" y="0"/>
                    <a:pt x="228" y="0"/>
                  </a:cubicBezTo>
                  <a:close/>
                </a:path>
              </a:pathLst>
            </a:custGeom>
            <a:solidFill>
              <a:srgbClr val="EDB9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6"/>
            <p:cNvSpPr/>
            <p:nvPr/>
          </p:nvSpPr>
          <p:spPr>
            <a:xfrm>
              <a:off x="4980679" y="2522340"/>
              <a:ext cx="31974" cy="53682"/>
            </a:xfrm>
            <a:custGeom>
              <a:avLst/>
              <a:gdLst/>
              <a:ahLst/>
              <a:cxnLst/>
              <a:rect l="l" t="t" r="r" b="b"/>
              <a:pathLst>
                <a:path w="355" h="596" extrusionOk="0">
                  <a:moveTo>
                    <a:pt x="176" y="1"/>
                  </a:moveTo>
                  <a:cubicBezTo>
                    <a:pt x="161" y="1"/>
                    <a:pt x="146" y="3"/>
                    <a:pt x="132" y="7"/>
                  </a:cubicBezTo>
                  <a:cubicBezTo>
                    <a:pt x="89" y="16"/>
                    <a:pt x="45" y="51"/>
                    <a:pt x="36" y="103"/>
                  </a:cubicBezTo>
                  <a:cubicBezTo>
                    <a:pt x="18" y="165"/>
                    <a:pt x="53" y="182"/>
                    <a:pt x="80" y="226"/>
                  </a:cubicBezTo>
                  <a:cubicBezTo>
                    <a:pt x="132" y="331"/>
                    <a:pt x="45" y="349"/>
                    <a:pt x="10" y="428"/>
                  </a:cubicBezTo>
                  <a:cubicBezTo>
                    <a:pt x="1" y="480"/>
                    <a:pt x="10" y="524"/>
                    <a:pt x="45" y="559"/>
                  </a:cubicBezTo>
                  <a:cubicBezTo>
                    <a:pt x="73" y="583"/>
                    <a:pt x="107" y="595"/>
                    <a:pt x="142" y="595"/>
                  </a:cubicBezTo>
                  <a:cubicBezTo>
                    <a:pt x="194" y="595"/>
                    <a:pt x="246" y="568"/>
                    <a:pt x="273" y="515"/>
                  </a:cubicBezTo>
                  <a:cubicBezTo>
                    <a:pt x="273" y="508"/>
                    <a:pt x="267" y="495"/>
                    <a:pt x="260" y="495"/>
                  </a:cubicBezTo>
                  <a:cubicBezTo>
                    <a:pt x="258" y="495"/>
                    <a:pt x="257" y="496"/>
                    <a:pt x="255" y="498"/>
                  </a:cubicBezTo>
                  <a:cubicBezTo>
                    <a:pt x="229" y="524"/>
                    <a:pt x="202" y="533"/>
                    <a:pt x="176" y="550"/>
                  </a:cubicBezTo>
                  <a:cubicBezTo>
                    <a:pt x="165" y="552"/>
                    <a:pt x="154" y="554"/>
                    <a:pt x="144" y="554"/>
                  </a:cubicBezTo>
                  <a:cubicBezTo>
                    <a:pt x="71" y="554"/>
                    <a:pt x="18" y="501"/>
                    <a:pt x="80" y="401"/>
                  </a:cubicBezTo>
                  <a:cubicBezTo>
                    <a:pt x="97" y="366"/>
                    <a:pt x="132" y="349"/>
                    <a:pt x="141" y="314"/>
                  </a:cubicBezTo>
                  <a:cubicBezTo>
                    <a:pt x="150" y="287"/>
                    <a:pt x="150" y="252"/>
                    <a:pt x="132" y="235"/>
                  </a:cubicBezTo>
                  <a:cubicBezTo>
                    <a:pt x="124" y="217"/>
                    <a:pt x="115" y="208"/>
                    <a:pt x="106" y="200"/>
                  </a:cubicBezTo>
                  <a:cubicBezTo>
                    <a:pt x="38" y="105"/>
                    <a:pt x="121" y="39"/>
                    <a:pt x="198" y="39"/>
                  </a:cubicBezTo>
                  <a:cubicBezTo>
                    <a:pt x="250" y="39"/>
                    <a:pt x="299" y="68"/>
                    <a:pt x="299" y="138"/>
                  </a:cubicBezTo>
                  <a:cubicBezTo>
                    <a:pt x="303" y="143"/>
                    <a:pt x="310" y="145"/>
                    <a:pt x="315" y="145"/>
                  </a:cubicBezTo>
                  <a:cubicBezTo>
                    <a:pt x="321" y="145"/>
                    <a:pt x="325" y="143"/>
                    <a:pt x="325" y="138"/>
                  </a:cubicBezTo>
                  <a:lnTo>
                    <a:pt x="325" y="147"/>
                  </a:lnTo>
                  <a:cubicBezTo>
                    <a:pt x="355" y="58"/>
                    <a:pt x="260" y="1"/>
                    <a:pt x="176" y="1"/>
                  </a:cubicBezTo>
                  <a:close/>
                </a:path>
              </a:pathLst>
            </a:custGeom>
            <a:solidFill>
              <a:srgbClr val="EDB9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6"/>
            <p:cNvSpPr/>
            <p:nvPr/>
          </p:nvSpPr>
          <p:spPr>
            <a:xfrm>
              <a:off x="4848819" y="2446681"/>
              <a:ext cx="71153" cy="28462"/>
            </a:xfrm>
            <a:custGeom>
              <a:avLst/>
              <a:gdLst/>
              <a:ahLst/>
              <a:cxnLst/>
              <a:rect l="l" t="t" r="r" b="b"/>
              <a:pathLst>
                <a:path w="790" h="316" extrusionOk="0">
                  <a:moveTo>
                    <a:pt x="643" y="0"/>
                  </a:moveTo>
                  <a:cubicBezTo>
                    <a:pt x="627" y="0"/>
                    <a:pt x="612" y="2"/>
                    <a:pt x="597" y="5"/>
                  </a:cubicBezTo>
                  <a:cubicBezTo>
                    <a:pt x="413" y="40"/>
                    <a:pt x="71" y="75"/>
                    <a:pt x="36" y="119"/>
                  </a:cubicBezTo>
                  <a:cubicBezTo>
                    <a:pt x="1" y="163"/>
                    <a:pt x="27" y="295"/>
                    <a:pt x="54" y="303"/>
                  </a:cubicBezTo>
                  <a:cubicBezTo>
                    <a:pt x="117" y="311"/>
                    <a:pt x="181" y="315"/>
                    <a:pt x="245" y="315"/>
                  </a:cubicBezTo>
                  <a:cubicBezTo>
                    <a:pt x="394" y="315"/>
                    <a:pt x="544" y="294"/>
                    <a:pt x="685" y="251"/>
                  </a:cubicBezTo>
                  <a:cubicBezTo>
                    <a:pt x="772" y="207"/>
                    <a:pt x="790" y="93"/>
                    <a:pt x="729" y="32"/>
                  </a:cubicBezTo>
                  <a:cubicBezTo>
                    <a:pt x="705" y="8"/>
                    <a:pt x="674" y="0"/>
                    <a:pt x="643" y="0"/>
                  </a:cubicBezTo>
                  <a:close/>
                </a:path>
              </a:pathLst>
            </a:custGeom>
            <a:solidFill>
              <a:srgbClr val="4732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6"/>
            <p:cNvSpPr/>
            <p:nvPr/>
          </p:nvSpPr>
          <p:spPr>
            <a:xfrm>
              <a:off x="4852061" y="2499642"/>
              <a:ext cx="49807" cy="46026"/>
            </a:xfrm>
            <a:custGeom>
              <a:avLst/>
              <a:gdLst/>
              <a:ahLst/>
              <a:cxnLst/>
              <a:rect l="l" t="t" r="r" b="b"/>
              <a:pathLst>
                <a:path w="553" h="511" extrusionOk="0">
                  <a:moveTo>
                    <a:pt x="267" y="1"/>
                  </a:moveTo>
                  <a:cubicBezTo>
                    <a:pt x="147" y="1"/>
                    <a:pt x="33" y="83"/>
                    <a:pt x="9" y="215"/>
                  </a:cubicBezTo>
                  <a:cubicBezTo>
                    <a:pt x="0" y="311"/>
                    <a:pt x="35" y="408"/>
                    <a:pt x="105" y="469"/>
                  </a:cubicBezTo>
                  <a:cubicBezTo>
                    <a:pt x="153" y="497"/>
                    <a:pt x="205" y="510"/>
                    <a:pt x="258" y="510"/>
                  </a:cubicBezTo>
                  <a:cubicBezTo>
                    <a:pt x="322" y="510"/>
                    <a:pt x="385" y="490"/>
                    <a:pt x="438" y="452"/>
                  </a:cubicBezTo>
                  <a:cubicBezTo>
                    <a:pt x="552" y="346"/>
                    <a:pt x="552" y="154"/>
                    <a:pt x="430" y="57"/>
                  </a:cubicBezTo>
                  <a:cubicBezTo>
                    <a:pt x="380" y="18"/>
                    <a:pt x="323" y="1"/>
                    <a:pt x="2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6"/>
            <p:cNvSpPr/>
            <p:nvPr/>
          </p:nvSpPr>
          <p:spPr>
            <a:xfrm>
              <a:off x="4855934" y="2512612"/>
              <a:ext cx="23057" cy="23058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108" y="1"/>
                  </a:moveTo>
                  <a:cubicBezTo>
                    <a:pt x="60" y="1"/>
                    <a:pt x="21" y="36"/>
                    <a:pt x="10" y="106"/>
                  </a:cubicBezTo>
                  <a:cubicBezTo>
                    <a:pt x="1" y="150"/>
                    <a:pt x="18" y="202"/>
                    <a:pt x="53" y="229"/>
                  </a:cubicBezTo>
                  <a:cubicBezTo>
                    <a:pt x="71" y="246"/>
                    <a:pt x="95" y="255"/>
                    <a:pt x="120" y="255"/>
                  </a:cubicBezTo>
                  <a:cubicBezTo>
                    <a:pt x="145" y="255"/>
                    <a:pt x="172" y="246"/>
                    <a:pt x="194" y="229"/>
                  </a:cubicBezTo>
                  <a:cubicBezTo>
                    <a:pt x="255" y="176"/>
                    <a:pt x="255" y="80"/>
                    <a:pt x="185" y="27"/>
                  </a:cubicBezTo>
                  <a:cubicBezTo>
                    <a:pt x="159" y="10"/>
                    <a:pt x="132" y="1"/>
                    <a:pt x="1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6"/>
            <p:cNvSpPr/>
            <p:nvPr/>
          </p:nvSpPr>
          <p:spPr>
            <a:xfrm>
              <a:off x="4690929" y="2456499"/>
              <a:ext cx="70343" cy="24589"/>
            </a:xfrm>
            <a:custGeom>
              <a:avLst/>
              <a:gdLst/>
              <a:ahLst/>
              <a:cxnLst/>
              <a:rect l="l" t="t" r="r" b="b"/>
              <a:pathLst>
                <a:path w="781" h="273" extrusionOk="0">
                  <a:moveTo>
                    <a:pt x="137" y="0"/>
                  </a:moveTo>
                  <a:cubicBezTo>
                    <a:pt x="104" y="0"/>
                    <a:pt x="71" y="4"/>
                    <a:pt x="53" y="28"/>
                  </a:cubicBezTo>
                  <a:cubicBezTo>
                    <a:pt x="1" y="98"/>
                    <a:pt x="27" y="203"/>
                    <a:pt x="115" y="238"/>
                  </a:cubicBezTo>
                  <a:cubicBezTo>
                    <a:pt x="221" y="261"/>
                    <a:pt x="332" y="272"/>
                    <a:pt x="445" y="272"/>
                  </a:cubicBezTo>
                  <a:cubicBezTo>
                    <a:pt x="545" y="272"/>
                    <a:pt x="647" y="263"/>
                    <a:pt x="746" y="247"/>
                  </a:cubicBezTo>
                  <a:cubicBezTo>
                    <a:pt x="781" y="186"/>
                    <a:pt x="781" y="115"/>
                    <a:pt x="746" y="63"/>
                  </a:cubicBezTo>
                  <a:cubicBezTo>
                    <a:pt x="711" y="19"/>
                    <a:pt x="369" y="19"/>
                    <a:pt x="185" y="1"/>
                  </a:cubicBezTo>
                  <a:cubicBezTo>
                    <a:pt x="170" y="1"/>
                    <a:pt x="154" y="0"/>
                    <a:pt x="137" y="0"/>
                  </a:cubicBezTo>
                  <a:close/>
                </a:path>
              </a:pathLst>
            </a:custGeom>
            <a:solidFill>
              <a:srgbClr val="4732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6"/>
            <p:cNvSpPr/>
            <p:nvPr/>
          </p:nvSpPr>
          <p:spPr>
            <a:xfrm>
              <a:off x="4720922" y="2503965"/>
              <a:ext cx="51429" cy="46206"/>
            </a:xfrm>
            <a:custGeom>
              <a:avLst/>
              <a:gdLst/>
              <a:ahLst/>
              <a:cxnLst/>
              <a:rect l="l" t="t" r="r" b="b"/>
              <a:pathLst>
                <a:path w="571" h="513" extrusionOk="0">
                  <a:moveTo>
                    <a:pt x="296" y="1"/>
                  </a:moveTo>
                  <a:cubicBezTo>
                    <a:pt x="238" y="1"/>
                    <a:pt x="180" y="20"/>
                    <a:pt x="132" y="62"/>
                  </a:cubicBezTo>
                  <a:cubicBezTo>
                    <a:pt x="1" y="176"/>
                    <a:pt x="18" y="395"/>
                    <a:pt x="167" y="483"/>
                  </a:cubicBezTo>
                  <a:cubicBezTo>
                    <a:pt x="207" y="502"/>
                    <a:pt x="250" y="512"/>
                    <a:pt x="294" y="512"/>
                  </a:cubicBezTo>
                  <a:cubicBezTo>
                    <a:pt x="366" y="512"/>
                    <a:pt x="440" y="485"/>
                    <a:pt x="501" y="430"/>
                  </a:cubicBezTo>
                  <a:cubicBezTo>
                    <a:pt x="553" y="360"/>
                    <a:pt x="571" y="255"/>
                    <a:pt x="536" y="167"/>
                  </a:cubicBezTo>
                  <a:cubicBezTo>
                    <a:pt x="497" y="61"/>
                    <a:pt x="397" y="1"/>
                    <a:pt x="2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6"/>
            <p:cNvSpPr/>
            <p:nvPr/>
          </p:nvSpPr>
          <p:spPr>
            <a:xfrm>
              <a:off x="4744610" y="2515584"/>
              <a:ext cx="23057" cy="2296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145" y="1"/>
                  </a:moveTo>
                  <a:cubicBezTo>
                    <a:pt x="116" y="1"/>
                    <a:pt x="84" y="16"/>
                    <a:pt x="53" y="47"/>
                  </a:cubicBezTo>
                  <a:cubicBezTo>
                    <a:pt x="1" y="108"/>
                    <a:pt x="18" y="196"/>
                    <a:pt x="89" y="240"/>
                  </a:cubicBezTo>
                  <a:cubicBezTo>
                    <a:pt x="105" y="249"/>
                    <a:pt x="124" y="254"/>
                    <a:pt x="143" y="254"/>
                  </a:cubicBezTo>
                  <a:cubicBezTo>
                    <a:pt x="175" y="254"/>
                    <a:pt x="207" y="241"/>
                    <a:pt x="229" y="213"/>
                  </a:cubicBezTo>
                  <a:cubicBezTo>
                    <a:pt x="255" y="178"/>
                    <a:pt x="255" y="126"/>
                    <a:pt x="238" y="82"/>
                  </a:cubicBezTo>
                  <a:cubicBezTo>
                    <a:pt x="218" y="27"/>
                    <a:pt x="184" y="1"/>
                    <a:pt x="1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6"/>
            <p:cNvSpPr/>
            <p:nvPr/>
          </p:nvSpPr>
          <p:spPr>
            <a:xfrm>
              <a:off x="4663278" y="2386334"/>
              <a:ext cx="70433" cy="82144"/>
            </a:xfrm>
            <a:custGeom>
              <a:avLst/>
              <a:gdLst/>
              <a:ahLst/>
              <a:cxnLst/>
              <a:rect l="l" t="t" r="r" b="b"/>
              <a:pathLst>
                <a:path w="782" h="912" extrusionOk="0">
                  <a:moveTo>
                    <a:pt x="360" y="0"/>
                  </a:moveTo>
                  <a:cubicBezTo>
                    <a:pt x="229" y="228"/>
                    <a:pt x="115" y="474"/>
                    <a:pt x="27" y="728"/>
                  </a:cubicBezTo>
                  <a:cubicBezTo>
                    <a:pt x="10" y="754"/>
                    <a:pt x="1" y="798"/>
                    <a:pt x="1" y="833"/>
                  </a:cubicBezTo>
                  <a:cubicBezTo>
                    <a:pt x="10" y="868"/>
                    <a:pt x="36" y="903"/>
                    <a:pt x="71" y="912"/>
                  </a:cubicBezTo>
                  <a:cubicBezTo>
                    <a:pt x="89" y="903"/>
                    <a:pt x="106" y="903"/>
                    <a:pt x="124" y="894"/>
                  </a:cubicBezTo>
                  <a:cubicBezTo>
                    <a:pt x="211" y="842"/>
                    <a:pt x="264" y="763"/>
                    <a:pt x="290" y="675"/>
                  </a:cubicBezTo>
                  <a:cubicBezTo>
                    <a:pt x="290" y="728"/>
                    <a:pt x="290" y="789"/>
                    <a:pt x="308" y="842"/>
                  </a:cubicBezTo>
                  <a:cubicBezTo>
                    <a:pt x="308" y="851"/>
                    <a:pt x="308" y="859"/>
                    <a:pt x="317" y="868"/>
                  </a:cubicBezTo>
                  <a:cubicBezTo>
                    <a:pt x="322" y="876"/>
                    <a:pt x="329" y="879"/>
                    <a:pt x="337" y="879"/>
                  </a:cubicBezTo>
                  <a:cubicBezTo>
                    <a:pt x="357" y="879"/>
                    <a:pt x="383" y="858"/>
                    <a:pt x="395" y="833"/>
                  </a:cubicBezTo>
                  <a:lnTo>
                    <a:pt x="781" y="228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4732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6"/>
            <p:cNvSpPr/>
            <p:nvPr/>
          </p:nvSpPr>
          <p:spPr>
            <a:xfrm>
              <a:off x="4675978" y="2213400"/>
              <a:ext cx="382156" cy="176177"/>
            </a:xfrm>
            <a:custGeom>
              <a:avLst/>
              <a:gdLst/>
              <a:ahLst/>
              <a:cxnLst/>
              <a:rect l="l" t="t" r="r" b="b"/>
              <a:pathLst>
                <a:path w="4243" h="1956" extrusionOk="0">
                  <a:moveTo>
                    <a:pt x="2241" y="1"/>
                  </a:moveTo>
                  <a:cubicBezTo>
                    <a:pt x="1962" y="1"/>
                    <a:pt x="1678" y="22"/>
                    <a:pt x="1473" y="71"/>
                  </a:cubicBezTo>
                  <a:cubicBezTo>
                    <a:pt x="1201" y="132"/>
                    <a:pt x="658" y="290"/>
                    <a:pt x="386" y="693"/>
                  </a:cubicBezTo>
                  <a:cubicBezTo>
                    <a:pt x="219" y="930"/>
                    <a:pt x="0" y="1429"/>
                    <a:pt x="105" y="1955"/>
                  </a:cubicBezTo>
                  <a:cubicBezTo>
                    <a:pt x="1157" y="1824"/>
                    <a:pt x="2884" y="1526"/>
                    <a:pt x="3910" y="1263"/>
                  </a:cubicBezTo>
                  <a:lnTo>
                    <a:pt x="4243" y="1140"/>
                  </a:lnTo>
                  <a:cubicBezTo>
                    <a:pt x="4033" y="658"/>
                    <a:pt x="3410" y="220"/>
                    <a:pt x="3147" y="106"/>
                  </a:cubicBezTo>
                  <a:cubicBezTo>
                    <a:pt x="2991" y="40"/>
                    <a:pt x="2620" y="1"/>
                    <a:pt x="2241" y="1"/>
                  </a:cubicBezTo>
                  <a:close/>
                </a:path>
              </a:pathLst>
            </a:custGeom>
            <a:solidFill>
              <a:srgbClr val="477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6"/>
            <p:cNvSpPr/>
            <p:nvPr/>
          </p:nvSpPr>
          <p:spPr>
            <a:xfrm>
              <a:off x="4823600" y="2219615"/>
              <a:ext cx="149872" cy="82594"/>
            </a:xfrm>
            <a:custGeom>
              <a:avLst/>
              <a:gdLst/>
              <a:ahLst/>
              <a:cxnLst/>
              <a:rect l="l" t="t" r="r" b="b"/>
              <a:pathLst>
                <a:path w="1664" h="917" extrusionOk="0">
                  <a:moveTo>
                    <a:pt x="560" y="1"/>
                  </a:moveTo>
                  <a:cubicBezTo>
                    <a:pt x="366" y="1"/>
                    <a:pt x="168" y="24"/>
                    <a:pt x="9" y="28"/>
                  </a:cubicBezTo>
                  <a:cubicBezTo>
                    <a:pt x="0" y="28"/>
                    <a:pt x="0" y="54"/>
                    <a:pt x="9" y="54"/>
                  </a:cubicBezTo>
                  <a:cubicBezTo>
                    <a:pt x="148" y="54"/>
                    <a:pt x="323" y="39"/>
                    <a:pt x="500" y="39"/>
                  </a:cubicBezTo>
                  <a:cubicBezTo>
                    <a:pt x="747" y="39"/>
                    <a:pt x="995" y="69"/>
                    <a:pt x="1149" y="212"/>
                  </a:cubicBezTo>
                  <a:cubicBezTo>
                    <a:pt x="1359" y="405"/>
                    <a:pt x="1464" y="694"/>
                    <a:pt x="1648" y="913"/>
                  </a:cubicBezTo>
                  <a:cubicBezTo>
                    <a:pt x="1648" y="916"/>
                    <a:pt x="1650" y="917"/>
                    <a:pt x="1652" y="917"/>
                  </a:cubicBezTo>
                  <a:cubicBezTo>
                    <a:pt x="1656" y="917"/>
                    <a:pt x="1663" y="911"/>
                    <a:pt x="1657" y="905"/>
                  </a:cubicBezTo>
                  <a:cubicBezTo>
                    <a:pt x="1499" y="650"/>
                    <a:pt x="1368" y="300"/>
                    <a:pt x="1105" y="124"/>
                  </a:cubicBezTo>
                  <a:cubicBezTo>
                    <a:pt x="962" y="26"/>
                    <a:pt x="763" y="1"/>
                    <a:pt x="560" y="1"/>
                  </a:cubicBezTo>
                  <a:close/>
                </a:path>
              </a:pathLst>
            </a:custGeom>
            <a:solidFill>
              <a:srgbClr val="3962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6"/>
            <p:cNvSpPr/>
            <p:nvPr/>
          </p:nvSpPr>
          <p:spPr>
            <a:xfrm>
              <a:off x="4720922" y="2271225"/>
              <a:ext cx="12790" cy="90700"/>
            </a:xfrm>
            <a:custGeom>
              <a:avLst/>
              <a:gdLst/>
              <a:ahLst/>
              <a:cxnLst/>
              <a:rect l="l" t="t" r="r" b="b"/>
              <a:pathLst>
                <a:path w="142" h="1007" extrusionOk="0">
                  <a:moveTo>
                    <a:pt x="123" y="0"/>
                  </a:moveTo>
                  <a:cubicBezTo>
                    <a:pt x="117" y="0"/>
                    <a:pt x="110" y="5"/>
                    <a:pt x="106" y="16"/>
                  </a:cubicBezTo>
                  <a:cubicBezTo>
                    <a:pt x="27" y="340"/>
                    <a:pt x="1" y="673"/>
                    <a:pt x="18" y="1007"/>
                  </a:cubicBezTo>
                  <a:lnTo>
                    <a:pt x="27" y="1007"/>
                  </a:lnTo>
                  <a:cubicBezTo>
                    <a:pt x="27" y="673"/>
                    <a:pt x="71" y="340"/>
                    <a:pt x="141" y="25"/>
                  </a:cubicBezTo>
                  <a:cubicBezTo>
                    <a:pt x="141" y="9"/>
                    <a:pt x="132" y="0"/>
                    <a:pt x="123" y="0"/>
                  </a:cubicBezTo>
                  <a:close/>
                </a:path>
              </a:pathLst>
            </a:custGeom>
            <a:solidFill>
              <a:srgbClr val="3962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6"/>
            <p:cNvSpPr/>
            <p:nvPr/>
          </p:nvSpPr>
          <p:spPr>
            <a:xfrm>
              <a:off x="4675978" y="2284465"/>
              <a:ext cx="400350" cy="128530"/>
            </a:xfrm>
            <a:custGeom>
              <a:avLst/>
              <a:gdLst/>
              <a:ahLst/>
              <a:cxnLst/>
              <a:rect l="l" t="t" r="r" b="b"/>
              <a:pathLst>
                <a:path w="4445" h="1427" extrusionOk="0">
                  <a:moveTo>
                    <a:pt x="4041" y="0"/>
                  </a:moveTo>
                  <a:cubicBezTo>
                    <a:pt x="1973" y="781"/>
                    <a:pt x="140" y="728"/>
                    <a:pt x="70" y="763"/>
                  </a:cubicBezTo>
                  <a:cubicBezTo>
                    <a:pt x="0" y="807"/>
                    <a:pt x="9" y="1342"/>
                    <a:pt x="88" y="1403"/>
                  </a:cubicBezTo>
                  <a:cubicBezTo>
                    <a:pt x="103" y="1417"/>
                    <a:pt x="222" y="1426"/>
                    <a:pt x="414" y="1426"/>
                  </a:cubicBezTo>
                  <a:cubicBezTo>
                    <a:pt x="1200" y="1426"/>
                    <a:pt x="3207" y="1269"/>
                    <a:pt x="4348" y="614"/>
                  </a:cubicBezTo>
                  <a:cubicBezTo>
                    <a:pt x="4445" y="570"/>
                    <a:pt x="4041" y="0"/>
                    <a:pt x="4041" y="0"/>
                  </a:cubicBezTo>
                  <a:close/>
                </a:path>
              </a:pathLst>
            </a:custGeom>
            <a:solidFill>
              <a:srgbClr val="5695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6"/>
            <p:cNvSpPr/>
            <p:nvPr/>
          </p:nvSpPr>
          <p:spPr>
            <a:xfrm>
              <a:off x="4786492" y="2605564"/>
              <a:ext cx="66380" cy="20896"/>
            </a:xfrm>
            <a:custGeom>
              <a:avLst/>
              <a:gdLst/>
              <a:ahLst/>
              <a:cxnLst/>
              <a:rect l="l" t="t" r="r" b="b"/>
              <a:pathLst>
                <a:path w="737" h="232" extrusionOk="0">
                  <a:moveTo>
                    <a:pt x="481" y="0"/>
                  </a:moveTo>
                  <a:cubicBezTo>
                    <a:pt x="318" y="0"/>
                    <a:pt x="157" y="13"/>
                    <a:pt x="0" y="47"/>
                  </a:cubicBezTo>
                  <a:lnTo>
                    <a:pt x="27" y="91"/>
                  </a:lnTo>
                  <a:cubicBezTo>
                    <a:pt x="27" y="170"/>
                    <a:pt x="97" y="231"/>
                    <a:pt x="176" y="231"/>
                  </a:cubicBezTo>
                  <a:cubicBezTo>
                    <a:pt x="342" y="222"/>
                    <a:pt x="509" y="196"/>
                    <a:pt x="658" y="143"/>
                  </a:cubicBezTo>
                  <a:cubicBezTo>
                    <a:pt x="737" y="108"/>
                    <a:pt x="640" y="12"/>
                    <a:pt x="623" y="3"/>
                  </a:cubicBezTo>
                  <a:cubicBezTo>
                    <a:pt x="576" y="1"/>
                    <a:pt x="528" y="0"/>
                    <a:pt x="481" y="0"/>
                  </a:cubicBezTo>
                  <a:close/>
                </a:path>
              </a:pathLst>
            </a:custGeom>
            <a:solidFill>
              <a:srgbClr val="8E3B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6"/>
            <p:cNvSpPr/>
            <p:nvPr/>
          </p:nvSpPr>
          <p:spPr>
            <a:xfrm>
              <a:off x="4773882" y="2540714"/>
              <a:ext cx="45034" cy="42333"/>
            </a:xfrm>
            <a:custGeom>
              <a:avLst/>
              <a:gdLst/>
              <a:ahLst/>
              <a:cxnLst/>
              <a:rect l="l" t="t" r="r" b="b"/>
              <a:pathLst>
                <a:path w="500" h="470" extrusionOk="0">
                  <a:moveTo>
                    <a:pt x="209" y="1"/>
                  </a:moveTo>
                  <a:cubicBezTo>
                    <a:pt x="207" y="1"/>
                    <a:pt x="204" y="2"/>
                    <a:pt x="202" y="4"/>
                  </a:cubicBezTo>
                  <a:cubicBezTo>
                    <a:pt x="105" y="101"/>
                    <a:pt x="0" y="250"/>
                    <a:pt x="105" y="381"/>
                  </a:cubicBezTo>
                  <a:cubicBezTo>
                    <a:pt x="170" y="440"/>
                    <a:pt x="250" y="470"/>
                    <a:pt x="333" y="470"/>
                  </a:cubicBezTo>
                  <a:cubicBezTo>
                    <a:pt x="386" y="470"/>
                    <a:pt x="440" y="458"/>
                    <a:pt x="491" y="434"/>
                  </a:cubicBezTo>
                  <a:cubicBezTo>
                    <a:pt x="500" y="425"/>
                    <a:pt x="491" y="408"/>
                    <a:pt x="482" y="408"/>
                  </a:cubicBezTo>
                  <a:cubicBezTo>
                    <a:pt x="474" y="407"/>
                    <a:pt x="466" y="407"/>
                    <a:pt x="458" y="407"/>
                  </a:cubicBezTo>
                  <a:cubicBezTo>
                    <a:pt x="405" y="407"/>
                    <a:pt x="348" y="418"/>
                    <a:pt x="294" y="418"/>
                  </a:cubicBezTo>
                  <a:cubicBezTo>
                    <a:pt x="236" y="418"/>
                    <a:pt x="182" y="405"/>
                    <a:pt x="140" y="355"/>
                  </a:cubicBezTo>
                  <a:cubicBezTo>
                    <a:pt x="53" y="250"/>
                    <a:pt x="140" y="110"/>
                    <a:pt x="219" y="13"/>
                  </a:cubicBezTo>
                  <a:cubicBezTo>
                    <a:pt x="219" y="7"/>
                    <a:pt x="215" y="1"/>
                    <a:pt x="209" y="1"/>
                  </a:cubicBezTo>
                  <a:close/>
                </a:path>
              </a:pathLst>
            </a:custGeom>
            <a:solidFill>
              <a:srgbClr val="EDB9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6"/>
            <p:cNvSpPr/>
            <p:nvPr/>
          </p:nvSpPr>
          <p:spPr>
            <a:xfrm>
              <a:off x="5002025" y="2855328"/>
              <a:ext cx="142217" cy="225625"/>
            </a:xfrm>
            <a:custGeom>
              <a:avLst/>
              <a:gdLst/>
              <a:ahLst/>
              <a:cxnLst/>
              <a:rect l="l" t="t" r="r" b="b"/>
              <a:pathLst>
                <a:path w="1579" h="2505" extrusionOk="0">
                  <a:moveTo>
                    <a:pt x="1" y="0"/>
                  </a:moveTo>
                  <a:lnTo>
                    <a:pt x="439" y="1517"/>
                  </a:lnTo>
                  <a:lnTo>
                    <a:pt x="614" y="1517"/>
                  </a:lnTo>
                  <a:cubicBezTo>
                    <a:pt x="614" y="1517"/>
                    <a:pt x="693" y="2086"/>
                    <a:pt x="386" y="2428"/>
                  </a:cubicBezTo>
                  <a:cubicBezTo>
                    <a:pt x="337" y="2482"/>
                    <a:pt x="327" y="2504"/>
                    <a:pt x="346" y="2504"/>
                  </a:cubicBezTo>
                  <a:cubicBezTo>
                    <a:pt x="448" y="2504"/>
                    <a:pt x="1377" y="1850"/>
                    <a:pt x="1377" y="1850"/>
                  </a:cubicBezTo>
                  <a:lnTo>
                    <a:pt x="1578" y="2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962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6"/>
            <p:cNvSpPr/>
            <p:nvPr/>
          </p:nvSpPr>
          <p:spPr>
            <a:xfrm>
              <a:off x="4726506" y="2914504"/>
              <a:ext cx="484023" cy="343527"/>
            </a:xfrm>
            <a:custGeom>
              <a:avLst/>
              <a:gdLst/>
              <a:ahLst/>
              <a:cxnLst/>
              <a:rect l="l" t="t" r="r" b="b"/>
              <a:pathLst>
                <a:path w="5374" h="3814" extrusionOk="0">
                  <a:moveTo>
                    <a:pt x="3989" y="1"/>
                  </a:moveTo>
                  <a:cubicBezTo>
                    <a:pt x="3884" y="676"/>
                    <a:pt x="3813" y="1272"/>
                    <a:pt x="3393" y="1657"/>
                  </a:cubicBezTo>
                  <a:cubicBezTo>
                    <a:pt x="3121" y="1912"/>
                    <a:pt x="1701" y="2648"/>
                    <a:pt x="964" y="2727"/>
                  </a:cubicBezTo>
                  <a:cubicBezTo>
                    <a:pt x="887" y="2687"/>
                    <a:pt x="800" y="2668"/>
                    <a:pt x="711" y="2668"/>
                  </a:cubicBezTo>
                  <a:cubicBezTo>
                    <a:pt x="527" y="2668"/>
                    <a:pt x="335" y="2746"/>
                    <a:pt x="193" y="2876"/>
                  </a:cubicBezTo>
                  <a:cubicBezTo>
                    <a:pt x="0" y="3034"/>
                    <a:pt x="53" y="3323"/>
                    <a:pt x="211" y="3560"/>
                  </a:cubicBezTo>
                  <a:cubicBezTo>
                    <a:pt x="301" y="3692"/>
                    <a:pt x="414" y="3813"/>
                    <a:pt x="483" y="3813"/>
                  </a:cubicBezTo>
                  <a:cubicBezTo>
                    <a:pt x="501" y="3813"/>
                    <a:pt x="515" y="3805"/>
                    <a:pt x="526" y="3788"/>
                  </a:cubicBezTo>
                  <a:cubicBezTo>
                    <a:pt x="544" y="3752"/>
                    <a:pt x="307" y="3533"/>
                    <a:pt x="465" y="3393"/>
                  </a:cubicBezTo>
                  <a:cubicBezTo>
                    <a:pt x="548" y="3317"/>
                    <a:pt x="617" y="3304"/>
                    <a:pt x="681" y="3304"/>
                  </a:cubicBezTo>
                  <a:cubicBezTo>
                    <a:pt x="714" y="3304"/>
                    <a:pt x="745" y="3307"/>
                    <a:pt x="777" y="3307"/>
                  </a:cubicBezTo>
                  <a:cubicBezTo>
                    <a:pt x="855" y="3307"/>
                    <a:pt x="935" y="3287"/>
                    <a:pt x="1035" y="3148"/>
                  </a:cubicBezTo>
                  <a:cubicBezTo>
                    <a:pt x="1272" y="3219"/>
                    <a:pt x="1586" y="3258"/>
                    <a:pt x="1927" y="3258"/>
                  </a:cubicBezTo>
                  <a:cubicBezTo>
                    <a:pt x="2555" y="3258"/>
                    <a:pt x="3272" y="3124"/>
                    <a:pt x="3761" y="2806"/>
                  </a:cubicBezTo>
                  <a:cubicBezTo>
                    <a:pt x="4322" y="2429"/>
                    <a:pt x="5216" y="1026"/>
                    <a:pt x="5374" y="71"/>
                  </a:cubicBezTo>
                  <a:lnTo>
                    <a:pt x="3989" y="1"/>
                  </a:lnTo>
                  <a:close/>
                </a:path>
              </a:pathLst>
            </a:custGeom>
            <a:solidFill>
              <a:srgbClr val="EDB9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6"/>
            <p:cNvSpPr/>
            <p:nvPr/>
          </p:nvSpPr>
          <p:spPr>
            <a:xfrm>
              <a:off x="4984642" y="2677710"/>
              <a:ext cx="246425" cy="297681"/>
            </a:xfrm>
            <a:custGeom>
              <a:avLst/>
              <a:gdLst/>
              <a:ahLst/>
              <a:cxnLst/>
              <a:rect l="l" t="t" r="r" b="b"/>
              <a:pathLst>
                <a:path w="2736" h="3305" extrusionOk="0">
                  <a:moveTo>
                    <a:pt x="1233" y="0"/>
                  </a:moveTo>
                  <a:cubicBezTo>
                    <a:pt x="1199" y="0"/>
                    <a:pt x="1165" y="3"/>
                    <a:pt x="1131" y="9"/>
                  </a:cubicBezTo>
                  <a:cubicBezTo>
                    <a:pt x="632" y="44"/>
                    <a:pt x="246" y="482"/>
                    <a:pt x="1" y="912"/>
                  </a:cubicBezTo>
                  <a:lnTo>
                    <a:pt x="176" y="1771"/>
                  </a:lnTo>
                  <a:cubicBezTo>
                    <a:pt x="351" y="2209"/>
                    <a:pt x="544" y="2866"/>
                    <a:pt x="702" y="3305"/>
                  </a:cubicBezTo>
                  <a:cubicBezTo>
                    <a:pt x="1377" y="3234"/>
                    <a:pt x="2148" y="3042"/>
                    <a:pt x="2736" y="2665"/>
                  </a:cubicBezTo>
                  <a:cubicBezTo>
                    <a:pt x="2613" y="2174"/>
                    <a:pt x="2455" y="1692"/>
                    <a:pt x="2254" y="1218"/>
                  </a:cubicBezTo>
                  <a:cubicBezTo>
                    <a:pt x="2087" y="841"/>
                    <a:pt x="1912" y="386"/>
                    <a:pt x="1579" y="114"/>
                  </a:cubicBezTo>
                  <a:cubicBezTo>
                    <a:pt x="1475" y="38"/>
                    <a:pt x="1356" y="0"/>
                    <a:pt x="1233" y="0"/>
                  </a:cubicBezTo>
                  <a:close/>
                </a:path>
              </a:pathLst>
            </a:custGeom>
            <a:solidFill>
              <a:srgbClr val="477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6"/>
            <p:cNvSpPr/>
            <p:nvPr/>
          </p:nvSpPr>
          <p:spPr>
            <a:xfrm>
              <a:off x="5057327" y="2700588"/>
              <a:ext cx="173740" cy="273993"/>
            </a:xfrm>
            <a:custGeom>
              <a:avLst/>
              <a:gdLst/>
              <a:ahLst/>
              <a:cxnLst/>
              <a:rect l="l" t="t" r="r" b="b"/>
              <a:pathLst>
                <a:path w="1929" h="3042" extrusionOk="0">
                  <a:moveTo>
                    <a:pt x="912" y="0"/>
                  </a:moveTo>
                  <a:lnTo>
                    <a:pt x="912" y="0"/>
                  </a:lnTo>
                  <a:cubicBezTo>
                    <a:pt x="1210" y="640"/>
                    <a:pt x="1429" y="1315"/>
                    <a:pt x="1552" y="2016"/>
                  </a:cubicBezTo>
                  <a:cubicBezTo>
                    <a:pt x="1604" y="2130"/>
                    <a:pt x="1534" y="2262"/>
                    <a:pt x="1420" y="2288"/>
                  </a:cubicBezTo>
                  <a:cubicBezTo>
                    <a:pt x="1078" y="2463"/>
                    <a:pt x="1201" y="2665"/>
                    <a:pt x="0" y="3042"/>
                  </a:cubicBezTo>
                  <a:cubicBezTo>
                    <a:pt x="561" y="3042"/>
                    <a:pt x="1517" y="2682"/>
                    <a:pt x="1929" y="2419"/>
                  </a:cubicBezTo>
                  <a:cubicBezTo>
                    <a:pt x="1806" y="1920"/>
                    <a:pt x="1648" y="1438"/>
                    <a:pt x="1447" y="964"/>
                  </a:cubicBezTo>
                  <a:cubicBezTo>
                    <a:pt x="1306" y="649"/>
                    <a:pt x="1148" y="272"/>
                    <a:pt x="912" y="0"/>
                  </a:cubicBezTo>
                  <a:close/>
                </a:path>
              </a:pathLst>
            </a:custGeom>
            <a:solidFill>
              <a:srgbClr val="3962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6"/>
            <p:cNvSpPr/>
            <p:nvPr/>
          </p:nvSpPr>
          <p:spPr>
            <a:xfrm>
              <a:off x="3833568" y="2974490"/>
              <a:ext cx="925353" cy="616709"/>
            </a:xfrm>
            <a:custGeom>
              <a:avLst/>
              <a:gdLst/>
              <a:ahLst/>
              <a:cxnLst/>
              <a:rect l="l" t="t" r="r" b="b"/>
              <a:pathLst>
                <a:path w="10274" h="6847" extrusionOk="0">
                  <a:moveTo>
                    <a:pt x="0" y="1"/>
                  </a:moveTo>
                  <a:lnTo>
                    <a:pt x="10274" y="1"/>
                  </a:lnTo>
                  <a:lnTo>
                    <a:pt x="10274" y="6847"/>
                  </a:lnTo>
                  <a:lnTo>
                    <a:pt x="0" y="6847"/>
                  </a:lnTo>
                  <a:close/>
                </a:path>
              </a:pathLst>
            </a:custGeom>
            <a:solidFill>
              <a:srgbClr val="667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6"/>
            <p:cNvSpPr/>
            <p:nvPr/>
          </p:nvSpPr>
          <p:spPr>
            <a:xfrm>
              <a:off x="3819338" y="2966654"/>
              <a:ext cx="954625" cy="632472"/>
            </a:xfrm>
            <a:custGeom>
              <a:avLst/>
              <a:gdLst/>
              <a:ahLst/>
              <a:cxnLst/>
              <a:rect l="l" t="t" r="r" b="b"/>
              <a:pathLst>
                <a:path w="10599" h="7022" extrusionOk="0">
                  <a:moveTo>
                    <a:pt x="10274" y="176"/>
                  </a:moveTo>
                  <a:lnTo>
                    <a:pt x="10274" y="6855"/>
                  </a:lnTo>
                  <a:lnTo>
                    <a:pt x="325" y="6855"/>
                  </a:lnTo>
                  <a:lnTo>
                    <a:pt x="325" y="176"/>
                  </a:lnTo>
                  <a:close/>
                  <a:moveTo>
                    <a:pt x="0" y="0"/>
                  </a:moveTo>
                  <a:lnTo>
                    <a:pt x="0" y="7022"/>
                  </a:lnTo>
                  <a:lnTo>
                    <a:pt x="10598" y="7022"/>
                  </a:lnTo>
                  <a:lnTo>
                    <a:pt x="10598" y="0"/>
                  </a:lnTo>
                  <a:close/>
                </a:path>
              </a:pathLst>
            </a:custGeom>
            <a:solidFill>
              <a:srgbClr val="5858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6"/>
            <p:cNvSpPr/>
            <p:nvPr/>
          </p:nvSpPr>
          <p:spPr>
            <a:xfrm>
              <a:off x="3885628" y="3021867"/>
              <a:ext cx="236968" cy="90"/>
            </a:xfrm>
            <a:custGeom>
              <a:avLst/>
              <a:gdLst/>
              <a:ahLst/>
              <a:cxnLst/>
              <a:rect l="l" t="t" r="r" b="b"/>
              <a:pathLst>
                <a:path w="2631" h="1" fill="none" extrusionOk="0">
                  <a:moveTo>
                    <a:pt x="1" y="1"/>
                  </a:moveTo>
                  <a:lnTo>
                    <a:pt x="2630" y="1"/>
                  </a:lnTo>
                </a:path>
              </a:pathLst>
            </a:custGeom>
            <a:noFill/>
            <a:ln w="2850" cap="flat" cmpd="sng">
              <a:solidFill>
                <a:srgbClr val="FFFFFF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6"/>
            <p:cNvSpPr/>
            <p:nvPr/>
          </p:nvSpPr>
          <p:spPr>
            <a:xfrm>
              <a:off x="3885628" y="3043214"/>
              <a:ext cx="206165" cy="90"/>
            </a:xfrm>
            <a:custGeom>
              <a:avLst/>
              <a:gdLst/>
              <a:ahLst/>
              <a:cxnLst/>
              <a:rect l="l" t="t" r="r" b="b"/>
              <a:pathLst>
                <a:path w="2289" h="1" fill="none" extrusionOk="0">
                  <a:moveTo>
                    <a:pt x="1" y="0"/>
                  </a:moveTo>
                  <a:lnTo>
                    <a:pt x="2288" y="0"/>
                  </a:lnTo>
                </a:path>
              </a:pathLst>
            </a:custGeom>
            <a:noFill/>
            <a:ln w="2850" cap="flat" cmpd="sng">
              <a:solidFill>
                <a:srgbClr val="FFFFFF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6"/>
            <p:cNvSpPr/>
            <p:nvPr/>
          </p:nvSpPr>
          <p:spPr>
            <a:xfrm>
              <a:off x="3885628" y="3065281"/>
              <a:ext cx="154826" cy="90"/>
            </a:xfrm>
            <a:custGeom>
              <a:avLst/>
              <a:gdLst/>
              <a:ahLst/>
              <a:cxnLst/>
              <a:rect l="l" t="t" r="r" b="b"/>
              <a:pathLst>
                <a:path w="1719" h="1" fill="none" extrusionOk="0">
                  <a:moveTo>
                    <a:pt x="1" y="1"/>
                  </a:moveTo>
                  <a:lnTo>
                    <a:pt x="1719" y="1"/>
                  </a:lnTo>
                </a:path>
              </a:pathLst>
            </a:custGeom>
            <a:noFill/>
            <a:ln w="2850" cap="flat" cmpd="sng">
              <a:solidFill>
                <a:srgbClr val="FFFFFF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6"/>
            <p:cNvSpPr/>
            <p:nvPr/>
          </p:nvSpPr>
          <p:spPr>
            <a:xfrm>
              <a:off x="3885628" y="3086627"/>
              <a:ext cx="95652" cy="90"/>
            </a:xfrm>
            <a:custGeom>
              <a:avLst/>
              <a:gdLst/>
              <a:ahLst/>
              <a:cxnLst/>
              <a:rect l="l" t="t" r="r" b="b"/>
              <a:pathLst>
                <a:path w="1062" h="1" fill="none" extrusionOk="0">
                  <a:moveTo>
                    <a:pt x="1" y="1"/>
                  </a:moveTo>
                  <a:lnTo>
                    <a:pt x="1061" y="1"/>
                  </a:lnTo>
                </a:path>
              </a:pathLst>
            </a:custGeom>
            <a:noFill/>
            <a:ln w="2850" cap="flat" cmpd="sng">
              <a:solidFill>
                <a:srgbClr val="FFFFFF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6"/>
            <p:cNvSpPr/>
            <p:nvPr/>
          </p:nvSpPr>
          <p:spPr>
            <a:xfrm>
              <a:off x="4352993" y="2931167"/>
              <a:ext cx="117808" cy="75028"/>
            </a:xfrm>
            <a:custGeom>
              <a:avLst/>
              <a:gdLst/>
              <a:ahLst/>
              <a:cxnLst/>
              <a:rect l="l" t="t" r="r" b="b"/>
              <a:pathLst>
                <a:path w="1308" h="833" extrusionOk="0">
                  <a:moveTo>
                    <a:pt x="543" y="1"/>
                  </a:moveTo>
                  <a:cubicBezTo>
                    <a:pt x="370" y="1"/>
                    <a:pt x="201" y="86"/>
                    <a:pt x="89" y="228"/>
                  </a:cubicBezTo>
                  <a:cubicBezTo>
                    <a:pt x="71" y="245"/>
                    <a:pt x="62" y="263"/>
                    <a:pt x="54" y="289"/>
                  </a:cubicBezTo>
                  <a:cubicBezTo>
                    <a:pt x="27" y="342"/>
                    <a:pt x="19" y="394"/>
                    <a:pt x="10" y="447"/>
                  </a:cubicBezTo>
                  <a:cubicBezTo>
                    <a:pt x="1" y="543"/>
                    <a:pt x="27" y="640"/>
                    <a:pt x="89" y="719"/>
                  </a:cubicBezTo>
                  <a:cubicBezTo>
                    <a:pt x="97" y="727"/>
                    <a:pt x="97" y="736"/>
                    <a:pt x="106" y="745"/>
                  </a:cubicBezTo>
                  <a:lnTo>
                    <a:pt x="115" y="745"/>
                  </a:lnTo>
                  <a:lnTo>
                    <a:pt x="124" y="754"/>
                  </a:lnTo>
                  <a:cubicBezTo>
                    <a:pt x="143" y="773"/>
                    <a:pt x="168" y="783"/>
                    <a:pt x="194" y="783"/>
                  </a:cubicBezTo>
                  <a:cubicBezTo>
                    <a:pt x="203" y="783"/>
                    <a:pt x="211" y="782"/>
                    <a:pt x="220" y="780"/>
                  </a:cubicBezTo>
                  <a:cubicBezTo>
                    <a:pt x="238" y="780"/>
                    <a:pt x="255" y="780"/>
                    <a:pt x="273" y="771"/>
                  </a:cubicBezTo>
                  <a:cubicBezTo>
                    <a:pt x="299" y="754"/>
                    <a:pt x="334" y="736"/>
                    <a:pt x="352" y="701"/>
                  </a:cubicBezTo>
                  <a:lnTo>
                    <a:pt x="360" y="675"/>
                  </a:lnTo>
                  <a:cubicBezTo>
                    <a:pt x="360" y="666"/>
                    <a:pt x="360" y="666"/>
                    <a:pt x="360" y="657"/>
                  </a:cubicBezTo>
                  <a:lnTo>
                    <a:pt x="360" y="648"/>
                  </a:lnTo>
                  <a:cubicBezTo>
                    <a:pt x="369" y="657"/>
                    <a:pt x="369" y="666"/>
                    <a:pt x="369" y="675"/>
                  </a:cubicBezTo>
                  <a:cubicBezTo>
                    <a:pt x="378" y="683"/>
                    <a:pt x="387" y="692"/>
                    <a:pt x="395" y="701"/>
                  </a:cubicBezTo>
                  <a:cubicBezTo>
                    <a:pt x="430" y="750"/>
                    <a:pt x="483" y="774"/>
                    <a:pt x="537" y="774"/>
                  </a:cubicBezTo>
                  <a:cubicBezTo>
                    <a:pt x="580" y="774"/>
                    <a:pt x="623" y="758"/>
                    <a:pt x="658" y="727"/>
                  </a:cubicBezTo>
                  <a:lnTo>
                    <a:pt x="667" y="719"/>
                  </a:lnTo>
                  <a:cubicBezTo>
                    <a:pt x="685" y="701"/>
                    <a:pt x="693" y="692"/>
                    <a:pt x="702" y="675"/>
                  </a:cubicBezTo>
                  <a:cubicBezTo>
                    <a:pt x="702" y="683"/>
                    <a:pt x="702" y="692"/>
                    <a:pt x="702" y="701"/>
                  </a:cubicBezTo>
                  <a:cubicBezTo>
                    <a:pt x="702" y="719"/>
                    <a:pt x="711" y="745"/>
                    <a:pt x="729" y="762"/>
                  </a:cubicBezTo>
                  <a:cubicBezTo>
                    <a:pt x="755" y="789"/>
                    <a:pt x="790" y="806"/>
                    <a:pt x="825" y="806"/>
                  </a:cubicBezTo>
                  <a:cubicBezTo>
                    <a:pt x="869" y="806"/>
                    <a:pt x="904" y="789"/>
                    <a:pt x="921" y="754"/>
                  </a:cubicBezTo>
                  <a:cubicBezTo>
                    <a:pt x="930" y="745"/>
                    <a:pt x="939" y="736"/>
                    <a:pt x="939" y="719"/>
                  </a:cubicBezTo>
                  <a:cubicBezTo>
                    <a:pt x="939" y="727"/>
                    <a:pt x="939" y="727"/>
                    <a:pt x="939" y="736"/>
                  </a:cubicBezTo>
                  <a:lnTo>
                    <a:pt x="939" y="745"/>
                  </a:lnTo>
                  <a:cubicBezTo>
                    <a:pt x="948" y="745"/>
                    <a:pt x="956" y="754"/>
                    <a:pt x="965" y="762"/>
                  </a:cubicBezTo>
                  <a:cubicBezTo>
                    <a:pt x="1000" y="806"/>
                    <a:pt x="1044" y="832"/>
                    <a:pt x="1105" y="832"/>
                  </a:cubicBezTo>
                  <a:lnTo>
                    <a:pt x="1123" y="832"/>
                  </a:lnTo>
                  <a:cubicBezTo>
                    <a:pt x="1158" y="824"/>
                    <a:pt x="1193" y="797"/>
                    <a:pt x="1211" y="754"/>
                  </a:cubicBezTo>
                  <a:cubicBezTo>
                    <a:pt x="1237" y="692"/>
                    <a:pt x="1263" y="622"/>
                    <a:pt x="1281" y="561"/>
                  </a:cubicBezTo>
                  <a:lnTo>
                    <a:pt x="1281" y="543"/>
                  </a:lnTo>
                  <a:lnTo>
                    <a:pt x="1281" y="534"/>
                  </a:lnTo>
                  <a:cubicBezTo>
                    <a:pt x="1307" y="447"/>
                    <a:pt x="1307" y="359"/>
                    <a:pt x="1281" y="271"/>
                  </a:cubicBezTo>
                  <a:cubicBezTo>
                    <a:pt x="1193" y="70"/>
                    <a:pt x="843" y="35"/>
                    <a:pt x="632" y="9"/>
                  </a:cubicBezTo>
                  <a:cubicBezTo>
                    <a:pt x="603" y="3"/>
                    <a:pt x="573" y="1"/>
                    <a:pt x="543" y="1"/>
                  </a:cubicBezTo>
                  <a:close/>
                </a:path>
              </a:pathLst>
            </a:custGeom>
            <a:solidFill>
              <a:srgbClr val="EDB9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6"/>
            <p:cNvSpPr/>
            <p:nvPr/>
          </p:nvSpPr>
          <p:spPr>
            <a:xfrm>
              <a:off x="4364882" y="2958728"/>
              <a:ext cx="24588" cy="43504"/>
            </a:xfrm>
            <a:custGeom>
              <a:avLst/>
              <a:gdLst/>
              <a:ahLst/>
              <a:cxnLst/>
              <a:rect l="l" t="t" r="r" b="b"/>
              <a:pathLst>
                <a:path w="273" h="483" extrusionOk="0">
                  <a:moveTo>
                    <a:pt x="0" y="439"/>
                  </a:moveTo>
                  <a:cubicBezTo>
                    <a:pt x="3" y="441"/>
                    <a:pt x="6" y="443"/>
                    <a:pt x="9" y="445"/>
                  </a:cubicBezTo>
                  <a:lnTo>
                    <a:pt x="9" y="445"/>
                  </a:lnTo>
                  <a:cubicBezTo>
                    <a:pt x="8" y="442"/>
                    <a:pt x="6" y="439"/>
                    <a:pt x="0" y="439"/>
                  </a:cubicBezTo>
                  <a:close/>
                  <a:moveTo>
                    <a:pt x="272" y="1"/>
                  </a:moveTo>
                  <a:cubicBezTo>
                    <a:pt x="237" y="62"/>
                    <a:pt x="220" y="141"/>
                    <a:pt x="220" y="211"/>
                  </a:cubicBezTo>
                  <a:cubicBezTo>
                    <a:pt x="220" y="255"/>
                    <a:pt x="211" y="290"/>
                    <a:pt x="211" y="334"/>
                  </a:cubicBezTo>
                  <a:cubicBezTo>
                    <a:pt x="193" y="369"/>
                    <a:pt x="176" y="404"/>
                    <a:pt x="150" y="430"/>
                  </a:cubicBezTo>
                  <a:cubicBezTo>
                    <a:pt x="126" y="453"/>
                    <a:pt x="98" y="464"/>
                    <a:pt x="71" y="464"/>
                  </a:cubicBezTo>
                  <a:cubicBezTo>
                    <a:pt x="49" y="464"/>
                    <a:pt x="28" y="458"/>
                    <a:pt x="9" y="445"/>
                  </a:cubicBezTo>
                  <a:lnTo>
                    <a:pt x="9" y="445"/>
                  </a:lnTo>
                  <a:cubicBezTo>
                    <a:pt x="9" y="446"/>
                    <a:pt x="9" y="448"/>
                    <a:pt x="9" y="448"/>
                  </a:cubicBezTo>
                  <a:lnTo>
                    <a:pt x="18" y="456"/>
                  </a:lnTo>
                  <a:cubicBezTo>
                    <a:pt x="36" y="474"/>
                    <a:pt x="62" y="483"/>
                    <a:pt x="97" y="483"/>
                  </a:cubicBezTo>
                  <a:cubicBezTo>
                    <a:pt x="150" y="474"/>
                    <a:pt x="193" y="448"/>
                    <a:pt x="228" y="404"/>
                  </a:cubicBezTo>
                  <a:lnTo>
                    <a:pt x="237" y="377"/>
                  </a:lnTo>
                  <a:cubicBezTo>
                    <a:pt x="246" y="360"/>
                    <a:pt x="246" y="351"/>
                    <a:pt x="246" y="342"/>
                  </a:cubicBezTo>
                  <a:lnTo>
                    <a:pt x="246" y="211"/>
                  </a:lnTo>
                  <a:cubicBezTo>
                    <a:pt x="237" y="141"/>
                    <a:pt x="246" y="71"/>
                    <a:pt x="272" y="1"/>
                  </a:cubicBezTo>
                  <a:close/>
                </a:path>
              </a:pathLst>
            </a:custGeom>
            <a:solidFill>
              <a:srgbClr val="D59F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6"/>
            <p:cNvSpPr/>
            <p:nvPr/>
          </p:nvSpPr>
          <p:spPr>
            <a:xfrm>
              <a:off x="4387759" y="2954765"/>
              <a:ext cx="34046" cy="45575"/>
            </a:xfrm>
            <a:custGeom>
              <a:avLst/>
              <a:gdLst/>
              <a:ahLst/>
              <a:cxnLst/>
              <a:rect l="l" t="t" r="r" b="b"/>
              <a:pathLst>
                <a:path w="378" h="506" extrusionOk="0">
                  <a:moveTo>
                    <a:pt x="378" y="1"/>
                  </a:moveTo>
                  <a:lnTo>
                    <a:pt x="378" y="1"/>
                  </a:lnTo>
                  <a:cubicBezTo>
                    <a:pt x="360" y="45"/>
                    <a:pt x="343" y="80"/>
                    <a:pt x="325" y="123"/>
                  </a:cubicBezTo>
                  <a:cubicBezTo>
                    <a:pt x="307" y="167"/>
                    <a:pt x="299" y="211"/>
                    <a:pt x="299" y="255"/>
                  </a:cubicBezTo>
                  <a:cubicBezTo>
                    <a:pt x="290" y="281"/>
                    <a:pt x="290" y="316"/>
                    <a:pt x="290" y="343"/>
                  </a:cubicBezTo>
                  <a:cubicBezTo>
                    <a:pt x="290" y="369"/>
                    <a:pt x="281" y="404"/>
                    <a:pt x="272" y="421"/>
                  </a:cubicBezTo>
                  <a:cubicBezTo>
                    <a:pt x="255" y="448"/>
                    <a:pt x="237" y="465"/>
                    <a:pt x="211" y="474"/>
                  </a:cubicBezTo>
                  <a:cubicBezTo>
                    <a:pt x="194" y="478"/>
                    <a:pt x="176" y="481"/>
                    <a:pt x="158" y="481"/>
                  </a:cubicBezTo>
                  <a:cubicBezTo>
                    <a:pt x="141" y="481"/>
                    <a:pt x="123" y="478"/>
                    <a:pt x="106" y="474"/>
                  </a:cubicBezTo>
                  <a:cubicBezTo>
                    <a:pt x="80" y="465"/>
                    <a:pt x="53" y="448"/>
                    <a:pt x="27" y="430"/>
                  </a:cubicBezTo>
                  <a:cubicBezTo>
                    <a:pt x="18" y="430"/>
                    <a:pt x="1" y="413"/>
                    <a:pt x="1" y="404"/>
                  </a:cubicBezTo>
                  <a:lnTo>
                    <a:pt x="1" y="404"/>
                  </a:lnTo>
                  <a:cubicBezTo>
                    <a:pt x="1" y="421"/>
                    <a:pt x="9" y="430"/>
                    <a:pt x="18" y="439"/>
                  </a:cubicBezTo>
                  <a:cubicBezTo>
                    <a:pt x="54" y="484"/>
                    <a:pt x="106" y="506"/>
                    <a:pt x="159" y="506"/>
                  </a:cubicBezTo>
                  <a:cubicBezTo>
                    <a:pt x="209" y="506"/>
                    <a:pt x="260" y="486"/>
                    <a:pt x="299" y="448"/>
                  </a:cubicBezTo>
                  <a:cubicBezTo>
                    <a:pt x="307" y="430"/>
                    <a:pt x="316" y="421"/>
                    <a:pt x="325" y="404"/>
                  </a:cubicBezTo>
                  <a:cubicBezTo>
                    <a:pt x="325" y="351"/>
                    <a:pt x="325" y="308"/>
                    <a:pt x="325" y="255"/>
                  </a:cubicBezTo>
                  <a:cubicBezTo>
                    <a:pt x="325" y="211"/>
                    <a:pt x="334" y="167"/>
                    <a:pt x="343" y="123"/>
                  </a:cubicBezTo>
                  <a:cubicBezTo>
                    <a:pt x="351" y="80"/>
                    <a:pt x="360" y="45"/>
                    <a:pt x="378" y="1"/>
                  </a:cubicBezTo>
                  <a:close/>
                </a:path>
              </a:pathLst>
            </a:custGeom>
            <a:solidFill>
              <a:srgbClr val="D59F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6"/>
            <p:cNvSpPr/>
            <p:nvPr/>
          </p:nvSpPr>
          <p:spPr>
            <a:xfrm>
              <a:off x="4415410" y="2962691"/>
              <a:ext cx="53770" cy="42783"/>
            </a:xfrm>
            <a:custGeom>
              <a:avLst/>
              <a:gdLst/>
              <a:ahLst/>
              <a:cxnLst/>
              <a:rect l="l" t="t" r="r" b="b"/>
              <a:pathLst>
                <a:path w="597" h="475" extrusionOk="0">
                  <a:moveTo>
                    <a:pt x="325" y="0"/>
                  </a:moveTo>
                  <a:cubicBezTo>
                    <a:pt x="281" y="70"/>
                    <a:pt x="255" y="158"/>
                    <a:pt x="237" y="246"/>
                  </a:cubicBezTo>
                  <a:cubicBezTo>
                    <a:pt x="237" y="263"/>
                    <a:pt x="237" y="290"/>
                    <a:pt x="237" y="316"/>
                  </a:cubicBezTo>
                  <a:cubicBezTo>
                    <a:pt x="211" y="360"/>
                    <a:pt x="176" y="412"/>
                    <a:pt x="141" y="412"/>
                  </a:cubicBezTo>
                  <a:cubicBezTo>
                    <a:pt x="134" y="414"/>
                    <a:pt x="127" y="414"/>
                    <a:pt x="120" y="414"/>
                  </a:cubicBezTo>
                  <a:cubicBezTo>
                    <a:pt x="46" y="414"/>
                    <a:pt x="9" y="331"/>
                    <a:pt x="0" y="307"/>
                  </a:cubicBezTo>
                  <a:cubicBezTo>
                    <a:pt x="0" y="316"/>
                    <a:pt x="0" y="325"/>
                    <a:pt x="0" y="333"/>
                  </a:cubicBezTo>
                  <a:cubicBezTo>
                    <a:pt x="9" y="360"/>
                    <a:pt x="18" y="377"/>
                    <a:pt x="27" y="395"/>
                  </a:cubicBezTo>
                  <a:cubicBezTo>
                    <a:pt x="45" y="449"/>
                    <a:pt x="90" y="475"/>
                    <a:pt x="136" y="475"/>
                  </a:cubicBezTo>
                  <a:cubicBezTo>
                    <a:pt x="180" y="475"/>
                    <a:pt x="225" y="451"/>
                    <a:pt x="246" y="404"/>
                  </a:cubicBezTo>
                  <a:cubicBezTo>
                    <a:pt x="255" y="395"/>
                    <a:pt x="255" y="386"/>
                    <a:pt x="263" y="377"/>
                  </a:cubicBezTo>
                  <a:cubicBezTo>
                    <a:pt x="263" y="377"/>
                    <a:pt x="263" y="377"/>
                    <a:pt x="263" y="386"/>
                  </a:cubicBezTo>
                  <a:cubicBezTo>
                    <a:pt x="272" y="395"/>
                    <a:pt x="272" y="404"/>
                    <a:pt x="281" y="412"/>
                  </a:cubicBezTo>
                  <a:cubicBezTo>
                    <a:pt x="316" y="447"/>
                    <a:pt x="369" y="474"/>
                    <a:pt x="421" y="474"/>
                  </a:cubicBezTo>
                  <a:lnTo>
                    <a:pt x="439" y="474"/>
                  </a:lnTo>
                  <a:cubicBezTo>
                    <a:pt x="483" y="465"/>
                    <a:pt x="509" y="439"/>
                    <a:pt x="526" y="395"/>
                  </a:cubicBezTo>
                  <a:cubicBezTo>
                    <a:pt x="553" y="333"/>
                    <a:pt x="579" y="272"/>
                    <a:pt x="597" y="202"/>
                  </a:cubicBezTo>
                  <a:lnTo>
                    <a:pt x="597" y="184"/>
                  </a:lnTo>
                  <a:lnTo>
                    <a:pt x="597" y="176"/>
                  </a:lnTo>
                  <a:cubicBezTo>
                    <a:pt x="579" y="255"/>
                    <a:pt x="535" y="325"/>
                    <a:pt x="474" y="386"/>
                  </a:cubicBezTo>
                  <a:cubicBezTo>
                    <a:pt x="439" y="412"/>
                    <a:pt x="404" y="421"/>
                    <a:pt x="360" y="421"/>
                  </a:cubicBezTo>
                  <a:cubicBezTo>
                    <a:pt x="325" y="412"/>
                    <a:pt x="290" y="386"/>
                    <a:pt x="272" y="351"/>
                  </a:cubicBezTo>
                  <a:cubicBezTo>
                    <a:pt x="263" y="316"/>
                    <a:pt x="263" y="281"/>
                    <a:pt x="263" y="246"/>
                  </a:cubicBezTo>
                  <a:cubicBezTo>
                    <a:pt x="272" y="158"/>
                    <a:pt x="290" y="79"/>
                    <a:pt x="325" y="0"/>
                  </a:cubicBezTo>
                  <a:close/>
                </a:path>
              </a:pathLst>
            </a:custGeom>
            <a:solidFill>
              <a:srgbClr val="D59F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07" name="Google Shape;1507;p36"/>
          <p:cNvSpPr/>
          <p:nvPr/>
        </p:nvSpPr>
        <p:spPr>
          <a:xfrm>
            <a:off x="3069193" y="1149805"/>
            <a:ext cx="2930400" cy="2930400"/>
          </a:xfrm>
          <a:prstGeom prst="blockArc">
            <a:avLst>
              <a:gd name="adj1" fmla="val 10800000"/>
              <a:gd name="adj2" fmla="val 19548866"/>
              <a:gd name="adj3" fmla="val 17439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37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Dental Infographics</a:t>
            </a:r>
            <a:endParaRPr/>
          </a:p>
        </p:txBody>
      </p:sp>
      <p:sp>
        <p:nvSpPr>
          <p:cNvPr id="1513" name="Google Shape;1513;p37"/>
          <p:cNvSpPr txBox="1"/>
          <p:nvPr/>
        </p:nvSpPr>
        <p:spPr>
          <a:xfrm>
            <a:off x="6674700" y="3570753"/>
            <a:ext cx="2012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Saturn is the ringed one and a gas giant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4" name="Google Shape;1514;p37"/>
          <p:cNvSpPr txBox="1"/>
          <p:nvPr/>
        </p:nvSpPr>
        <p:spPr>
          <a:xfrm>
            <a:off x="6674248" y="3291107"/>
            <a:ext cx="20121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EXPLORATION KID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515" name="Google Shape;1515;p37"/>
          <p:cNvGrpSpPr/>
          <p:nvPr/>
        </p:nvGrpSpPr>
        <p:grpSpPr>
          <a:xfrm>
            <a:off x="2744718" y="1492006"/>
            <a:ext cx="3654562" cy="2698517"/>
            <a:chOff x="3744250" y="1355875"/>
            <a:chExt cx="1719875" cy="1269950"/>
          </a:xfrm>
        </p:grpSpPr>
        <p:sp>
          <p:nvSpPr>
            <p:cNvPr id="1516" name="Google Shape;1516;p37"/>
            <p:cNvSpPr/>
            <p:nvPr/>
          </p:nvSpPr>
          <p:spPr>
            <a:xfrm>
              <a:off x="3744250" y="2555450"/>
              <a:ext cx="1719875" cy="70375"/>
            </a:xfrm>
            <a:custGeom>
              <a:avLst/>
              <a:gdLst/>
              <a:ahLst/>
              <a:cxnLst/>
              <a:rect l="l" t="t" r="r" b="b"/>
              <a:pathLst>
                <a:path w="68795" h="2815" extrusionOk="0">
                  <a:moveTo>
                    <a:pt x="34398" y="1"/>
                  </a:moveTo>
                  <a:cubicBezTo>
                    <a:pt x="15393" y="1"/>
                    <a:pt x="0" y="632"/>
                    <a:pt x="0" y="1403"/>
                  </a:cubicBezTo>
                  <a:cubicBezTo>
                    <a:pt x="0" y="2183"/>
                    <a:pt x="15393" y="2814"/>
                    <a:pt x="34398" y="2814"/>
                  </a:cubicBezTo>
                  <a:cubicBezTo>
                    <a:pt x="53393" y="2814"/>
                    <a:pt x="68795" y="2183"/>
                    <a:pt x="68795" y="1403"/>
                  </a:cubicBezTo>
                  <a:cubicBezTo>
                    <a:pt x="68795" y="632"/>
                    <a:pt x="53393" y="1"/>
                    <a:pt x="343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7"/>
            <p:cNvSpPr/>
            <p:nvPr/>
          </p:nvSpPr>
          <p:spPr>
            <a:xfrm>
              <a:off x="4646925" y="1947100"/>
              <a:ext cx="209300" cy="41225"/>
            </a:xfrm>
            <a:custGeom>
              <a:avLst/>
              <a:gdLst/>
              <a:ahLst/>
              <a:cxnLst/>
              <a:rect l="l" t="t" r="r" b="b"/>
              <a:pathLst>
                <a:path w="8372" h="1649" extrusionOk="0">
                  <a:moveTo>
                    <a:pt x="526" y="1"/>
                  </a:moveTo>
                  <a:cubicBezTo>
                    <a:pt x="237" y="1"/>
                    <a:pt x="0" y="228"/>
                    <a:pt x="0" y="518"/>
                  </a:cubicBezTo>
                  <a:lnTo>
                    <a:pt x="0" y="1123"/>
                  </a:lnTo>
                  <a:cubicBezTo>
                    <a:pt x="0" y="1412"/>
                    <a:pt x="237" y="1649"/>
                    <a:pt x="526" y="1649"/>
                  </a:cubicBezTo>
                  <a:lnTo>
                    <a:pt x="7854" y="1649"/>
                  </a:lnTo>
                  <a:cubicBezTo>
                    <a:pt x="8144" y="1649"/>
                    <a:pt x="8371" y="1412"/>
                    <a:pt x="8371" y="1123"/>
                  </a:cubicBezTo>
                  <a:lnTo>
                    <a:pt x="8371" y="518"/>
                  </a:lnTo>
                  <a:cubicBezTo>
                    <a:pt x="8371" y="228"/>
                    <a:pt x="8144" y="1"/>
                    <a:pt x="7854" y="1"/>
                  </a:cubicBez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37"/>
            <p:cNvSpPr/>
            <p:nvPr/>
          </p:nvSpPr>
          <p:spPr>
            <a:xfrm>
              <a:off x="4647350" y="1970100"/>
              <a:ext cx="208650" cy="18225"/>
            </a:xfrm>
            <a:custGeom>
              <a:avLst/>
              <a:gdLst/>
              <a:ahLst/>
              <a:cxnLst/>
              <a:rect l="l" t="t" r="r" b="b"/>
              <a:pathLst>
                <a:path w="8346" h="729" extrusionOk="0">
                  <a:moveTo>
                    <a:pt x="1" y="1"/>
                  </a:moveTo>
                  <a:cubicBezTo>
                    <a:pt x="44" y="413"/>
                    <a:pt x="395" y="729"/>
                    <a:pt x="816" y="729"/>
                  </a:cubicBezTo>
                  <a:lnTo>
                    <a:pt x="7530" y="729"/>
                  </a:lnTo>
                  <a:cubicBezTo>
                    <a:pt x="7951" y="729"/>
                    <a:pt x="8302" y="413"/>
                    <a:pt x="8346" y="1"/>
                  </a:cubicBezTo>
                  <a:close/>
                </a:path>
              </a:pathLst>
            </a:custGeom>
            <a:solidFill>
              <a:schemeClr val="lt1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37"/>
            <p:cNvSpPr/>
            <p:nvPr/>
          </p:nvSpPr>
          <p:spPr>
            <a:xfrm>
              <a:off x="4454950" y="1917300"/>
              <a:ext cx="262775" cy="100825"/>
            </a:xfrm>
            <a:custGeom>
              <a:avLst/>
              <a:gdLst/>
              <a:ahLst/>
              <a:cxnLst/>
              <a:rect l="l" t="t" r="r" b="b"/>
              <a:pathLst>
                <a:path w="10511" h="4033" extrusionOk="0">
                  <a:moveTo>
                    <a:pt x="526" y="0"/>
                  </a:moveTo>
                  <a:cubicBezTo>
                    <a:pt x="237" y="0"/>
                    <a:pt x="0" y="228"/>
                    <a:pt x="0" y="518"/>
                  </a:cubicBezTo>
                  <a:lnTo>
                    <a:pt x="0" y="3507"/>
                  </a:lnTo>
                  <a:cubicBezTo>
                    <a:pt x="0" y="3796"/>
                    <a:pt x="237" y="4033"/>
                    <a:pt x="526" y="4033"/>
                  </a:cubicBezTo>
                  <a:lnTo>
                    <a:pt x="9993" y="4033"/>
                  </a:lnTo>
                  <a:cubicBezTo>
                    <a:pt x="10282" y="4033"/>
                    <a:pt x="10510" y="3796"/>
                    <a:pt x="10510" y="3507"/>
                  </a:cubicBezTo>
                  <a:lnTo>
                    <a:pt x="10510" y="518"/>
                  </a:lnTo>
                  <a:cubicBezTo>
                    <a:pt x="10510" y="228"/>
                    <a:pt x="10282" y="0"/>
                    <a:pt x="9993" y="0"/>
                  </a:cubicBez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37"/>
            <p:cNvSpPr/>
            <p:nvPr/>
          </p:nvSpPr>
          <p:spPr>
            <a:xfrm>
              <a:off x="4454950" y="1979525"/>
              <a:ext cx="262775" cy="38600"/>
            </a:xfrm>
            <a:custGeom>
              <a:avLst/>
              <a:gdLst/>
              <a:ahLst/>
              <a:cxnLst/>
              <a:rect l="l" t="t" r="r" b="b"/>
              <a:pathLst>
                <a:path w="10511" h="1544" extrusionOk="0">
                  <a:moveTo>
                    <a:pt x="0" y="1"/>
                  </a:moveTo>
                  <a:lnTo>
                    <a:pt x="0" y="720"/>
                  </a:lnTo>
                  <a:cubicBezTo>
                    <a:pt x="0" y="1176"/>
                    <a:pt x="368" y="1544"/>
                    <a:pt x="824" y="1544"/>
                  </a:cubicBezTo>
                  <a:lnTo>
                    <a:pt x="9686" y="1544"/>
                  </a:lnTo>
                  <a:cubicBezTo>
                    <a:pt x="10142" y="1544"/>
                    <a:pt x="10510" y="1176"/>
                    <a:pt x="10510" y="720"/>
                  </a:cubicBezTo>
                  <a:lnTo>
                    <a:pt x="10510" y="1"/>
                  </a:lnTo>
                  <a:close/>
                </a:path>
              </a:pathLst>
            </a:custGeom>
            <a:solidFill>
              <a:schemeClr val="accent3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37"/>
            <p:cNvSpPr/>
            <p:nvPr/>
          </p:nvSpPr>
          <p:spPr>
            <a:xfrm>
              <a:off x="4494375" y="1887500"/>
              <a:ext cx="29850" cy="29825"/>
            </a:xfrm>
            <a:custGeom>
              <a:avLst/>
              <a:gdLst/>
              <a:ahLst/>
              <a:cxnLst/>
              <a:rect l="l" t="t" r="r" b="b"/>
              <a:pathLst>
                <a:path w="1194" h="1193" extrusionOk="0">
                  <a:moveTo>
                    <a:pt x="1" y="0"/>
                  </a:moveTo>
                  <a:lnTo>
                    <a:pt x="1" y="1192"/>
                  </a:lnTo>
                  <a:lnTo>
                    <a:pt x="1193" y="1192"/>
                  </a:lnTo>
                  <a:lnTo>
                    <a:pt x="1193" y="0"/>
                  </a:ln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7"/>
            <p:cNvSpPr/>
            <p:nvPr/>
          </p:nvSpPr>
          <p:spPr>
            <a:xfrm>
              <a:off x="4611850" y="1887500"/>
              <a:ext cx="42975" cy="29825"/>
            </a:xfrm>
            <a:custGeom>
              <a:avLst/>
              <a:gdLst/>
              <a:ahLst/>
              <a:cxnLst/>
              <a:rect l="l" t="t" r="r" b="b"/>
              <a:pathLst>
                <a:path w="1719" h="1193" extrusionOk="0">
                  <a:moveTo>
                    <a:pt x="0" y="0"/>
                  </a:moveTo>
                  <a:lnTo>
                    <a:pt x="0" y="1192"/>
                  </a:lnTo>
                  <a:lnTo>
                    <a:pt x="1719" y="1192"/>
                  </a:lnTo>
                  <a:lnTo>
                    <a:pt x="1719" y="0"/>
                  </a:ln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7"/>
            <p:cNvSpPr/>
            <p:nvPr/>
          </p:nvSpPr>
          <p:spPr>
            <a:xfrm>
              <a:off x="4547200" y="1902400"/>
              <a:ext cx="49550" cy="14925"/>
            </a:xfrm>
            <a:custGeom>
              <a:avLst/>
              <a:gdLst/>
              <a:ahLst/>
              <a:cxnLst/>
              <a:rect l="l" t="t" r="r" b="b"/>
              <a:pathLst>
                <a:path w="1982" h="597" extrusionOk="0">
                  <a:moveTo>
                    <a:pt x="1" y="0"/>
                  </a:moveTo>
                  <a:lnTo>
                    <a:pt x="1" y="596"/>
                  </a:lnTo>
                  <a:lnTo>
                    <a:pt x="1982" y="596"/>
                  </a:lnTo>
                  <a:lnTo>
                    <a:pt x="1982" y="0"/>
                  </a:ln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7"/>
            <p:cNvSpPr/>
            <p:nvPr/>
          </p:nvSpPr>
          <p:spPr>
            <a:xfrm>
              <a:off x="4816975" y="1787125"/>
              <a:ext cx="209075" cy="41225"/>
            </a:xfrm>
            <a:custGeom>
              <a:avLst/>
              <a:gdLst/>
              <a:ahLst/>
              <a:cxnLst/>
              <a:rect l="l" t="t" r="r" b="b"/>
              <a:pathLst>
                <a:path w="8363" h="1649" extrusionOk="0">
                  <a:moveTo>
                    <a:pt x="518" y="0"/>
                  </a:moveTo>
                  <a:cubicBezTo>
                    <a:pt x="228" y="0"/>
                    <a:pt x="0" y="237"/>
                    <a:pt x="0" y="526"/>
                  </a:cubicBezTo>
                  <a:lnTo>
                    <a:pt x="0" y="1131"/>
                  </a:lnTo>
                  <a:cubicBezTo>
                    <a:pt x="0" y="1421"/>
                    <a:pt x="228" y="1648"/>
                    <a:pt x="518" y="1648"/>
                  </a:cubicBezTo>
                  <a:lnTo>
                    <a:pt x="7846" y="1648"/>
                  </a:lnTo>
                  <a:cubicBezTo>
                    <a:pt x="8135" y="1648"/>
                    <a:pt x="8363" y="1421"/>
                    <a:pt x="8363" y="1131"/>
                  </a:cubicBezTo>
                  <a:lnTo>
                    <a:pt x="8363" y="526"/>
                  </a:lnTo>
                  <a:cubicBezTo>
                    <a:pt x="8363" y="237"/>
                    <a:pt x="8135" y="0"/>
                    <a:pt x="7846" y="0"/>
                  </a:cubicBez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7"/>
            <p:cNvSpPr/>
            <p:nvPr/>
          </p:nvSpPr>
          <p:spPr>
            <a:xfrm>
              <a:off x="4817200" y="1810800"/>
              <a:ext cx="208650" cy="17550"/>
            </a:xfrm>
            <a:custGeom>
              <a:avLst/>
              <a:gdLst/>
              <a:ahLst/>
              <a:cxnLst/>
              <a:rect l="l" t="t" r="r" b="b"/>
              <a:pathLst>
                <a:path w="8346" h="702" extrusionOk="0">
                  <a:moveTo>
                    <a:pt x="0" y="0"/>
                  </a:moveTo>
                  <a:cubicBezTo>
                    <a:pt x="53" y="403"/>
                    <a:pt x="403" y="701"/>
                    <a:pt x="815" y="701"/>
                  </a:cubicBezTo>
                  <a:lnTo>
                    <a:pt x="7530" y="701"/>
                  </a:lnTo>
                  <a:cubicBezTo>
                    <a:pt x="7942" y="701"/>
                    <a:pt x="8293" y="403"/>
                    <a:pt x="8345" y="0"/>
                  </a:cubicBezTo>
                  <a:close/>
                </a:path>
              </a:pathLst>
            </a:custGeom>
            <a:solidFill>
              <a:schemeClr val="accent3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7"/>
            <p:cNvSpPr/>
            <p:nvPr/>
          </p:nvSpPr>
          <p:spPr>
            <a:xfrm>
              <a:off x="4963575" y="1770250"/>
              <a:ext cx="263000" cy="176875"/>
            </a:xfrm>
            <a:custGeom>
              <a:avLst/>
              <a:gdLst/>
              <a:ahLst/>
              <a:cxnLst/>
              <a:rect l="l" t="t" r="r" b="b"/>
              <a:pathLst>
                <a:path w="10520" h="7075" extrusionOk="0">
                  <a:moveTo>
                    <a:pt x="527" y="1"/>
                  </a:moveTo>
                  <a:cubicBezTo>
                    <a:pt x="237" y="1"/>
                    <a:pt x="1" y="228"/>
                    <a:pt x="1" y="518"/>
                  </a:cubicBezTo>
                  <a:lnTo>
                    <a:pt x="1" y="6549"/>
                  </a:lnTo>
                  <a:cubicBezTo>
                    <a:pt x="1" y="6838"/>
                    <a:pt x="237" y="7075"/>
                    <a:pt x="527" y="7075"/>
                  </a:cubicBezTo>
                  <a:lnTo>
                    <a:pt x="9994" y="7075"/>
                  </a:lnTo>
                  <a:cubicBezTo>
                    <a:pt x="10283" y="7075"/>
                    <a:pt x="10520" y="6838"/>
                    <a:pt x="10520" y="6549"/>
                  </a:cubicBezTo>
                  <a:lnTo>
                    <a:pt x="10520" y="518"/>
                  </a:lnTo>
                  <a:cubicBezTo>
                    <a:pt x="10520" y="228"/>
                    <a:pt x="10283" y="1"/>
                    <a:pt x="9994" y="1"/>
                  </a:cubicBez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7"/>
            <p:cNvSpPr/>
            <p:nvPr/>
          </p:nvSpPr>
          <p:spPr>
            <a:xfrm>
              <a:off x="4963575" y="1865575"/>
              <a:ext cx="263000" cy="81550"/>
            </a:xfrm>
            <a:custGeom>
              <a:avLst/>
              <a:gdLst/>
              <a:ahLst/>
              <a:cxnLst/>
              <a:rect l="l" t="t" r="r" b="b"/>
              <a:pathLst>
                <a:path w="10520" h="3262" extrusionOk="0">
                  <a:moveTo>
                    <a:pt x="1" y="1"/>
                  </a:moveTo>
                  <a:lnTo>
                    <a:pt x="1" y="2438"/>
                  </a:lnTo>
                  <a:cubicBezTo>
                    <a:pt x="1" y="2885"/>
                    <a:pt x="369" y="3262"/>
                    <a:pt x="825" y="3262"/>
                  </a:cubicBezTo>
                  <a:lnTo>
                    <a:pt x="9687" y="3262"/>
                  </a:lnTo>
                  <a:cubicBezTo>
                    <a:pt x="10143" y="3262"/>
                    <a:pt x="10520" y="2885"/>
                    <a:pt x="10520" y="2429"/>
                  </a:cubicBezTo>
                  <a:lnTo>
                    <a:pt x="10520" y="1"/>
                  </a:lnTo>
                  <a:close/>
                </a:path>
              </a:pathLst>
            </a:custGeom>
            <a:solidFill>
              <a:schemeClr val="accent3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7"/>
            <p:cNvSpPr/>
            <p:nvPr/>
          </p:nvSpPr>
          <p:spPr>
            <a:xfrm>
              <a:off x="5010575" y="1895050"/>
              <a:ext cx="47925" cy="127250"/>
            </a:xfrm>
            <a:custGeom>
              <a:avLst/>
              <a:gdLst/>
              <a:ahLst/>
              <a:cxnLst/>
              <a:rect l="l" t="t" r="r" b="b"/>
              <a:pathLst>
                <a:path w="1917" h="5090" extrusionOk="0">
                  <a:moveTo>
                    <a:pt x="273" y="1"/>
                  </a:moveTo>
                  <a:cubicBezTo>
                    <a:pt x="137" y="1"/>
                    <a:pt x="1" y="93"/>
                    <a:pt x="14" y="277"/>
                  </a:cubicBezTo>
                  <a:lnTo>
                    <a:pt x="14" y="4143"/>
                  </a:lnTo>
                  <a:cubicBezTo>
                    <a:pt x="14" y="4668"/>
                    <a:pt x="435" y="5089"/>
                    <a:pt x="961" y="5089"/>
                  </a:cubicBezTo>
                  <a:cubicBezTo>
                    <a:pt x="1478" y="5089"/>
                    <a:pt x="1908" y="4660"/>
                    <a:pt x="1908" y="4143"/>
                  </a:cubicBezTo>
                  <a:lnTo>
                    <a:pt x="1908" y="277"/>
                  </a:lnTo>
                  <a:cubicBezTo>
                    <a:pt x="1916" y="93"/>
                    <a:pt x="1780" y="1"/>
                    <a:pt x="1645" y="1"/>
                  </a:cubicBezTo>
                  <a:cubicBezTo>
                    <a:pt x="1509" y="1"/>
                    <a:pt x="1373" y="93"/>
                    <a:pt x="1382" y="277"/>
                  </a:cubicBezTo>
                  <a:lnTo>
                    <a:pt x="1382" y="4143"/>
                  </a:lnTo>
                  <a:cubicBezTo>
                    <a:pt x="1382" y="4423"/>
                    <a:pt x="1169" y="4563"/>
                    <a:pt x="956" y="4563"/>
                  </a:cubicBezTo>
                  <a:cubicBezTo>
                    <a:pt x="744" y="4563"/>
                    <a:pt x="531" y="4423"/>
                    <a:pt x="531" y="4143"/>
                  </a:cubicBezTo>
                  <a:lnTo>
                    <a:pt x="531" y="277"/>
                  </a:lnTo>
                  <a:cubicBezTo>
                    <a:pt x="544" y="93"/>
                    <a:pt x="409" y="1"/>
                    <a:pt x="2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7"/>
            <p:cNvSpPr/>
            <p:nvPr/>
          </p:nvSpPr>
          <p:spPr>
            <a:xfrm>
              <a:off x="5073050" y="1895050"/>
              <a:ext cx="48000" cy="127250"/>
            </a:xfrm>
            <a:custGeom>
              <a:avLst/>
              <a:gdLst/>
              <a:ahLst/>
              <a:cxnLst/>
              <a:rect l="l" t="t" r="r" b="b"/>
              <a:pathLst>
                <a:path w="1920" h="5090" extrusionOk="0">
                  <a:moveTo>
                    <a:pt x="272" y="1"/>
                  </a:moveTo>
                  <a:cubicBezTo>
                    <a:pt x="136" y="1"/>
                    <a:pt x="0" y="93"/>
                    <a:pt x="13" y="277"/>
                  </a:cubicBezTo>
                  <a:lnTo>
                    <a:pt x="13" y="4143"/>
                  </a:lnTo>
                  <a:cubicBezTo>
                    <a:pt x="13" y="4668"/>
                    <a:pt x="434" y="5089"/>
                    <a:pt x="960" y="5089"/>
                  </a:cubicBezTo>
                  <a:cubicBezTo>
                    <a:pt x="1486" y="5089"/>
                    <a:pt x="1907" y="4660"/>
                    <a:pt x="1907" y="4143"/>
                  </a:cubicBezTo>
                  <a:lnTo>
                    <a:pt x="1907" y="277"/>
                  </a:lnTo>
                  <a:cubicBezTo>
                    <a:pt x="1920" y="93"/>
                    <a:pt x="1784" y="1"/>
                    <a:pt x="1648" y="1"/>
                  </a:cubicBezTo>
                  <a:cubicBezTo>
                    <a:pt x="1512" y="1"/>
                    <a:pt x="1377" y="93"/>
                    <a:pt x="1390" y="277"/>
                  </a:cubicBezTo>
                  <a:lnTo>
                    <a:pt x="1390" y="4143"/>
                  </a:lnTo>
                  <a:cubicBezTo>
                    <a:pt x="1390" y="4423"/>
                    <a:pt x="1175" y="4563"/>
                    <a:pt x="960" y="4563"/>
                  </a:cubicBezTo>
                  <a:cubicBezTo>
                    <a:pt x="745" y="4563"/>
                    <a:pt x="531" y="4423"/>
                    <a:pt x="531" y="4143"/>
                  </a:cubicBezTo>
                  <a:lnTo>
                    <a:pt x="531" y="277"/>
                  </a:lnTo>
                  <a:cubicBezTo>
                    <a:pt x="544" y="93"/>
                    <a:pt x="408" y="1"/>
                    <a:pt x="2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37"/>
            <p:cNvSpPr/>
            <p:nvPr/>
          </p:nvSpPr>
          <p:spPr>
            <a:xfrm>
              <a:off x="5135725" y="1895050"/>
              <a:ext cx="47800" cy="127250"/>
            </a:xfrm>
            <a:custGeom>
              <a:avLst/>
              <a:gdLst/>
              <a:ahLst/>
              <a:cxnLst/>
              <a:rect l="l" t="t" r="r" b="b"/>
              <a:pathLst>
                <a:path w="1912" h="5090" extrusionOk="0">
                  <a:moveTo>
                    <a:pt x="269" y="1"/>
                  </a:moveTo>
                  <a:cubicBezTo>
                    <a:pt x="134" y="1"/>
                    <a:pt x="0" y="93"/>
                    <a:pt x="13" y="277"/>
                  </a:cubicBezTo>
                  <a:lnTo>
                    <a:pt x="13" y="4143"/>
                  </a:lnTo>
                  <a:cubicBezTo>
                    <a:pt x="13" y="4668"/>
                    <a:pt x="434" y="5089"/>
                    <a:pt x="951" y="5089"/>
                  </a:cubicBezTo>
                  <a:cubicBezTo>
                    <a:pt x="1477" y="5089"/>
                    <a:pt x="1907" y="4660"/>
                    <a:pt x="1898" y="4143"/>
                  </a:cubicBezTo>
                  <a:lnTo>
                    <a:pt x="1898" y="277"/>
                  </a:lnTo>
                  <a:cubicBezTo>
                    <a:pt x="1911" y="93"/>
                    <a:pt x="1775" y="1"/>
                    <a:pt x="1640" y="1"/>
                  </a:cubicBezTo>
                  <a:cubicBezTo>
                    <a:pt x="1504" y="1"/>
                    <a:pt x="1368" y="93"/>
                    <a:pt x="1381" y="277"/>
                  </a:cubicBezTo>
                  <a:lnTo>
                    <a:pt x="1381" y="4143"/>
                  </a:lnTo>
                  <a:cubicBezTo>
                    <a:pt x="1381" y="4423"/>
                    <a:pt x="1168" y="4563"/>
                    <a:pt x="956" y="4563"/>
                  </a:cubicBezTo>
                  <a:cubicBezTo>
                    <a:pt x="743" y="4563"/>
                    <a:pt x="531" y="4423"/>
                    <a:pt x="531" y="4143"/>
                  </a:cubicBezTo>
                  <a:lnTo>
                    <a:pt x="531" y="277"/>
                  </a:lnTo>
                  <a:cubicBezTo>
                    <a:pt x="539" y="93"/>
                    <a:pt x="404" y="1"/>
                    <a:pt x="2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37"/>
            <p:cNvSpPr/>
            <p:nvPr/>
          </p:nvSpPr>
          <p:spPr>
            <a:xfrm>
              <a:off x="5042900" y="1850900"/>
              <a:ext cx="20200" cy="71250"/>
            </a:xfrm>
            <a:custGeom>
              <a:avLst/>
              <a:gdLst/>
              <a:ahLst/>
              <a:cxnLst/>
              <a:rect l="l" t="t" r="r" b="b"/>
              <a:pathLst>
                <a:path w="808" h="2850" extrusionOk="0">
                  <a:moveTo>
                    <a:pt x="1" y="0"/>
                  </a:moveTo>
                  <a:lnTo>
                    <a:pt x="1" y="2849"/>
                  </a:lnTo>
                  <a:lnTo>
                    <a:pt x="807" y="284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37"/>
            <p:cNvSpPr/>
            <p:nvPr/>
          </p:nvSpPr>
          <p:spPr>
            <a:xfrm>
              <a:off x="5104050" y="1850900"/>
              <a:ext cx="20400" cy="71250"/>
            </a:xfrm>
            <a:custGeom>
              <a:avLst/>
              <a:gdLst/>
              <a:ahLst/>
              <a:cxnLst/>
              <a:rect l="l" t="t" r="r" b="b"/>
              <a:pathLst>
                <a:path w="816" h="2850" extrusionOk="0">
                  <a:moveTo>
                    <a:pt x="1" y="0"/>
                  </a:moveTo>
                  <a:lnTo>
                    <a:pt x="1" y="2849"/>
                  </a:lnTo>
                  <a:lnTo>
                    <a:pt x="816" y="2849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7"/>
            <p:cNvSpPr/>
            <p:nvPr/>
          </p:nvSpPr>
          <p:spPr>
            <a:xfrm>
              <a:off x="5166500" y="1850900"/>
              <a:ext cx="20425" cy="71250"/>
            </a:xfrm>
            <a:custGeom>
              <a:avLst/>
              <a:gdLst/>
              <a:ahLst/>
              <a:cxnLst/>
              <a:rect l="l" t="t" r="r" b="b"/>
              <a:pathLst>
                <a:path w="817" h="2850" extrusionOk="0">
                  <a:moveTo>
                    <a:pt x="1" y="0"/>
                  </a:moveTo>
                  <a:lnTo>
                    <a:pt x="1" y="2849"/>
                  </a:lnTo>
                  <a:lnTo>
                    <a:pt x="816" y="2849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7"/>
            <p:cNvSpPr/>
            <p:nvPr/>
          </p:nvSpPr>
          <p:spPr>
            <a:xfrm>
              <a:off x="5041825" y="1807950"/>
              <a:ext cx="19750" cy="19750"/>
            </a:xfrm>
            <a:custGeom>
              <a:avLst/>
              <a:gdLst/>
              <a:ahLst/>
              <a:cxnLst/>
              <a:rect l="l" t="t" r="r" b="b"/>
              <a:pathLst>
                <a:path w="790" h="790" extrusionOk="0">
                  <a:moveTo>
                    <a:pt x="395" y="0"/>
                  </a:moveTo>
                  <a:cubicBezTo>
                    <a:pt x="175" y="0"/>
                    <a:pt x="0" y="176"/>
                    <a:pt x="0" y="395"/>
                  </a:cubicBezTo>
                  <a:cubicBezTo>
                    <a:pt x="0" y="614"/>
                    <a:pt x="175" y="789"/>
                    <a:pt x="395" y="789"/>
                  </a:cubicBezTo>
                  <a:cubicBezTo>
                    <a:pt x="614" y="789"/>
                    <a:pt x="789" y="614"/>
                    <a:pt x="789" y="395"/>
                  </a:cubicBezTo>
                  <a:cubicBezTo>
                    <a:pt x="789" y="176"/>
                    <a:pt x="614" y="0"/>
                    <a:pt x="395" y="0"/>
                  </a:cubicBezTo>
                  <a:close/>
                </a:path>
              </a:pathLst>
            </a:custGeom>
            <a:solidFill>
              <a:schemeClr val="accent2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7"/>
            <p:cNvSpPr/>
            <p:nvPr/>
          </p:nvSpPr>
          <p:spPr>
            <a:xfrm>
              <a:off x="5104275" y="1807950"/>
              <a:ext cx="19750" cy="19750"/>
            </a:xfrm>
            <a:custGeom>
              <a:avLst/>
              <a:gdLst/>
              <a:ahLst/>
              <a:cxnLst/>
              <a:rect l="l" t="t" r="r" b="b"/>
              <a:pathLst>
                <a:path w="790" h="790" extrusionOk="0">
                  <a:moveTo>
                    <a:pt x="395" y="0"/>
                  </a:moveTo>
                  <a:cubicBezTo>
                    <a:pt x="184" y="0"/>
                    <a:pt x="0" y="176"/>
                    <a:pt x="0" y="395"/>
                  </a:cubicBezTo>
                  <a:cubicBezTo>
                    <a:pt x="0" y="614"/>
                    <a:pt x="184" y="789"/>
                    <a:pt x="395" y="789"/>
                  </a:cubicBezTo>
                  <a:cubicBezTo>
                    <a:pt x="614" y="789"/>
                    <a:pt x="789" y="614"/>
                    <a:pt x="789" y="395"/>
                  </a:cubicBezTo>
                  <a:cubicBezTo>
                    <a:pt x="789" y="176"/>
                    <a:pt x="614" y="0"/>
                    <a:pt x="395" y="0"/>
                  </a:cubicBezTo>
                  <a:close/>
                </a:path>
              </a:pathLst>
            </a:custGeom>
            <a:solidFill>
              <a:schemeClr val="accent2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7"/>
            <p:cNvSpPr/>
            <p:nvPr/>
          </p:nvSpPr>
          <p:spPr>
            <a:xfrm>
              <a:off x="5166950" y="1807950"/>
              <a:ext cx="19750" cy="19750"/>
            </a:xfrm>
            <a:custGeom>
              <a:avLst/>
              <a:gdLst/>
              <a:ahLst/>
              <a:cxnLst/>
              <a:rect l="l" t="t" r="r" b="b"/>
              <a:pathLst>
                <a:path w="790" h="790" extrusionOk="0">
                  <a:moveTo>
                    <a:pt x="395" y="0"/>
                  </a:moveTo>
                  <a:cubicBezTo>
                    <a:pt x="176" y="0"/>
                    <a:pt x="0" y="176"/>
                    <a:pt x="0" y="395"/>
                  </a:cubicBezTo>
                  <a:cubicBezTo>
                    <a:pt x="0" y="614"/>
                    <a:pt x="176" y="789"/>
                    <a:pt x="395" y="789"/>
                  </a:cubicBezTo>
                  <a:cubicBezTo>
                    <a:pt x="614" y="789"/>
                    <a:pt x="789" y="614"/>
                    <a:pt x="789" y="395"/>
                  </a:cubicBezTo>
                  <a:cubicBezTo>
                    <a:pt x="789" y="176"/>
                    <a:pt x="614" y="0"/>
                    <a:pt x="395" y="0"/>
                  </a:cubicBezTo>
                  <a:close/>
                </a:path>
              </a:pathLst>
            </a:custGeom>
            <a:solidFill>
              <a:schemeClr val="accent2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7"/>
            <p:cNvSpPr/>
            <p:nvPr/>
          </p:nvSpPr>
          <p:spPr>
            <a:xfrm>
              <a:off x="4816975" y="1433650"/>
              <a:ext cx="58325" cy="675000"/>
            </a:xfrm>
            <a:custGeom>
              <a:avLst/>
              <a:gdLst/>
              <a:ahLst/>
              <a:cxnLst/>
              <a:rect l="l" t="t" r="r" b="b"/>
              <a:pathLst>
                <a:path w="2333" h="27000" extrusionOk="0">
                  <a:moveTo>
                    <a:pt x="0" y="0"/>
                  </a:moveTo>
                  <a:lnTo>
                    <a:pt x="0" y="26999"/>
                  </a:lnTo>
                  <a:lnTo>
                    <a:pt x="2332" y="26999"/>
                  </a:lnTo>
                  <a:lnTo>
                    <a:pt x="2332" y="1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37"/>
            <p:cNvSpPr/>
            <p:nvPr/>
          </p:nvSpPr>
          <p:spPr>
            <a:xfrm>
              <a:off x="4816975" y="2057325"/>
              <a:ext cx="58325" cy="51325"/>
            </a:xfrm>
            <a:custGeom>
              <a:avLst/>
              <a:gdLst/>
              <a:ahLst/>
              <a:cxnLst/>
              <a:rect l="l" t="t" r="r" b="b"/>
              <a:pathLst>
                <a:path w="2333" h="2053" extrusionOk="0">
                  <a:moveTo>
                    <a:pt x="0" y="1"/>
                  </a:moveTo>
                  <a:lnTo>
                    <a:pt x="0" y="2052"/>
                  </a:lnTo>
                  <a:lnTo>
                    <a:pt x="2332" y="2052"/>
                  </a:lnTo>
                  <a:lnTo>
                    <a:pt x="2332" y="1"/>
                  </a:lnTo>
                  <a:close/>
                </a:path>
              </a:pathLst>
            </a:custGeom>
            <a:solidFill>
              <a:schemeClr val="lt1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37"/>
            <p:cNvSpPr/>
            <p:nvPr/>
          </p:nvSpPr>
          <p:spPr>
            <a:xfrm>
              <a:off x="4778175" y="2090425"/>
              <a:ext cx="136125" cy="477975"/>
            </a:xfrm>
            <a:custGeom>
              <a:avLst/>
              <a:gdLst/>
              <a:ahLst/>
              <a:cxnLst/>
              <a:rect l="l" t="t" r="r" b="b"/>
              <a:pathLst>
                <a:path w="5445" h="19119" extrusionOk="0">
                  <a:moveTo>
                    <a:pt x="1167" y="0"/>
                  </a:moveTo>
                  <a:cubicBezTo>
                    <a:pt x="527" y="0"/>
                    <a:pt x="1" y="526"/>
                    <a:pt x="1" y="1175"/>
                  </a:cubicBezTo>
                  <a:lnTo>
                    <a:pt x="1" y="19119"/>
                  </a:lnTo>
                  <a:lnTo>
                    <a:pt x="5444" y="19119"/>
                  </a:lnTo>
                  <a:lnTo>
                    <a:pt x="5444" y="1175"/>
                  </a:lnTo>
                  <a:cubicBezTo>
                    <a:pt x="5444" y="526"/>
                    <a:pt x="4927" y="0"/>
                    <a:pt x="4279" y="0"/>
                  </a:cubicBez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37"/>
            <p:cNvSpPr/>
            <p:nvPr/>
          </p:nvSpPr>
          <p:spPr>
            <a:xfrm>
              <a:off x="4778175" y="2511175"/>
              <a:ext cx="136125" cy="57225"/>
            </a:xfrm>
            <a:custGeom>
              <a:avLst/>
              <a:gdLst/>
              <a:ahLst/>
              <a:cxnLst/>
              <a:rect l="l" t="t" r="r" b="b"/>
              <a:pathLst>
                <a:path w="5445" h="2289" extrusionOk="0">
                  <a:moveTo>
                    <a:pt x="1" y="1"/>
                  </a:moveTo>
                  <a:lnTo>
                    <a:pt x="1" y="2289"/>
                  </a:lnTo>
                  <a:lnTo>
                    <a:pt x="5444" y="2289"/>
                  </a:lnTo>
                  <a:lnTo>
                    <a:pt x="5444" y="1"/>
                  </a:lnTo>
                  <a:close/>
                </a:path>
              </a:pathLst>
            </a:custGeom>
            <a:solidFill>
              <a:schemeClr val="accent3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37"/>
            <p:cNvSpPr/>
            <p:nvPr/>
          </p:nvSpPr>
          <p:spPr>
            <a:xfrm>
              <a:off x="4206200" y="1355875"/>
              <a:ext cx="763100" cy="191625"/>
            </a:xfrm>
            <a:custGeom>
              <a:avLst/>
              <a:gdLst/>
              <a:ahLst/>
              <a:cxnLst/>
              <a:rect l="l" t="t" r="r" b="b"/>
              <a:pathLst>
                <a:path w="30524" h="7665" extrusionOk="0">
                  <a:moveTo>
                    <a:pt x="13412" y="1"/>
                  </a:moveTo>
                  <a:cubicBezTo>
                    <a:pt x="9797" y="1"/>
                    <a:pt x="5513" y="655"/>
                    <a:pt x="588" y="2471"/>
                  </a:cubicBezTo>
                  <a:cubicBezTo>
                    <a:pt x="194" y="2620"/>
                    <a:pt x="1" y="3067"/>
                    <a:pt x="150" y="3462"/>
                  </a:cubicBezTo>
                  <a:cubicBezTo>
                    <a:pt x="261" y="3773"/>
                    <a:pt x="557" y="3970"/>
                    <a:pt x="875" y="3970"/>
                  </a:cubicBezTo>
                  <a:cubicBezTo>
                    <a:pt x="960" y="3970"/>
                    <a:pt x="1047" y="3956"/>
                    <a:pt x="1132" y="3926"/>
                  </a:cubicBezTo>
                  <a:cubicBezTo>
                    <a:pt x="5862" y="2180"/>
                    <a:pt x="9957" y="1555"/>
                    <a:pt x="13400" y="1555"/>
                  </a:cubicBezTo>
                  <a:cubicBezTo>
                    <a:pt x="17026" y="1555"/>
                    <a:pt x="19928" y="2249"/>
                    <a:pt x="22082" y="3059"/>
                  </a:cubicBezTo>
                  <a:cubicBezTo>
                    <a:pt x="26623" y="4777"/>
                    <a:pt x="28911" y="7371"/>
                    <a:pt x="28937" y="7398"/>
                  </a:cubicBezTo>
                  <a:cubicBezTo>
                    <a:pt x="29087" y="7563"/>
                    <a:pt x="29300" y="7665"/>
                    <a:pt x="29526" y="7665"/>
                  </a:cubicBezTo>
                  <a:cubicBezTo>
                    <a:pt x="29551" y="7665"/>
                    <a:pt x="29577" y="7663"/>
                    <a:pt x="29603" y="7661"/>
                  </a:cubicBezTo>
                  <a:cubicBezTo>
                    <a:pt x="30226" y="7599"/>
                    <a:pt x="30524" y="6854"/>
                    <a:pt x="30112" y="6381"/>
                  </a:cubicBezTo>
                  <a:cubicBezTo>
                    <a:pt x="30015" y="6267"/>
                    <a:pt x="27596" y="3506"/>
                    <a:pt x="22722" y="1638"/>
                  </a:cubicBezTo>
                  <a:cubicBezTo>
                    <a:pt x="20415" y="757"/>
                    <a:pt x="17300" y="1"/>
                    <a:pt x="13412" y="1"/>
                  </a:cubicBez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37"/>
            <p:cNvSpPr/>
            <p:nvPr/>
          </p:nvSpPr>
          <p:spPr>
            <a:xfrm>
              <a:off x="4210600" y="1382425"/>
              <a:ext cx="747525" cy="165100"/>
            </a:xfrm>
            <a:custGeom>
              <a:avLst/>
              <a:gdLst/>
              <a:ahLst/>
              <a:cxnLst/>
              <a:rect l="l" t="t" r="r" b="b"/>
              <a:pathLst>
                <a:path w="29901" h="6604" extrusionOk="0">
                  <a:moveTo>
                    <a:pt x="13108" y="1"/>
                  </a:moveTo>
                  <a:cubicBezTo>
                    <a:pt x="9427" y="1"/>
                    <a:pt x="5051" y="665"/>
                    <a:pt x="0" y="2514"/>
                  </a:cubicBezTo>
                  <a:cubicBezTo>
                    <a:pt x="139" y="2765"/>
                    <a:pt x="403" y="2912"/>
                    <a:pt x="679" y="2912"/>
                  </a:cubicBezTo>
                  <a:cubicBezTo>
                    <a:pt x="768" y="2912"/>
                    <a:pt x="859" y="2897"/>
                    <a:pt x="947" y="2864"/>
                  </a:cubicBezTo>
                  <a:cubicBezTo>
                    <a:pt x="5685" y="1121"/>
                    <a:pt x="9786" y="496"/>
                    <a:pt x="13231" y="496"/>
                  </a:cubicBezTo>
                  <a:cubicBezTo>
                    <a:pt x="16855" y="496"/>
                    <a:pt x="19754" y="1188"/>
                    <a:pt x="21906" y="1997"/>
                  </a:cubicBezTo>
                  <a:cubicBezTo>
                    <a:pt x="26447" y="3715"/>
                    <a:pt x="28735" y="6309"/>
                    <a:pt x="28752" y="6336"/>
                  </a:cubicBezTo>
                  <a:cubicBezTo>
                    <a:pt x="28906" y="6513"/>
                    <a:pt x="29122" y="6604"/>
                    <a:pt x="29340" y="6604"/>
                  </a:cubicBezTo>
                  <a:cubicBezTo>
                    <a:pt x="29520" y="6604"/>
                    <a:pt x="29701" y="6542"/>
                    <a:pt x="29848" y="6415"/>
                  </a:cubicBezTo>
                  <a:cubicBezTo>
                    <a:pt x="29865" y="6397"/>
                    <a:pt x="29883" y="6388"/>
                    <a:pt x="29901" y="6371"/>
                  </a:cubicBezTo>
                  <a:cubicBezTo>
                    <a:pt x="29857" y="6344"/>
                    <a:pt x="29830" y="6309"/>
                    <a:pt x="29795" y="6274"/>
                  </a:cubicBezTo>
                  <a:cubicBezTo>
                    <a:pt x="29769" y="6248"/>
                    <a:pt x="27315" y="3460"/>
                    <a:pt x="22432" y="1620"/>
                  </a:cubicBezTo>
                  <a:cubicBezTo>
                    <a:pt x="20120" y="745"/>
                    <a:pt x="17004" y="1"/>
                    <a:pt x="13108" y="1"/>
                  </a:cubicBezTo>
                  <a:close/>
                </a:path>
              </a:pathLst>
            </a:custGeom>
            <a:solidFill>
              <a:schemeClr val="lt1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37"/>
            <p:cNvSpPr/>
            <p:nvPr/>
          </p:nvSpPr>
          <p:spPr>
            <a:xfrm>
              <a:off x="4207075" y="1412875"/>
              <a:ext cx="434825" cy="150800"/>
            </a:xfrm>
            <a:custGeom>
              <a:avLst/>
              <a:gdLst/>
              <a:ahLst/>
              <a:cxnLst/>
              <a:rect l="l" t="t" r="r" b="b"/>
              <a:pathLst>
                <a:path w="17393" h="6032" extrusionOk="0">
                  <a:moveTo>
                    <a:pt x="3226" y="0"/>
                  </a:moveTo>
                  <a:cubicBezTo>
                    <a:pt x="2402" y="0"/>
                    <a:pt x="1571" y="40"/>
                    <a:pt x="737" y="121"/>
                  </a:cubicBezTo>
                  <a:cubicBezTo>
                    <a:pt x="316" y="165"/>
                    <a:pt x="1" y="542"/>
                    <a:pt x="45" y="971"/>
                  </a:cubicBezTo>
                  <a:cubicBezTo>
                    <a:pt x="78" y="1379"/>
                    <a:pt x="426" y="1675"/>
                    <a:pt x="828" y="1675"/>
                  </a:cubicBezTo>
                  <a:cubicBezTo>
                    <a:pt x="850" y="1675"/>
                    <a:pt x="873" y="1674"/>
                    <a:pt x="895" y="1673"/>
                  </a:cubicBezTo>
                  <a:cubicBezTo>
                    <a:pt x="1727" y="1592"/>
                    <a:pt x="2534" y="1554"/>
                    <a:pt x="3316" y="1554"/>
                  </a:cubicBezTo>
                  <a:cubicBezTo>
                    <a:pt x="9128" y="1554"/>
                    <a:pt x="13523" y="3656"/>
                    <a:pt x="15841" y="5819"/>
                  </a:cubicBezTo>
                  <a:cubicBezTo>
                    <a:pt x="15984" y="5954"/>
                    <a:pt x="16185" y="6032"/>
                    <a:pt x="16385" y="6032"/>
                  </a:cubicBezTo>
                  <a:cubicBezTo>
                    <a:pt x="16405" y="6032"/>
                    <a:pt x="16426" y="6031"/>
                    <a:pt x="16446" y="6029"/>
                  </a:cubicBezTo>
                  <a:cubicBezTo>
                    <a:pt x="17112" y="5959"/>
                    <a:pt x="17392" y="5135"/>
                    <a:pt x="16902" y="4679"/>
                  </a:cubicBezTo>
                  <a:cubicBezTo>
                    <a:pt x="13714" y="1713"/>
                    <a:pt x="8632" y="0"/>
                    <a:pt x="3226" y="0"/>
                  </a:cubicBez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37"/>
            <p:cNvSpPr/>
            <p:nvPr/>
          </p:nvSpPr>
          <p:spPr>
            <a:xfrm>
              <a:off x="4208850" y="1433675"/>
              <a:ext cx="418375" cy="129925"/>
            </a:xfrm>
            <a:custGeom>
              <a:avLst/>
              <a:gdLst/>
              <a:ahLst/>
              <a:cxnLst/>
              <a:rect l="l" t="t" r="r" b="b"/>
              <a:pathLst>
                <a:path w="16735" h="5197" extrusionOk="0">
                  <a:moveTo>
                    <a:pt x="2837" y="1"/>
                  </a:moveTo>
                  <a:cubicBezTo>
                    <a:pt x="2013" y="1"/>
                    <a:pt x="1183" y="41"/>
                    <a:pt x="351" y="122"/>
                  </a:cubicBezTo>
                  <a:cubicBezTo>
                    <a:pt x="219" y="139"/>
                    <a:pt x="96" y="183"/>
                    <a:pt x="0" y="253"/>
                  </a:cubicBezTo>
                  <a:cubicBezTo>
                    <a:pt x="82" y="599"/>
                    <a:pt x="396" y="844"/>
                    <a:pt x="753" y="844"/>
                  </a:cubicBezTo>
                  <a:cubicBezTo>
                    <a:pt x="777" y="844"/>
                    <a:pt x="800" y="843"/>
                    <a:pt x="824" y="841"/>
                  </a:cubicBezTo>
                  <a:cubicBezTo>
                    <a:pt x="1656" y="760"/>
                    <a:pt x="2463" y="722"/>
                    <a:pt x="3245" y="722"/>
                  </a:cubicBezTo>
                  <a:cubicBezTo>
                    <a:pt x="9057" y="722"/>
                    <a:pt x="13452" y="2824"/>
                    <a:pt x="15770" y="4987"/>
                  </a:cubicBezTo>
                  <a:cubicBezTo>
                    <a:pt x="15918" y="5125"/>
                    <a:pt x="16111" y="5197"/>
                    <a:pt x="16304" y="5197"/>
                  </a:cubicBezTo>
                  <a:cubicBezTo>
                    <a:pt x="16454" y="5197"/>
                    <a:pt x="16604" y="5154"/>
                    <a:pt x="16734" y="5066"/>
                  </a:cubicBezTo>
                  <a:cubicBezTo>
                    <a:pt x="16699" y="4917"/>
                    <a:pt x="16620" y="4785"/>
                    <a:pt x="16515" y="4680"/>
                  </a:cubicBezTo>
                  <a:cubicBezTo>
                    <a:pt x="13328" y="1713"/>
                    <a:pt x="8239" y="1"/>
                    <a:pt x="2837" y="1"/>
                  </a:cubicBezTo>
                  <a:close/>
                </a:path>
              </a:pathLst>
            </a:custGeom>
            <a:solidFill>
              <a:schemeClr val="lt1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37"/>
            <p:cNvSpPr/>
            <p:nvPr/>
          </p:nvSpPr>
          <p:spPr>
            <a:xfrm>
              <a:off x="4527575" y="1456050"/>
              <a:ext cx="178975" cy="178075"/>
            </a:xfrm>
            <a:custGeom>
              <a:avLst/>
              <a:gdLst/>
              <a:ahLst/>
              <a:cxnLst/>
              <a:rect l="l" t="t" r="r" b="b"/>
              <a:pathLst>
                <a:path w="7159" h="7123" extrusionOk="0">
                  <a:moveTo>
                    <a:pt x="5711" y="1"/>
                  </a:moveTo>
                  <a:cubicBezTo>
                    <a:pt x="5346" y="1"/>
                    <a:pt x="4983" y="153"/>
                    <a:pt x="4730" y="454"/>
                  </a:cubicBezTo>
                  <a:lnTo>
                    <a:pt x="750" y="4969"/>
                  </a:lnTo>
                  <a:cubicBezTo>
                    <a:pt x="1" y="5819"/>
                    <a:pt x="619" y="7123"/>
                    <a:pt x="1710" y="7123"/>
                  </a:cubicBezTo>
                  <a:cubicBezTo>
                    <a:pt x="1755" y="7123"/>
                    <a:pt x="1800" y="7121"/>
                    <a:pt x="1846" y="7116"/>
                  </a:cubicBezTo>
                  <a:cubicBezTo>
                    <a:pt x="2171" y="7090"/>
                    <a:pt x="2469" y="6932"/>
                    <a:pt x="2688" y="6687"/>
                  </a:cubicBezTo>
                  <a:lnTo>
                    <a:pt x="6676" y="2172"/>
                  </a:lnTo>
                  <a:cubicBezTo>
                    <a:pt x="7158" y="1637"/>
                    <a:pt x="7115" y="805"/>
                    <a:pt x="6571" y="323"/>
                  </a:cubicBezTo>
                  <a:cubicBezTo>
                    <a:pt x="6324" y="107"/>
                    <a:pt x="6016" y="1"/>
                    <a:pt x="5711" y="1"/>
                  </a:cubicBez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37"/>
            <p:cNvSpPr/>
            <p:nvPr/>
          </p:nvSpPr>
          <p:spPr>
            <a:xfrm>
              <a:off x="4534050" y="1523275"/>
              <a:ext cx="109600" cy="111375"/>
            </a:xfrm>
            <a:custGeom>
              <a:avLst/>
              <a:gdLst/>
              <a:ahLst/>
              <a:cxnLst/>
              <a:rect l="l" t="t" r="r" b="b"/>
              <a:pathLst>
                <a:path w="4384" h="4455" extrusionOk="0">
                  <a:moveTo>
                    <a:pt x="2508" y="0"/>
                  </a:moveTo>
                  <a:lnTo>
                    <a:pt x="491" y="2280"/>
                  </a:lnTo>
                  <a:cubicBezTo>
                    <a:pt x="1" y="2814"/>
                    <a:pt x="44" y="3647"/>
                    <a:pt x="588" y="4129"/>
                  </a:cubicBezTo>
                  <a:cubicBezTo>
                    <a:pt x="834" y="4348"/>
                    <a:pt x="1140" y="4455"/>
                    <a:pt x="1444" y="4455"/>
                  </a:cubicBezTo>
                  <a:cubicBezTo>
                    <a:pt x="1811" y="4455"/>
                    <a:pt x="2175" y="4299"/>
                    <a:pt x="2429" y="3998"/>
                  </a:cubicBezTo>
                  <a:lnTo>
                    <a:pt x="4384" y="1789"/>
                  </a:lnTo>
                  <a:cubicBezTo>
                    <a:pt x="3884" y="1070"/>
                    <a:pt x="3244" y="456"/>
                    <a:pt x="2508" y="0"/>
                  </a:cubicBezTo>
                  <a:close/>
                </a:path>
              </a:pathLst>
            </a:custGeom>
            <a:solidFill>
              <a:schemeClr val="lt1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37"/>
            <p:cNvSpPr/>
            <p:nvPr/>
          </p:nvSpPr>
          <p:spPr>
            <a:xfrm>
              <a:off x="4459325" y="1549025"/>
              <a:ext cx="207550" cy="155500"/>
            </a:xfrm>
            <a:custGeom>
              <a:avLst/>
              <a:gdLst/>
              <a:ahLst/>
              <a:cxnLst/>
              <a:rect l="l" t="t" r="r" b="b"/>
              <a:pathLst>
                <a:path w="8302" h="6220" extrusionOk="0">
                  <a:moveTo>
                    <a:pt x="2795" y="0"/>
                  </a:moveTo>
                  <a:cubicBezTo>
                    <a:pt x="1202" y="0"/>
                    <a:pt x="0" y="794"/>
                    <a:pt x="0" y="794"/>
                  </a:cubicBezTo>
                  <a:lnTo>
                    <a:pt x="7346" y="6220"/>
                  </a:lnTo>
                  <a:cubicBezTo>
                    <a:pt x="7346" y="6220"/>
                    <a:pt x="8302" y="2959"/>
                    <a:pt x="5576" y="934"/>
                  </a:cubicBezTo>
                  <a:cubicBezTo>
                    <a:pt x="4620" y="229"/>
                    <a:pt x="3651" y="0"/>
                    <a:pt x="2795" y="0"/>
                  </a:cubicBez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37"/>
            <p:cNvSpPr/>
            <p:nvPr/>
          </p:nvSpPr>
          <p:spPr>
            <a:xfrm>
              <a:off x="4269975" y="2285900"/>
              <a:ext cx="253800" cy="254025"/>
            </a:xfrm>
            <a:custGeom>
              <a:avLst/>
              <a:gdLst/>
              <a:ahLst/>
              <a:cxnLst/>
              <a:rect l="l" t="t" r="r" b="b"/>
              <a:pathLst>
                <a:path w="10152" h="10161" extrusionOk="0">
                  <a:moveTo>
                    <a:pt x="2657" y="1"/>
                  </a:moveTo>
                  <a:lnTo>
                    <a:pt x="1" y="2657"/>
                  </a:lnTo>
                  <a:lnTo>
                    <a:pt x="7504" y="10160"/>
                  </a:lnTo>
                  <a:lnTo>
                    <a:pt x="10152" y="7504"/>
                  </a:lnTo>
                  <a:lnTo>
                    <a:pt x="2657" y="1"/>
                  </a:lnTo>
                  <a:close/>
                </a:path>
              </a:pathLst>
            </a:custGeom>
            <a:solidFill>
              <a:schemeClr val="accent2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7"/>
            <p:cNvSpPr/>
            <p:nvPr/>
          </p:nvSpPr>
          <p:spPr>
            <a:xfrm>
              <a:off x="3931400" y="1875125"/>
              <a:ext cx="278125" cy="331550"/>
            </a:xfrm>
            <a:custGeom>
              <a:avLst/>
              <a:gdLst/>
              <a:ahLst/>
              <a:cxnLst/>
              <a:rect l="l" t="t" r="r" b="b"/>
              <a:pathLst>
                <a:path w="11125" h="13262" extrusionOk="0">
                  <a:moveTo>
                    <a:pt x="2093" y="1"/>
                  </a:moveTo>
                  <a:cubicBezTo>
                    <a:pt x="1953" y="1"/>
                    <a:pt x="1812" y="45"/>
                    <a:pt x="1692" y="136"/>
                  </a:cubicBezTo>
                  <a:lnTo>
                    <a:pt x="342" y="1161"/>
                  </a:lnTo>
                  <a:cubicBezTo>
                    <a:pt x="53" y="1381"/>
                    <a:pt x="0" y="1793"/>
                    <a:pt x="220" y="2082"/>
                  </a:cubicBezTo>
                  <a:lnTo>
                    <a:pt x="8512" y="13004"/>
                  </a:lnTo>
                  <a:cubicBezTo>
                    <a:pt x="8640" y="13174"/>
                    <a:pt x="8835" y="13262"/>
                    <a:pt x="9032" y="13262"/>
                  </a:cubicBezTo>
                  <a:cubicBezTo>
                    <a:pt x="9172" y="13262"/>
                    <a:pt x="9313" y="13218"/>
                    <a:pt x="9433" y="13127"/>
                  </a:cubicBezTo>
                  <a:lnTo>
                    <a:pt x="10774" y="12101"/>
                  </a:lnTo>
                  <a:cubicBezTo>
                    <a:pt x="11072" y="11882"/>
                    <a:pt x="11124" y="11470"/>
                    <a:pt x="10905" y="11181"/>
                  </a:cubicBezTo>
                  <a:lnTo>
                    <a:pt x="2613" y="259"/>
                  </a:lnTo>
                  <a:cubicBezTo>
                    <a:pt x="2484" y="89"/>
                    <a:pt x="2290" y="1"/>
                    <a:pt x="2093" y="1"/>
                  </a:cubicBezTo>
                  <a:close/>
                </a:path>
              </a:pathLst>
            </a:custGeom>
            <a:solidFill>
              <a:schemeClr val="accent2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7"/>
            <p:cNvSpPr/>
            <p:nvPr/>
          </p:nvSpPr>
          <p:spPr>
            <a:xfrm>
              <a:off x="3824450" y="1795950"/>
              <a:ext cx="433275" cy="569775"/>
            </a:xfrm>
            <a:custGeom>
              <a:avLst/>
              <a:gdLst/>
              <a:ahLst/>
              <a:cxnLst/>
              <a:rect l="l" t="t" r="r" b="b"/>
              <a:pathLst>
                <a:path w="17331" h="22791" extrusionOk="0">
                  <a:moveTo>
                    <a:pt x="434" y="1"/>
                  </a:moveTo>
                  <a:cubicBezTo>
                    <a:pt x="353" y="1"/>
                    <a:pt x="272" y="26"/>
                    <a:pt x="202" y="77"/>
                  </a:cubicBezTo>
                  <a:cubicBezTo>
                    <a:pt x="36" y="209"/>
                    <a:pt x="1" y="445"/>
                    <a:pt x="132" y="612"/>
                  </a:cubicBezTo>
                  <a:lnTo>
                    <a:pt x="16603" y="22640"/>
                  </a:lnTo>
                  <a:cubicBezTo>
                    <a:pt x="16675" y="22738"/>
                    <a:pt x="16787" y="22791"/>
                    <a:pt x="16902" y="22791"/>
                  </a:cubicBezTo>
                  <a:cubicBezTo>
                    <a:pt x="16983" y="22791"/>
                    <a:pt x="17066" y="22765"/>
                    <a:pt x="17138" y="22710"/>
                  </a:cubicBezTo>
                  <a:cubicBezTo>
                    <a:pt x="17305" y="22588"/>
                    <a:pt x="17331" y="22351"/>
                    <a:pt x="17208" y="22185"/>
                  </a:cubicBezTo>
                  <a:lnTo>
                    <a:pt x="737" y="147"/>
                  </a:lnTo>
                  <a:cubicBezTo>
                    <a:pt x="660" y="50"/>
                    <a:pt x="548" y="1"/>
                    <a:pt x="434" y="1"/>
                  </a:cubicBezTo>
                  <a:close/>
                </a:path>
              </a:pathLst>
            </a:custGeom>
            <a:solidFill>
              <a:srgbClr val="FFFFFF"/>
            </a:solidFill>
            <a:ln w="30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7"/>
            <p:cNvSpPr/>
            <p:nvPr/>
          </p:nvSpPr>
          <p:spPr>
            <a:xfrm>
              <a:off x="4161275" y="2547575"/>
              <a:ext cx="823800" cy="41425"/>
            </a:xfrm>
            <a:custGeom>
              <a:avLst/>
              <a:gdLst/>
              <a:ahLst/>
              <a:cxnLst/>
              <a:rect l="l" t="t" r="r" b="b"/>
              <a:pathLst>
                <a:path w="32952" h="1657" extrusionOk="0">
                  <a:moveTo>
                    <a:pt x="527" y="0"/>
                  </a:moveTo>
                  <a:cubicBezTo>
                    <a:pt x="238" y="0"/>
                    <a:pt x="1" y="237"/>
                    <a:pt x="1" y="526"/>
                  </a:cubicBezTo>
                  <a:lnTo>
                    <a:pt x="1" y="1131"/>
                  </a:lnTo>
                  <a:cubicBezTo>
                    <a:pt x="1" y="1420"/>
                    <a:pt x="238" y="1657"/>
                    <a:pt x="527" y="1657"/>
                  </a:cubicBezTo>
                  <a:lnTo>
                    <a:pt x="32426" y="1657"/>
                  </a:lnTo>
                  <a:cubicBezTo>
                    <a:pt x="32715" y="1657"/>
                    <a:pt x="32952" y="1420"/>
                    <a:pt x="32952" y="1131"/>
                  </a:cubicBezTo>
                  <a:lnTo>
                    <a:pt x="32952" y="526"/>
                  </a:lnTo>
                  <a:cubicBezTo>
                    <a:pt x="32952" y="237"/>
                    <a:pt x="32715" y="0"/>
                    <a:pt x="324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7"/>
            <p:cNvSpPr/>
            <p:nvPr/>
          </p:nvSpPr>
          <p:spPr>
            <a:xfrm>
              <a:off x="4136125" y="2571225"/>
              <a:ext cx="874472" cy="18000"/>
            </a:xfrm>
            <a:custGeom>
              <a:avLst/>
              <a:gdLst/>
              <a:ahLst/>
              <a:cxnLst/>
              <a:rect l="l" t="t" r="r" b="b"/>
              <a:pathLst>
                <a:path w="32943" h="720" extrusionOk="0">
                  <a:moveTo>
                    <a:pt x="1" y="1"/>
                  </a:moveTo>
                  <a:cubicBezTo>
                    <a:pt x="1" y="10"/>
                    <a:pt x="1" y="27"/>
                    <a:pt x="9" y="45"/>
                  </a:cubicBezTo>
                  <a:lnTo>
                    <a:pt x="667" y="702"/>
                  </a:lnTo>
                  <a:cubicBezTo>
                    <a:pt x="719" y="711"/>
                    <a:pt x="772" y="711"/>
                    <a:pt x="825" y="720"/>
                  </a:cubicBezTo>
                  <a:lnTo>
                    <a:pt x="32119" y="720"/>
                  </a:lnTo>
                  <a:cubicBezTo>
                    <a:pt x="32531" y="711"/>
                    <a:pt x="32881" y="413"/>
                    <a:pt x="32943" y="1"/>
                  </a:cubicBezTo>
                  <a:close/>
                </a:path>
              </a:pathLst>
            </a:custGeom>
            <a:solidFill>
              <a:schemeClr val="lt1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37"/>
            <p:cNvSpPr/>
            <p:nvPr/>
          </p:nvSpPr>
          <p:spPr>
            <a:xfrm>
              <a:off x="4330675" y="2412775"/>
              <a:ext cx="373900" cy="135025"/>
            </a:xfrm>
            <a:custGeom>
              <a:avLst/>
              <a:gdLst/>
              <a:ahLst/>
              <a:cxnLst/>
              <a:rect l="l" t="t" r="r" b="b"/>
              <a:pathLst>
                <a:path w="14956" h="5401" extrusionOk="0">
                  <a:moveTo>
                    <a:pt x="11143" y="1"/>
                  </a:moveTo>
                  <a:cubicBezTo>
                    <a:pt x="7176" y="1"/>
                    <a:pt x="3359" y="1508"/>
                    <a:pt x="457" y="4217"/>
                  </a:cubicBezTo>
                  <a:cubicBezTo>
                    <a:pt x="1" y="4638"/>
                    <a:pt x="299" y="5401"/>
                    <a:pt x="921" y="5401"/>
                  </a:cubicBezTo>
                  <a:lnTo>
                    <a:pt x="14254" y="5401"/>
                  </a:lnTo>
                  <a:cubicBezTo>
                    <a:pt x="14640" y="5401"/>
                    <a:pt x="14955" y="5068"/>
                    <a:pt x="14938" y="4682"/>
                  </a:cubicBezTo>
                  <a:cubicBezTo>
                    <a:pt x="14859" y="3209"/>
                    <a:pt x="14333" y="1"/>
                    <a:pt x="11177" y="1"/>
                  </a:cubicBezTo>
                  <a:cubicBezTo>
                    <a:pt x="11166" y="1"/>
                    <a:pt x="11154" y="1"/>
                    <a:pt x="11143" y="1"/>
                  </a:cubicBez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37"/>
            <p:cNvSpPr/>
            <p:nvPr/>
          </p:nvSpPr>
          <p:spPr>
            <a:xfrm>
              <a:off x="4330675" y="2514700"/>
              <a:ext cx="373900" cy="32900"/>
            </a:xfrm>
            <a:custGeom>
              <a:avLst/>
              <a:gdLst/>
              <a:ahLst/>
              <a:cxnLst/>
              <a:rect l="l" t="t" r="r" b="b"/>
              <a:pathLst>
                <a:path w="14956" h="1316" extrusionOk="0">
                  <a:moveTo>
                    <a:pt x="597" y="0"/>
                  </a:moveTo>
                  <a:lnTo>
                    <a:pt x="457" y="132"/>
                  </a:lnTo>
                  <a:cubicBezTo>
                    <a:pt x="1" y="552"/>
                    <a:pt x="299" y="1315"/>
                    <a:pt x="921" y="1315"/>
                  </a:cubicBezTo>
                  <a:lnTo>
                    <a:pt x="14254" y="1315"/>
                  </a:lnTo>
                  <a:cubicBezTo>
                    <a:pt x="14640" y="1315"/>
                    <a:pt x="14955" y="991"/>
                    <a:pt x="14938" y="596"/>
                  </a:cubicBezTo>
                  <a:cubicBezTo>
                    <a:pt x="14929" y="421"/>
                    <a:pt x="14912" y="219"/>
                    <a:pt x="14885" y="0"/>
                  </a:cubicBezTo>
                  <a:close/>
                </a:path>
              </a:pathLst>
            </a:custGeom>
            <a:solidFill>
              <a:schemeClr val="accent3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37"/>
            <p:cNvSpPr/>
            <p:nvPr/>
          </p:nvSpPr>
          <p:spPr>
            <a:xfrm>
              <a:off x="4216950" y="2266625"/>
              <a:ext cx="366425" cy="128225"/>
            </a:xfrm>
            <a:custGeom>
              <a:avLst/>
              <a:gdLst/>
              <a:ahLst/>
              <a:cxnLst/>
              <a:rect l="l" t="t" r="r" b="b"/>
              <a:pathLst>
                <a:path w="14657" h="5129" extrusionOk="0">
                  <a:moveTo>
                    <a:pt x="684" y="0"/>
                  </a:moveTo>
                  <a:cubicBezTo>
                    <a:pt x="307" y="0"/>
                    <a:pt x="0" y="307"/>
                    <a:pt x="0" y="684"/>
                  </a:cubicBezTo>
                  <a:lnTo>
                    <a:pt x="0" y="3147"/>
                  </a:lnTo>
                  <a:cubicBezTo>
                    <a:pt x="0" y="4243"/>
                    <a:pt x="886" y="5128"/>
                    <a:pt x="1981" y="5128"/>
                  </a:cubicBezTo>
                  <a:lnTo>
                    <a:pt x="12676" y="5128"/>
                  </a:lnTo>
                  <a:cubicBezTo>
                    <a:pt x="13772" y="5128"/>
                    <a:pt x="14657" y="4243"/>
                    <a:pt x="14657" y="3147"/>
                  </a:cubicBezTo>
                  <a:lnTo>
                    <a:pt x="14657" y="684"/>
                  </a:lnTo>
                  <a:cubicBezTo>
                    <a:pt x="14657" y="307"/>
                    <a:pt x="14350" y="0"/>
                    <a:pt x="13973" y="0"/>
                  </a:cubicBez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37"/>
            <p:cNvSpPr/>
            <p:nvPr/>
          </p:nvSpPr>
          <p:spPr>
            <a:xfrm>
              <a:off x="4216950" y="2343325"/>
              <a:ext cx="366425" cy="51525"/>
            </a:xfrm>
            <a:custGeom>
              <a:avLst/>
              <a:gdLst/>
              <a:ahLst/>
              <a:cxnLst/>
              <a:rect l="l" t="t" r="r" b="b"/>
              <a:pathLst>
                <a:path w="14657" h="2061" extrusionOk="0">
                  <a:moveTo>
                    <a:pt x="0" y="0"/>
                  </a:moveTo>
                  <a:lnTo>
                    <a:pt x="0" y="79"/>
                  </a:lnTo>
                  <a:cubicBezTo>
                    <a:pt x="0" y="1175"/>
                    <a:pt x="886" y="2060"/>
                    <a:pt x="1981" y="2060"/>
                  </a:cubicBezTo>
                  <a:lnTo>
                    <a:pt x="12676" y="2060"/>
                  </a:lnTo>
                  <a:cubicBezTo>
                    <a:pt x="13772" y="2060"/>
                    <a:pt x="14657" y="1175"/>
                    <a:pt x="14657" y="79"/>
                  </a:cubicBezTo>
                  <a:lnTo>
                    <a:pt x="14657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37"/>
            <p:cNvSpPr/>
            <p:nvPr/>
          </p:nvSpPr>
          <p:spPr>
            <a:xfrm>
              <a:off x="4216725" y="2192775"/>
              <a:ext cx="642575" cy="165475"/>
            </a:xfrm>
            <a:custGeom>
              <a:avLst/>
              <a:gdLst/>
              <a:ahLst/>
              <a:cxnLst/>
              <a:rect l="l" t="t" r="r" b="b"/>
              <a:pathLst>
                <a:path w="25703" h="6619" extrusionOk="0">
                  <a:moveTo>
                    <a:pt x="693" y="0"/>
                  </a:moveTo>
                  <a:cubicBezTo>
                    <a:pt x="307" y="0"/>
                    <a:pt x="1" y="307"/>
                    <a:pt x="1" y="684"/>
                  </a:cubicBezTo>
                  <a:lnTo>
                    <a:pt x="1" y="2279"/>
                  </a:lnTo>
                  <a:cubicBezTo>
                    <a:pt x="1" y="2656"/>
                    <a:pt x="307" y="2963"/>
                    <a:pt x="693" y="2963"/>
                  </a:cubicBezTo>
                  <a:lnTo>
                    <a:pt x="14543" y="2963"/>
                  </a:lnTo>
                  <a:cubicBezTo>
                    <a:pt x="14622" y="2963"/>
                    <a:pt x="14710" y="2972"/>
                    <a:pt x="14789" y="3007"/>
                  </a:cubicBezTo>
                  <a:lnTo>
                    <a:pt x="23826" y="6575"/>
                  </a:lnTo>
                  <a:cubicBezTo>
                    <a:pt x="23906" y="6604"/>
                    <a:pt x="23988" y="6618"/>
                    <a:pt x="24070" y="6618"/>
                  </a:cubicBezTo>
                  <a:cubicBezTo>
                    <a:pt x="24303" y="6618"/>
                    <a:pt x="24529" y="6502"/>
                    <a:pt x="24659" y="6294"/>
                  </a:cubicBezTo>
                  <a:lnTo>
                    <a:pt x="25483" y="4970"/>
                  </a:lnTo>
                  <a:cubicBezTo>
                    <a:pt x="25702" y="4602"/>
                    <a:pt x="25544" y="4120"/>
                    <a:pt x="25141" y="3971"/>
                  </a:cubicBezTo>
                  <a:lnTo>
                    <a:pt x="14789" y="44"/>
                  </a:lnTo>
                  <a:cubicBezTo>
                    <a:pt x="14710" y="18"/>
                    <a:pt x="14622" y="0"/>
                    <a:pt x="14543" y="0"/>
                  </a:cubicBezTo>
                  <a:close/>
                </a:path>
              </a:pathLst>
            </a:custGeom>
            <a:solidFill>
              <a:schemeClr val="accent2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37"/>
            <p:cNvSpPr/>
            <p:nvPr/>
          </p:nvSpPr>
          <p:spPr>
            <a:xfrm>
              <a:off x="3839150" y="1755500"/>
              <a:ext cx="115075" cy="114725"/>
            </a:xfrm>
            <a:custGeom>
              <a:avLst/>
              <a:gdLst/>
              <a:ahLst/>
              <a:cxnLst/>
              <a:rect l="l" t="t" r="r" b="b"/>
              <a:pathLst>
                <a:path w="4603" h="4589" extrusionOk="0">
                  <a:moveTo>
                    <a:pt x="2077" y="0"/>
                  </a:moveTo>
                  <a:cubicBezTo>
                    <a:pt x="1933" y="0"/>
                    <a:pt x="1788" y="45"/>
                    <a:pt x="1666" y="135"/>
                  </a:cubicBezTo>
                  <a:lnTo>
                    <a:pt x="359" y="1125"/>
                  </a:lnTo>
                  <a:cubicBezTo>
                    <a:pt x="61" y="1353"/>
                    <a:pt x="0" y="1791"/>
                    <a:pt x="237" y="2089"/>
                  </a:cubicBezTo>
                  <a:lnTo>
                    <a:pt x="1990" y="4325"/>
                  </a:lnTo>
                  <a:cubicBezTo>
                    <a:pt x="2123" y="4498"/>
                    <a:pt x="2321" y="4589"/>
                    <a:pt x="2522" y="4589"/>
                  </a:cubicBezTo>
                  <a:cubicBezTo>
                    <a:pt x="2667" y="4589"/>
                    <a:pt x="2812" y="4543"/>
                    <a:pt x="2937" y="4447"/>
                  </a:cubicBezTo>
                  <a:lnTo>
                    <a:pt x="4243" y="3466"/>
                  </a:lnTo>
                  <a:cubicBezTo>
                    <a:pt x="4549" y="3229"/>
                    <a:pt x="4602" y="2791"/>
                    <a:pt x="4365" y="2493"/>
                  </a:cubicBezTo>
                  <a:lnTo>
                    <a:pt x="2621" y="266"/>
                  </a:lnTo>
                  <a:cubicBezTo>
                    <a:pt x="2487" y="91"/>
                    <a:pt x="2283" y="0"/>
                    <a:pt x="2077" y="0"/>
                  </a:cubicBezTo>
                  <a:close/>
                </a:path>
              </a:pathLst>
            </a:custGeom>
            <a:solidFill>
              <a:schemeClr val="accent2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37"/>
            <p:cNvSpPr/>
            <p:nvPr/>
          </p:nvSpPr>
          <p:spPr>
            <a:xfrm>
              <a:off x="4284875" y="2105325"/>
              <a:ext cx="42975" cy="87475"/>
            </a:xfrm>
            <a:custGeom>
              <a:avLst/>
              <a:gdLst/>
              <a:ahLst/>
              <a:cxnLst/>
              <a:rect l="l" t="t" r="r" b="b"/>
              <a:pathLst>
                <a:path w="1719" h="3499" extrusionOk="0">
                  <a:moveTo>
                    <a:pt x="1" y="1"/>
                  </a:moveTo>
                  <a:lnTo>
                    <a:pt x="1" y="3498"/>
                  </a:lnTo>
                  <a:lnTo>
                    <a:pt x="1719" y="3498"/>
                  </a:lnTo>
                  <a:lnTo>
                    <a:pt x="1719" y="1"/>
                  </a:ln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37"/>
            <p:cNvSpPr/>
            <p:nvPr/>
          </p:nvSpPr>
          <p:spPr>
            <a:xfrm>
              <a:off x="4210150" y="2069600"/>
              <a:ext cx="376300" cy="39050"/>
            </a:xfrm>
            <a:custGeom>
              <a:avLst/>
              <a:gdLst/>
              <a:ahLst/>
              <a:cxnLst/>
              <a:rect l="l" t="t" r="r" b="b"/>
              <a:pathLst>
                <a:path w="15052" h="1562" extrusionOk="0">
                  <a:moveTo>
                    <a:pt x="492" y="1"/>
                  </a:moveTo>
                  <a:cubicBezTo>
                    <a:pt x="220" y="1"/>
                    <a:pt x="1" y="220"/>
                    <a:pt x="1" y="500"/>
                  </a:cubicBezTo>
                  <a:lnTo>
                    <a:pt x="1" y="1070"/>
                  </a:lnTo>
                  <a:cubicBezTo>
                    <a:pt x="1" y="1342"/>
                    <a:pt x="220" y="1561"/>
                    <a:pt x="492" y="1561"/>
                  </a:cubicBezTo>
                  <a:lnTo>
                    <a:pt x="14561" y="1561"/>
                  </a:lnTo>
                  <a:cubicBezTo>
                    <a:pt x="14832" y="1561"/>
                    <a:pt x="15052" y="1342"/>
                    <a:pt x="15052" y="1070"/>
                  </a:cubicBezTo>
                  <a:lnTo>
                    <a:pt x="15052" y="500"/>
                  </a:lnTo>
                  <a:cubicBezTo>
                    <a:pt x="15052" y="220"/>
                    <a:pt x="14832" y="1"/>
                    <a:pt x="14561" y="1"/>
                  </a:cubicBezTo>
                  <a:close/>
                </a:path>
              </a:pathLst>
            </a:custGeom>
            <a:solidFill>
              <a:schemeClr val="accent2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37"/>
            <p:cNvSpPr/>
            <p:nvPr/>
          </p:nvSpPr>
          <p:spPr>
            <a:xfrm>
              <a:off x="5061750" y="2458375"/>
              <a:ext cx="225325" cy="43625"/>
            </a:xfrm>
            <a:custGeom>
              <a:avLst/>
              <a:gdLst/>
              <a:ahLst/>
              <a:cxnLst/>
              <a:rect l="l" t="t" r="r" b="b"/>
              <a:pathLst>
                <a:path w="9013" h="1745" extrusionOk="0">
                  <a:moveTo>
                    <a:pt x="1" y="0"/>
                  </a:moveTo>
                  <a:lnTo>
                    <a:pt x="1" y="1745"/>
                  </a:lnTo>
                  <a:lnTo>
                    <a:pt x="9012" y="1745"/>
                  </a:lnTo>
                  <a:lnTo>
                    <a:pt x="9012" y="0"/>
                  </a:ln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37"/>
            <p:cNvSpPr/>
            <p:nvPr/>
          </p:nvSpPr>
          <p:spPr>
            <a:xfrm>
              <a:off x="5061750" y="2485775"/>
              <a:ext cx="225325" cy="16225"/>
            </a:xfrm>
            <a:custGeom>
              <a:avLst/>
              <a:gdLst/>
              <a:ahLst/>
              <a:cxnLst/>
              <a:rect l="l" t="t" r="r" b="b"/>
              <a:pathLst>
                <a:path w="9013" h="649" extrusionOk="0">
                  <a:moveTo>
                    <a:pt x="1" y="0"/>
                  </a:moveTo>
                  <a:lnTo>
                    <a:pt x="1" y="649"/>
                  </a:lnTo>
                  <a:lnTo>
                    <a:pt x="9012" y="649"/>
                  </a:lnTo>
                  <a:lnTo>
                    <a:pt x="9012" y="0"/>
                  </a:lnTo>
                  <a:close/>
                </a:path>
              </a:pathLst>
            </a:custGeom>
            <a:solidFill>
              <a:schemeClr val="accent3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37"/>
            <p:cNvSpPr/>
            <p:nvPr/>
          </p:nvSpPr>
          <p:spPr>
            <a:xfrm>
              <a:off x="5061750" y="2336300"/>
              <a:ext cx="225325" cy="43650"/>
            </a:xfrm>
            <a:custGeom>
              <a:avLst/>
              <a:gdLst/>
              <a:ahLst/>
              <a:cxnLst/>
              <a:rect l="l" t="t" r="r" b="b"/>
              <a:pathLst>
                <a:path w="9013" h="1746" extrusionOk="0">
                  <a:moveTo>
                    <a:pt x="1" y="1"/>
                  </a:moveTo>
                  <a:lnTo>
                    <a:pt x="1" y="1745"/>
                  </a:lnTo>
                  <a:lnTo>
                    <a:pt x="9012" y="1745"/>
                  </a:lnTo>
                  <a:lnTo>
                    <a:pt x="9012" y="1"/>
                  </a:ln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37"/>
            <p:cNvSpPr/>
            <p:nvPr/>
          </p:nvSpPr>
          <p:spPr>
            <a:xfrm>
              <a:off x="5061750" y="2359750"/>
              <a:ext cx="225325" cy="20200"/>
            </a:xfrm>
            <a:custGeom>
              <a:avLst/>
              <a:gdLst/>
              <a:ahLst/>
              <a:cxnLst/>
              <a:rect l="l" t="t" r="r" b="b"/>
              <a:pathLst>
                <a:path w="9013" h="808" extrusionOk="0">
                  <a:moveTo>
                    <a:pt x="1" y="1"/>
                  </a:moveTo>
                  <a:lnTo>
                    <a:pt x="1" y="807"/>
                  </a:lnTo>
                  <a:lnTo>
                    <a:pt x="9012" y="807"/>
                  </a:lnTo>
                  <a:lnTo>
                    <a:pt x="9012" y="1"/>
                  </a:lnTo>
                  <a:close/>
                </a:path>
              </a:pathLst>
            </a:custGeom>
            <a:solidFill>
              <a:schemeClr val="accent3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37"/>
            <p:cNvSpPr/>
            <p:nvPr/>
          </p:nvSpPr>
          <p:spPr>
            <a:xfrm>
              <a:off x="5061750" y="2231775"/>
              <a:ext cx="225325" cy="43625"/>
            </a:xfrm>
            <a:custGeom>
              <a:avLst/>
              <a:gdLst/>
              <a:ahLst/>
              <a:cxnLst/>
              <a:rect l="l" t="t" r="r" b="b"/>
              <a:pathLst>
                <a:path w="9013" h="1745" extrusionOk="0">
                  <a:moveTo>
                    <a:pt x="1" y="0"/>
                  </a:moveTo>
                  <a:lnTo>
                    <a:pt x="1" y="1745"/>
                  </a:lnTo>
                  <a:lnTo>
                    <a:pt x="9012" y="1745"/>
                  </a:lnTo>
                  <a:lnTo>
                    <a:pt x="9012" y="0"/>
                  </a:ln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37"/>
            <p:cNvSpPr/>
            <p:nvPr/>
          </p:nvSpPr>
          <p:spPr>
            <a:xfrm>
              <a:off x="5061750" y="2259375"/>
              <a:ext cx="225325" cy="16025"/>
            </a:xfrm>
            <a:custGeom>
              <a:avLst/>
              <a:gdLst/>
              <a:ahLst/>
              <a:cxnLst/>
              <a:rect l="l" t="t" r="r" b="b"/>
              <a:pathLst>
                <a:path w="9013" h="641" extrusionOk="0">
                  <a:moveTo>
                    <a:pt x="1" y="1"/>
                  </a:moveTo>
                  <a:lnTo>
                    <a:pt x="1" y="641"/>
                  </a:lnTo>
                  <a:lnTo>
                    <a:pt x="9012" y="641"/>
                  </a:lnTo>
                  <a:lnTo>
                    <a:pt x="9012" y="1"/>
                  </a:lnTo>
                  <a:close/>
                </a:path>
              </a:pathLst>
            </a:custGeom>
            <a:solidFill>
              <a:schemeClr val="accent3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37"/>
            <p:cNvSpPr/>
            <p:nvPr/>
          </p:nvSpPr>
          <p:spPr>
            <a:xfrm>
              <a:off x="5053000" y="2201100"/>
              <a:ext cx="17550" cy="367300"/>
            </a:xfrm>
            <a:custGeom>
              <a:avLst/>
              <a:gdLst/>
              <a:ahLst/>
              <a:cxnLst/>
              <a:rect l="l" t="t" r="r" b="b"/>
              <a:pathLst>
                <a:path w="702" h="14692" extrusionOk="0">
                  <a:moveTo>
                    <a:pt x="0" y="0"/>
                  </a:moveTo>
                  <a:lnTo>
                    <a:pt x="0" y="14692"/>
                  </a:lnTo>
                  <a:lnTo>
                    <a:pt x="701" y="14692"/>
                  </a:lnTo>
                  <a:lnTo>
                    <a:pt x="701" y="0"/>
                  </a:ln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37"/>
            <p:cNvSpPr/>
            <p:nvPr/>
          </p:nvSpPr>
          <p:spPr>
            <a:xfrm>
              <a:off x="5046625" y="2553250"/>
              <a:ext cx="30275" cy="30050"/>
            </a:xfrm>
            <a:custGeom>
              <a:avLst/>
              <a:gdLst/>
              <a:ahLst/>
              <a:cxnLst/>
              <a:rect l="l" t="t" r="r" b="b"/>
              <a:pathLst>
                <a:path w="1211" h="1202" extrusionOk="0">
                  <a:moveTo>
                    <a:pt x="606" y="1"/>
                  </a:moveTo>
                  <a:cubicBezTo>
                    <a:pt x="273" y="1"/>
                    <a:pt x="1" y="273"/>
                    <a:pt x="1" y="606"/>
                  </a:cubicBezTo>
                  <a:cubicBezTo>
                    <a:pt x="1" y="939"/>
                    <a:pt x="273" y="1202"/>
                    <a:pt x="606" y="1202"/>
                  </a:cubicBezTo>
                  <a:cubicBezTo>
                    <a:pt x="939" y="1202"/>
                    <a:pt x="1211" y="939"/>
                    <a:pt x="1211" y="606"/>
                  </a:cubicBezTo>
                  <a:cubicBezTo>
                    <a:pt x="1211" y="273"/>
                    <a:pt x="939" y="1"/>
                    <a:pt x="606" y="1"/>
                  </a:cubicBezTo>
                  <a:close/>
                </a:path>
              </a:pathLst>
            </a:custGeom>
            <a:solidFill>
              <a:schemeClr val="accent2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37"/>
            <p:cNvSpPr/>
            <p:nvPr/>
          </p:nvSpPr>
          <p:spPr>
            <a:xfrm>
              <a:off x="5278275" y="2201100"/>
              <a:ext cx="17550" cy="367300"/>
            </a:xfrm>
            <a:custGeom>
              <a:avLst/>
              <a:gdLst/>
              <a:ahLst/>
              <a:cxnLst/>
              <a:rect l="l" t="t" r="r" b="b"/>
              <a:pathLst>
                <a:path w="702" h="14692" extrusionOk="0">
                  <a:moveTo>
                    <a:pt x="1" y="0"/>
                  </a:moveTo>
                  <a:lnTo>
                    <a:pt x="1" y="14692"/>
                  </a:lnTo>
                  <a:lnTo>
                    <a:pt x="702" y="14692"/>
                  </a:lnTo>
                  <a:lnTo>
                    <a:pt x="702" y="0"/>
                  </a:ln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37"/>
            <p:cNvSpPr/>
            <p:nvPr/>
          </p:nvSpPr>
          <p:spPr>
            <a:xfrm>
              <a:off x="5271925" y="2553250"/>
              <a:ext cx="30250" cy="30050"/>
            </a:xfrm>
            <a:custGeom>
              <a:avLst/>
              <a:gdLst/>
              <a:ahLst/>
              <a:cxnLst/>
              <a:rect l="l" t="t" r="r" b="b"/>
              <a:pathLst>
                <a:path w="1210" h="1202" extrusionOk="0">
                  <a:moveTo>
                    <a:pt x="605" y="1"/>
                  </a:moveTo>
                  <a:cubicBezTo>
                    <a:pt x="272" y="1"/>
                    <a:pt x="0" y="273"/>
                    <a:pt x="0" y="606"/>
                  </a:cubicBezTo>
                  <a:cubicBezTo>
                    <a:pt x="0" y="939"/>
                    <a:pt x="272" y="1202"/>
                    <a:pt x="605" y="1202"/>
                  </a:cubicBezTo>
                  <a:cubicBezTo>
                    <a:pt x="938" y="1202"/>
                    <a:pt x="1210" y="939"/>
                    <a:pt x="1210" y="606"/>
                  </a:cubicBezTo>
                  <a:cubicBezTo>
                    <a:pt x="1210" y="273"/>
                    <a:pt x="938" y="1"/>
                    <a:pt x="605" y="1"/>
                  </a:cubicBezTo>
                  <a:close/>
                </a:path>
              </a:pathLst>
            </a:custGeom>
            <a:solidFill>
              <a:schemeClr val="accent2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37"/>
            <p:cNvSpPr/>
            <p:nvPr/>
          </p:nvSpPr>
          <p:spPr>
            <a:xfrm>
              <a:off x="5087400" y="2406000"/>
              <a:ext cx="34000" cy="52400"/>
            </a:xfrm>
            <a:custGeom>
              <a:avLst/>
              <a:gdLst/>
              <a:ahLst/>
              <a:cxnLst/>
              <a:rect l="l" t="t" r="r" b="b"/>
              <a:pathLst>
                <a:path w="1360" h="2096" extrusionOk="0">
                  <a:moveTo>
                    <a:pt x="0" y="0"/>
                  </a:moveTo>
                  <a:lnTo>
                    <a:pt x="0" y="2095"/>
                  </a:lnTo>
                  <a:lnTo>
                    <a:pt x="1359" y="2095"/>
                  </a:lnTo>
                  <a:lnTo>
                    <a:pt x="1359" y="0"/>
                  </a:ln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37"/>
            <p:cNvSpPr/>
            <p:nvPr/>
          </p:nvSpPr>
          <p:spPr>
            <a:xfrm>
              <a:off x="5184925" y="2406000"/>
              <a:ext cx="33775" cy="52400"/>
            </a:xfrm>
            <a:custGeom>
              <a:avLst/>
              <a:gdLst/>
              <a:ahLst/>
              <a:cxnLst/>
              <a:rect l="l" t="t" r="r" b="b"/>
              <a:pathLst>
                <a:path w="1351" h="2096" extrusionOk="0">
                  <a:moveTo>
                    <a:pt x="0" y="0"/>
                  </a:moveTo>
                  <a:lnTo>
                    <a:pt x="0" y="2095"/>
                  </a:lnTo>
                  <a:lnTo>
                    <a:pt x="1350" y="2095"/>
                  </a:lnTo>
                  <a:lnTo>
                    <a:pt x="1350" y="0"/>
                  </a:ln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37"/>
            <p:cNvSpPr/>
            <p:nvPr/>
          </p:nvSpPr>
          <p:spPr>
            <a:xfrm>
              <a:off x="5094200" y="2297300"/>
              <a:ext cx="33775" cy="39025"/>
            </a:xfrm>
            <a:custGeom>
              <a:avLst/>
              <a:gdLst/>
              <a:ahLst/>
              <a:cxnLst/>
              <a:rect l="l" t="t" r="r" b="b"/>
              <a:pathLst>
                <a:path w="1351" h="1561" extrusionOk="0">
                  <a:moveTo>
                    <a:pt x="0" y="0"/>
                  </a:moveTo>
                  <a:lnTo>
                    <a:pt x="0" y="1561"/>
                  </a:lnTo>
                  <a:lnTo>
                    <a:pt x="1350" y="1561"/>
                  </a:lnTo>
                  <a:lnTo>
                    <a:pt x="1350" y="0"/>
                  </a:ln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37"/>
            <p:cNvSpPr/>
            <p:nvPr/>
          </p:nvSpPr>
          <p:spPr>
            <a:xfrm>
              <a:off x="5197850" y="2297300"/>
              <a:ext cx="33775" cy="39025"/>
            </a:xfrm>
            <a:custGeom>
              <a:avLst/>
              <a:gdLst/>
              <a:ahLst/>
              <a:cxnLst/>
              <a:rect l="l" t="t" r="r" b="b"/>
              <a:pathLst>
                <a:path w="1351" h="1561" extrusionOk="0">
                  <a:moveTo>
                    <a:pt x="0" y="0"/>
                  </a:moveTo>
                  <a:lnTo>
                    <a:pt x="0" y="1561"/>
                  </a:lnTo>
                  <a:lnTo>
                    <a:pt x="1350" y="1561"/>
                  </a:lnTo>
                  <a:lnTo>
                    <a:pt x="1350" y="0"/>
                  </a:ln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37"/>
            <p:cNvSpPr/>
            <p:nvPr/>
          </p:nvSpPr>
          <p:spPr>
            <a:xfrm>
              <a:off x="5123550" y="2179400"/>
              <a:ext cx="34000" cy="52400"/>
            </a:xfrm>
            <a:custGeom>
              <a:avLst/>
              <a:gdLst/>
              <a:ahLst/>
              <a:cxnLst/>
              <a:rect l="l" t="t" r="r" b="b"/>
              <a:pathLst>
                <a:path w="1360" h="2096" extrusionOk="0">
                  <a:moveTo>
                    <a:pt x="1" y="0"/>
                  </a:moveTo>
                  <a:lnTo>
                    <a:pt x="1" y="2095"/>
                  </a:lnTo>
                  <a:lnTo>
                    <a:pt x="1360" y="2095"/>
                  </a:lnTo>
                  <a:lnTo>
                    <a:pt x="1360" y="0"/>
                  </a:ln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37"/>
            <p:cNvSpPr/>
            <p:nvPr/>
          </p:nvSpPr>
          <p:spPr>
            <a:xfrm>
              <a:off x="5184050" y="2179400"/>
              <a:ext cx="16900" cy="52400"/>
            </a:xfrm>
            <a:custGeom>
              <a:avLst/>
              <a:gdLst/>
              <a:ahLst/>
              <a:cxnLst/>
              <a:rect l="l" t="t" r="r" b="b"/>
              <a:pathLst>
                <a:path w="676" h="2096" extrusionOk="0">
                  <a:moveTo>
                    <a:pt x="0" y="0"/>
                  </a:moveTo>
                  <a:lnTo>
                    <a:pt x="0" y="2095"/>
                  </a:lnTo>
                  <a:lnTo>
                    <a:pt x="675" y="2095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7"/>
            <p:cNvSpPr/>
            <p:nvPr/>
          </p:nvSpPr>
          <p:spPr>
            <a:xfrm>
              <a:off x="5242125" y="2422875"/>
              <a:ext cx="16900" cy="35525"/>
            </a:xfrm>
            <a:custGeom>
              <a:avLst/>
              <a:gdLst/>
              <a:ahLst/>
              <a:cxnLst/>
              <a:rect l="l" t="t" r="r" b="b"/>
              <a:pathLst>
                <a:path w="676" h="1421" extrusionOk="0">
                  <a:moveTo>
                    <a:pt x="0" y="0"/>
                  </a:moveTo>
                  <a:lnTo>
                    <a:pt x="0" y="1420"/>
                  </a:lnTo>
                  <a:lnTo>
                    <a:pt x="675" y="1420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7"/>
            <p:cNvSpPr/>
            <p:nvPr/>
          </p:nvSpPr>
          <p:spPr>
            <a:xfrm>
              <a:off x="5137150" y="2432300"/>
              <a:ext cx="33975" cy="26100"/>
            </a:xfrm>
            <a:custGeom>
              <a:avLst/>
              <a:gdLst/>
              <a:ahLst/>
              <a:cxnLst/>
              <a:rect l="l" t="t" r="r" b="b"/>
              <a:pathLst>
                <a:path w="1359" h="1044" extrusionOk="0">
                  <a:moveTo>
                    <a:pt x="0" y="0"/>
                  </a:moveTo>
                  <a:lnTo>
                    <a:pt x="0" y="1043"/>
                  </a:lnTo>
                  <a:lnTo>
                    <a:pt x="1359" y="1043"/>
                  </a:lnTo>
                  <a:lnTo>
                    <a:pt x="1359" y="0"/>
                  </a:ln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7"/>
            <p:cNvSpPr/>
            <p:nvPr/>
          </p:nvSpPr>
          <p:spPr>
            <a:xfrm>
              <a:off x="5140650" y="2310000"/>
              <a:ext cx="33775" cy="26325"/>
            </a:xfrm>
            <a:custGeom>
              <a:avLst/>
              <a:gdLst/>
              <a:ahLst/>
              <a:cxnLst/>
              <a:rect l="l" t="t" r="r" b="b"/>
              <a:pathLst>
                <a:path w="1351" h="1053" extrusionOk="0">
                  <a:moveTo>
                    <a:pt x="1" y="1"/>
                  </a:moveTo>
                  <a:lnTo>
                    <a:pt x="1" y="1053"/>
                  </a:lnTo>
                  <a:lnTo>
                    <a:pt x="1350" y="1053"/>
                  </a:lnTo>
                  <a:lnTo>
                    <a:pt x="1350" y="1"/>
                  </a:ln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7"/>
            <p:cNvSpPr/>
            <p:nvPr/>
          </p:nvSpPr>
          <p:spPr>
            <a:xfrm>
              <a:off x="3927450" y="2373775"/>
              <a:ext cx="171850" cy="208650"/>
            </a:xfrm>
            <a:custGeom>
              <a:avLst/>
              <a:gdLst/>
              <a:ahLst/>
              <a:cxnLst/>
              <a:rect l="l" t="t" r="r" b="b"/>
              <a:pathLst>
                <a:path w="6874" h="8346" extrusionOk="0">
                  <a:moveTo>
                    <a:pt x="1" y="1"/>
                  </a:moveTo>
                  <a:lnTo>
                    <a:pt x="1" y="7478"/>
                  </a:lnTo>
                  <a:cubicBezTo>
                    <a:pt x="1" y="7960"/>
                    <a:pt x="395" y="8346"/>
                    <a:pt x="877" y="8346"/>
                  </a:cubicBezTo>
                  <a:lnTo>
                    <a:pt x="6005" y="8346"/>
                  </a:lnTo>
                  <a:cubicBezTo>
                    <a:pt x="6479" y="8346"/>
                    <a:pt x="6873" y="7960"/>
                    <a:pt x="6873" y="7478"/>
                  </a:cubicBezTo>
                  <a:lnTo>
                    <a:pt x="6873" y="1"/>
                  </a:ln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7"/>
            <p:cNvSpPr/>
            <p:nvPr/>
          </p:nvSpPr>
          <p:spPr>
            <a:xfrm>
              <a:off x="3927450" y="2528275"/>
              <a:ext cx="171850" cy="54150"/>
            </a:xfrm>
            <a:custGeom>
              <a:avLst/>
              <a:gdLst/>
              <a:ahLst/>
              <a:cxnLst/>
              <a:rect l="l" t="t" r="r" b="b"/>
              <a:pathLst>
                <a:path w="6874" h="2166" extrusionOk="0">
                  <a:moveTo>
                    <a:pt x="1" y="1"/>
                  </a:moveTo>
                  <a:lnTo>
                    <a:pt x="1" y="1298"/>
                  </a:lnTo>
                  <a:cubicBezTo>
                    <a:pt x="1" y="1780"/>
                    <a:pt x="395" y="2166"/>
                    <a:pt x="877" y="2166"/>
                  </a:cubicBezTo>
                  <a:lnTo>
                    <a:pt x="6005" y="2166"/>
                  </a:lnTo>
                  <a:cubicBezTo>
                    <a:pt x="6479" y="2166"/>
                    <a:pt x="6873" y="1780"/>
                    <a:pt x="6873" y="1298"/>
                  </a:cubicBezTo>
                  <a:lnTo>
                    <a:pt x="6873" y="1"/>
                  </a:lnTo>
                  <a:close/>
                </a:path>
              </a:pathLst>
            </a:custGeom>
            <a:solidFill>
              <a:schemeClr val="lt1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7"/>
            <p:cNvSpPr/>
            <p:nvPr/>
          </p:nvSpPr>
          <p:spPr>
            <a:xfrm>
              <a:off x="3927450" y="2412800"/>
              <a:ext cx="171850" cy="37925"/>
            </a:xfrm>
            <a:custGeom>
              <a:avLst/>
              <a:gdLst/>
              <a:ahLst/>
              <a:cxnLst/>
              <a:rect l="l" t="t" r="r" b="b"/>
              <a:pathLst>
                <a:path w="6874" h="1517" extrusionOk="0">
                  <a:moveTo>
                    <a:pt x="1" y="0"/>
                  </a:moveTo>
                  <a:lnTo>
                    <a:pt x="1" y="1517"/>
                  </a:lnTo>
                  <a:lnTo>
                    <a:pt x="6873" y="1517"/>
                  </a:lnTo>
                  <a:lnTo>
                    <a:pt x="6873" y="0"/>
                  </a:lnTo>
                  <a:close/>
                </a:path>
              </a:pathLst>
            </a:custGeom>
            <a:solidFill>
              <a:schemeClr val="accent3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7"/>
            <p:cNvSpPr/>
            <p:nvPr/>
          </p:nvSpPr>
          <p:spPr>
            <a:xfrm>
              <a:off x="3927450" y="2281950"/>
              <a:ext cx="171850" cy="98000"/>
            </a:xfrm>
            <a:custGeom>
              <a:avLst/>
              <a:gdLst/>
              <a:ahLst/>
              <a:cxnLst/>
              <a:rect l="l" t="t" r="r" b="b"/>
              <a:pathLst>
                <a:path w="6874" h="3920" extrusionOk="0">
                  <a:moveTo>
                    <a:pt x="877" y="1"/>
                  </a:moveTo>
                  <a:cubicBezTo>
                    <a:pt x="395" y="1"/>
                    <a:pt x="1" y="387"/>
                    <a:pt x="1" y="869"/>
                  </a:cubicBezTo>
                  <a:lnTo>
                    <a:pt x="1" y="3919"/>
                  </a:lnTo>
                  <a:lnTo>
                    <a:pt x="6873" y="3919"/>
                  </a:lnTo>
                  <a:lnTo>
                    <a:pt x="6873" y="869"/>
                  </a:lnTo>
                  <a:cubicBezTo>
                    <a:pt x="6864" y="387"/>
                    <a:pt x="6479" y="1"/>
                    <a:pt x="5997" y="1"/>
                  </a:cubicBez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7"/>
            <p:cNvSpPr/>
            <p:nvPr/>
          </p:nvSpPr>
          <p:spPr>
            <a:xfrm>
              <a:off x="3927450" y="2337850"/>
              <a:ext cx="171850" cy="42100"/>
            </a:xfrm>
            <a:custGeom>
              <a:avLst/>
              <a:gdLst/>
              <a:ahLst/>
              <a:cxnLst/>
              <a:rect l="l" t="t" r="r" b="b"/>
              <a:pathLst>
                <a:path w="6874" h="1684" extrusionOk="0">
                  <a:moveTo>
                    <a:pt x="1" y="0"/>
                  </a:moveTo>
                  <a:lnTo>
                    <a:pt x="1" y="1683"/>
                  </a:lnTo>
                  <a:lnTo>
                    <a:pt x="6873" y="1683"/>
                  </a:lnTo>
                  <a:lnTo>
                    <a:pt x="6873" y="0"/>
                  </a:lnTo>
                  <a:close/>
                </a:path>
              </a:pathLst>
            </a:custGeom>
            <a:solidFill>
              <a:schemeClr val="accent3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7"/>
            <p:cNvSpPr/>
            <p:nvPr/>
          </p:nvSpPr>
          <p:spPr>
            <a:xfrm>
              <a:off x="3912125" y="2361725"/>
              <a:ext cx="202500" cy="24350"/>
            </a:xfrm>
            <a:custGeom>
              <a:avLst/>
              <a:gdLst/>
              <a:ahLst/>
              <a:cxnLst/>
              <a:rect l="l" t="t" r="r" b="b"/>
              <a:pathLst>
                <a:path w="8100" h="974" extrusionOk="0">
                  <a:moveTo>
                    <a:pt x="228" y="1"/>
                  </a:moveTo>
                  <a:cubicBezTo>
                    <a:pt x="96" y="1"/>
                    <a:pt x="0" y="106"/>
                    <a:pt x="0" y="228"/>
                  </a:cubicBezTo>
                  <a:lnTo>
                    <a:pt x="0" y="746"/>
                  </a:lnTo>
                  <a:cubicBezTo>
                    <a:pt x="0" y="868"/>
                    <a:pt x="96" y="974"/>
                    <a:pt x="228" y="974"/>
                  </a:cubicBezTo>
                  <a:lnTo>
                    <a:pt x="7872" y="974"/>
                  </a:lnTo>
                  <a:cubicBezTo>
                    <a:pt x="7995" y="974"/>
                    <a:pt x="8100" y="868"/>
                    <a:pt x="8100" y="746"/>
                  </a:cubicBezTo>
                  <a:lnTo>
                    <a:pt x="8100" y="228"/>
                  </a:lnTo>
                  <a:cubicBezTo>
                    <a:pt x="8100" y="106"/>
                    <a:pt x="7995" y="1"/>
                    <a:pt x="7872" y="1"/>
                  </a:cubicBez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7"/>
            <p:cNvSpPr/>
            <p:nvPr/>
          </p:nvSpPr>
          <p:spPr>
            <a:xfrm>
              <a:off x="4038350" y="1584425"/>
              <a:ext cx="357225" cy="264075"/>
            </a:xfrm>
            <a:custGeom>
              <a:avLst/>
              <a:gdLst/>
              <a:ahLst/>
              <a:cxnLst/>
              <a:rect l="l" t="t" r="r" b="b"/>
              <a:pathLst>
                <a:path w="14289" h="10563" extrusionOk="0">
                  <a:moveTo>
                    <a:pt x="754" y="0"/>
                  </a:moveTo>
                  <a:cubicBezTo>
                    <a:pt x="342" y="0"/>
                    <a:pt x="0" y="333"/>
                    <a:pt x="0" y="754"/>
                  </a:cubicBezTo>
                  <a:lnTo>
                    <a:pt x="0" y="9809"/>
                  </a:lnTo>
                  <a:cubicBezTo>
                    <a:pt x="0" y="10230"/>
                    <a:pt x="342" y="10563"/>
                    <a:pt x="754" y="10563"/>
                  </a:cubicBezTo>
                  <a:lnTo>
                    <a:pt x="13535" y="10563"/>
                  </a:lnTo>
                  <a:cubicBezTo>
                    <a:pt x="13947" y="10563"/>
                    <a:pt x="14289" y="10230"/>
                    <a:pt x="14289" y="9809"/>
                  </a:cubicBezTo>
                  <a:lnTo>
                    <a:pt x="14289" y="754"/>
                  </a:lnTo>
                  <a:cubicBezTo>
                    <a:pt x="14289" y="333"/>
                    <a:pt x="13947" y="0"/>
                    <a:pt x="13535" y="0"/>
                  </a:cubicBezTo>
                  <a:close/>
                </a:path>
              </a:pathLst>
            </a:custGeom>
            <a:solidFill>
              <a:schemeClr val="accent3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7"/>
            <p:cNvSpPr/>
            <p:nvPr/>
          </p:nvSpPr>
          <p:spPr>
            <a:xfrm>
              <a:off x="4041200" y="1563600"/>
              <a:ext cx="357000" cy="264100"/>
            </a:xfrm>
            <a:custGeom>
              <a:avLst/>
              <a:gdLst/>
              <a:ahLst/>
              <a:cxnLst/>
              <a:rect l="l" t="t" r="r" b="b"/>
              <a:pathLst>
                <a:path w="14280" h="10564" extrusionOk="0">
                  <a:moveTo>
                    <a:pt x="754" y="0"/>
                  </a:moveTo>
                  <a:cubicBezTo>
                    <a:pt x="333" y="0"/>
                    <a:pt x="0" y="333"/>
                    <a:pt x="0" y="754"/>
                  </a:cubicBezTo>
                  <a:lnTo>
                    <a:pt x="0" y="9809"/>
                  </a:lnTo>
                  <a:cubicBezTo>
                    <a:pt x="0" y="10230"/>
                    <a:pt x="333" y="10563"/>
                    <a:pt x="754" y="10563"/>
                  </a:cubicBezTo>
                  <a:lnTo>
                    <a:pt x="13535" y="10563"/>
                  </a:lnTo>
                  <a:cubicBezTo>
                    <a:pt x="13947" y="10563"/>
                    <a:pt x="14280" y="10230"/>
                    <a:pt x="14280" y="9809"/>
                  </a:cubicBezTo>
                  <a:lnTo>
                    <a:pt x="14280" y="754"/>
                  </a:lnTo>
                  <a:cubicBezTo>
                    <a:pt x="14280" y="333"/>
                    <a:pt x="13947" y="0"/>
                    <a:pt x="13535" y="0"/>
                  </a:cubicBez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7"/>
            <p:cNvSpPr/>
            <p:nvPr/>
          </p:nvSpPr>
          <p:spPr>
            <a:xfrm>
              <a:off x="4074950" y="1592075"/>
              <a:ext cx="289500" cy="206900"/>
            </a:xfrm>
            <a:custGeom>
              <a:avLst/>
              <a:gdLst/>
              <a:ahLst/>
              <a:cxnLst/>
              <a:rect l="l" t="t" r="r" b="b"/>
              <a:pathLst>
                <a:path w="11580" h="8276" extrusionOk="0">
                  <a:moveTo>
                    <a:pt x="754" y="1"/>
                  </a:moveTo>
                  <a:cubicBezTo>
                    <a:pt x="333" y="1"/>
                    <a:pt x="0" y="334"/>
                    <a:pt x="0" y="755"/>
                  </a:cubicBezTo>
                  <a:lnTo>
                    <a:pt x="0" y="7531"/>
                  </a:lnTo>
                  <a:cubicBezTo>
                    <a:pt x="0" y="7943"/>
                    <a:pt x="333" y="8276"/>
                    <a:pt x="754" y="8276"/>
                  </a:cubicBezTo>
                  <a:lnTo>
                    <a:pt x="10826" y="8276"/>
                  </a:lnTo>
                  <a:cubicBezTo>
                    <a:pt x="11247" y="8276"/>
                    <a:pt x="11580" y="7943"/>
                    <a:pt x="11580" y="7531"/>
                  </a:cubicBezTo>
                  <a:lnTo>
                    <a:pt x="11580" y="755"/>
                  </a:lnTo>
                  <a:cubicBezTo>
                    <a:pt x="11580" y="334"/>
                    <a:pt x="11247" y="1"/>
                    <a:pt x="10826" y="1"/>
                  </a:cubicBezTo>
                  <a:close/>
                </a:path>
              </a:pathLst>
            </a:custGeom>
            <a:solidFill>
              <a:schemeClr val="lt1"/>
            </a:solidFill>
            <a:ln w="43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7"/>
            <p:cNvSpPr/>
            <p:nvPr/>
          </p:nvSpPr>
          <p:spPr>
            <a:xfrm>
              <a:off x="4143925" y="1620825"/>
              <a:ext cx="145575" cy="149675"/>
            </a:xfrm>
            <a:custGeom>
              <a:avLst/>
              <a:gdLst/>
              <a:ahLst/>
              <a:cxnLst/>
              <a:rect l="l" t="t" r="r" b="b"/>
              <a:pathLst>
                <a:path w="5823" h="5987" extrusionOk="0">
                  <a:moveTo>
                    <a:pt x="4028" y="1"/>
                  </a:moveTo>
                  <a:cubicBezTo>
                    <a:pt x="3611" y="1"/>
                    <a:pt x="3229" y="146"/>
                    <a:pt x="3027" y="376"/>
                  </a:cubicBezTo>
                  <a:cubicBezTo>
                    <a:pt x="2970" y="438"/>
                    <a:pt x="2885" y="482"/>
                    <a:pt x="2805" y="482"/>
                  </a:cubicBezTo>
                  <a:cubicBezTo>
                    <a:pt x="2750" y="482"/>
                    <a:pt x="2698" y="461"/>
                    <a:pt x="2658" y="411"/>
                  </a:cubicBezTo>
                  <a:cubicBezTo>
                    <a:pt x="2524" y="228"/>
                    <a:pt x="2219" y="119"/>
                    <a:pt x="1863" y="119"/>
                  </a:cubicBezTo>
                  <a:cubicBezTo>
                    <a:pt x="1060" y="119"/>
                    <a:pt x="0" y="675"/>
                    <a:pt x="55" y="2199"/>
                  </a:cubicBezTo>
                  <a:cubicBezTo>
                    <a:pt x="72" y="2953"/>
                    <a:pt x="327" y="3672"/>
                    <a:pt x="774" y="4277"/>
                  </a:cubicBezTo>
                  <a:cubicBezTo>
                    <a:pt x="818" y="4330"/>
                    <a:pt x="835" y="4400"/>
                    <a:pt x="818" y="4470"/>
                  </a:cubicBezTo>
                  <a:cubicBezTo>
                    <a:pt x="688" y="5075"/>
                    <a:pt x="413" y="5987"/>
                    <a:pt x="1238" y="5987"/>
                  </a:cubicBezTo>
                  <a:cubicBezTo>
                    <a:pt x="1249" y="5987"/>
                    <a:pt x="1261" y="5987"/>
                    <a:pt x="1273" y="5986"/>
                  </a:cubicBezTo>
                  <a:cubicBezTo>
                    <a:pt x="2203" y="5951"/>
                    <a:pt x="2045" y="4917"/>
                    <a:pt x="3018" y="4891"/>
                  </a:cubicBezTo>
                  <a:cubicBezTo>
                    <a:pt x="3034" y="4890"/>
                    <a:pt x="3049" y="4890"/>
                    <a:pt x="3064" y="4890"/>
                  </a:cubicBezTo>
                  <a:cubicBezTo>
                    <a:pt x="3921" y="4890"/>
                    <a:pt x="4019" y="5829"/>
                    <a:pt x="4742" y="5829"/>
                  </a:cubicBezTo>
                  <a:cubicBezTo>
                    <a:pt x="4751" y="5829"/>
                    <a:pt x="4761" y="5829"/>
                    <a:pt x="4771" y="5828"/>
                  </a:cubicBezTo>
                  <a:cubicBezTo>
                    <a:pt x="5499" y="5802"/>
                    <a:pt x="5332" y="4899"/>
                    <a:pt x="5183" y="4312"/>
                  </a:cubicBezTo>
                  <a:cubicBezTo>
                    <a:pt x="5165" y="4242"/>
                    <a:pt x="5174" y="4172"/>
                    <a:pt x="5218" y="4119"/>
                  </a:cubicBezTo>
                  <a:cubicBezTo>
                    <a:pt x="5621" y="3488"/>
                    <a:pt x="5823" y="2743"/>
                    <a:pt x="5788" y="1989"/>
                  </a:cubicBezTo>
                  <a:cubicBezTo>
                    <a:pt x="5736" y="525"/>
                    <a:pt x="4819" y="1"/>
                    <a:pt x="4028" y="1"/>
                  </a:cubicBez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7"/>
            <p:cNvSpPr/>
            <p:nvPr/>
          </p:nvSpPr>
          <p:spPr>
            <a:xfrm>
              <a:off x="5071625" y="1392450"/>
              <a:ext cx="241750" cy="241725"/>
            </a:xfrm>
            <a:custGeom>
              <a:avLst/>
              <a:gdLst/>
              <a:ahLst/>
              <a:cxnLst/>
              <a:rect l="l" t="t" r="r" b="b"/>
              <a:pathLst>
                <a:path w="9670" h="9669" extrusionOk="0">
                  <a:moveTo>
                    <a:pt x="4839" y="0"/>
                  </a:moveTo>
                  <a:cubicBezTo>
                    <a:pt x="2165" y="0"/>
                    <a:pt x="0" y="2165"/>
                    <a:pt x="0" y="4839"/>
                  </a:cubicBezTo>
                  <a:cubicBezTo>
                    <a:pt x="0" y="7504"/>
                    <a:pt x="2165" y="9669"/>
                    <a:pt x="4839" y="9669"/>
                  </a:cubicBezTo>
                  <a:cubicBezTo>
                    <a:pt x="7504" y="9669"/>
                    <a:pt x="9669" y="7504"/>
                    <a:pt x="9669" y="4839"/>
                  </a:cubicBezTo>
                  <a:cubicBezTo>
                    <a:pt x="9669" y="2165"/>
                    <a:pt x="7504" y="0"/>
                    <a:pt x="4839" y="0"/>
                  </a:cubicBezTo>
                  <a:close/>
                </a:path>
              </a:pathLst>
            </a:custGeom>
            <a:solidFill>
              <a:schemeClr val="accent3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7"/>
            <p:cNvSpPr/>
            <p:nvPr/>
          </p:nvSpPr>
          <p:spPr>
            <a:xfrm>
              <a:off x="5071625" y="1367450"/>
              <a:ext cx="241750" cy="241525"/>
            </a:xfrm>
            <a:custGeom>
              <a:avLst/>
              <a:gdLst/>
              <a:ahLst/>
              <a:cxnLst/>
              <a:rect l="l" t="t" r="r" b="b"/>
              <a:pathLst>
                <a:path w="9670" h="9661" extrusionOk="0">
                  <a:moveTo>
                    <a:pt x="4839" y="1"/>
                  </a:moveTo>
                  <a:cubicBezTo>
                    <a:pt x="2165" y="1"/>
                    <a:pt x="0" y="2166"/>
                    <a:pt x="0" y="4831"/>
                  </a:cubicBezTo>
                  <a:cubicBezTo>
                    <a:pt x="0" y="7504"/>
                    <a:pt x="2165" y="9661"/>
                    <a:pt x="4839" y="9661"/>
                  </a:cubicBezTo>
                  <a:cubicBezTo>
                    <a:pt x="7504" y="9661"/>
                    <a:pt x="9669" y="7504"/>
                    <a:pt x="9669" y="4831"/>
                  </a:cubicBezTo>
                  <a:cubicBezTo>
                    <a:pt x="9669" y="2166"/>
                    <a:pt x="7504" y="1"/>
                    <a:pt x="4839" y="1"/>
                  </a:cubicBezTo>
                  <a:close/>
                </a:path>
              </a:pathLst>
            </a:custGeom>
            <a:solidFill>
              <a:srgbClr val="FFFFFF"/>
            </a:solidFill>
            <a:ln w="547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7"/>
            <p:cNvSpPr/>
            <p:nvPr/>
          </p:nvSpPr>
          <p:spPr>
            <a:xfrm>
              <a:off x="5111950" y="1407775"/>
              <a:ext cx="161100" cy="161100"/>
            </a:xfrm>
            <a:custGeom>
              <a:avLst/>
              <a:gdLst/>
              <a:ahLst/>
              <a:cxnLst/>
              <a:rect l="l" t="t" r="r" b="b"/>
              <a:pathLst>
                <a:path w="6444" h="6444" extrusionOk="0">
                  <a:moveTo>
                    <a:pt x="3226" y="1"/>
                  </a:moveTo>
                  <a:cubicBezTo>
                    <a:pt x="1447" y="1"/>
                    <a:pt x="0" y="1438"/>
                    <a:pt x="0" y="3218"/>
                  </a:cubicBezTo>
                  <a:cubicBezTo>
                    <a:pt x="0" y="4997"/>
                    <a:pt x="1447" y="6444"/>
                    <a:pt x="3226" y="6444"/>
                  </a:cubicBezTo>
                  <a:cubicBezTo>
                    <a:pt x="5006" y="6444"/>
                    <a:pt x="6443" y="4997"/>
                    <a:pt x="6443" y="3218"/>
                  </a:cubicBezTo>
                  <a:cubicBezTo>
                    <a:pt x="6443" y="1438"/>
                    <a:pt x="5006" y="1"/>
                    <a:pt x="3226" y="1"/>
                  </a:cubicBezTo>
                  <a:close/>
                </a:path>
              </a:pathLst>
            </a:custGeom>
            <a:solidFill>
              <a:schemeClr val="accent3"/>
            </a:solidFill>
            <a:ln w="3725" cap="flat" cmpd="sng">
              <a:solidFill>
                <a:schemeClr val="accent3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7"/>
            <p:cNvSpPr/>
            <p:nvPr/>
          </p:nvSpPr>
          <p:spPr>
            <a:xfrm>
              <a:off x="5181200" y="1511450"/>
              <a:ext cx="23025" cy="11400"/>
            </a:xfrm>
            <a:custGeom>
              <a:avLst/>
              <a:gdLst/>
              <a:ahLst/>
              <a:cxnLst/>
              <a:rect l="l" t="t" r="r" b="b"/>
              <a:pathLst>
                <a:path w="921" h="456" fill="none" extrusionOk="0">
                  <a:moveTo>
                    <a:pt x="868" y="0"/>
                  </a:moveTo>
                  <a:cubicBezTo>
                    <a:pt x="868" y="0"/>
                    <a:pt x="921" y="447"/>
                    <a:pt x="456" y="456"/>
                  </a:cubicBezTo>
                  <a:cubicBezTo>
                    <a:pt x="0" y="456"/>
                    <a:pt x="44" y="0"/>
                    <a:pt x="44" y="0"/>
                  </a:cubicBezTo>
                </a:path>
              </a:pathLst>
            </a:custGeom>
            <a:solidFill>
              <a:schemeClr val="dk2"/>
            </a:solidFill>
            <a:ln w="35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7"/>
            <p:cNvSpPr/>
            <p:nvPr/>
          </p:nvSpPr>
          <p:spPr>
            <a:xfrm>
              <a:off x="5117200" y="1485800"/>
              <a:ext cx="20850" cy="17700"/>
            </a:xfrm>
            <a:custGeom>
              <a:avLst/>
              <a:gdLst/>
              <a:ahLst/>
              <a:cxnLst/>
              <a:rect l="l" t="t" r="r" b="b"/>
              <a:pathLst>
                <a:path w="834" h="708" extrusionOk="0">
                  <a:moveTo>
                    <a:pt x="489" y="0"/>
                  </a:moveTo>
                  <a:cubicBezTo>
                    <a:pt x="484" y="0"/>
                    <a:pt x="479" y="0"/>
                    <a:pt x="474" y="0"/>
                  </a:cubicBezTo>
                  <a:cubicBezTo>
                    <a:pt x="158" y="0"/>
                    <a:pt x="1" y="377"/>
                    <a:pt x="220" y="605"/>
                  </a:cubicBezTo>
                  <a:cubicBezTo>
                    <a:pt x="293" y="676"/>
                    <a:pt x="382" y="707"/>
                    <a:pt x="470" y="707"/>
                  </a:cubicBezTo>
                  <a:cubicBezTo>
                    <a:pt x="655" y="707"/>
                    <a:pt x="833" y="565"/>
                    <a:pt x="833" y="351"/>
                  </a:cubicBezTo>
                  <a:cubicBezTo>
                    <a:pt x="833" y="163"/>
                    <a:pt x="675" y="0"/>
                    <a:pt x="4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7"/>
            <p:cNvSpPr/>
            <p:nvPr/>
          </p:nvSpPr>
          <p:spPr>
            <a:xfrm>
              <a:off x="5245625" y="1485125"/>
              <a:ext cx="20175" cy="17825"/>
            </a:xfrm>
            <a:custGeom>
              <a:avLst/>
              <a:gdLst/>
              <a:ahLst/>
              <a:cxnLst/>
              <a:rect l="l" t="t" r="r" b="b"/>
              <a:pathLst>
                <a:path w="807" h="713" extrusionOk="0">
                  <a:moveTo>
                    <a:pt x="404" y="0"/>
                  </a:moveTo>
                  <a:cubicBezTo>
                    <a:pt x="257" y="0"/>
                    <a:pt x="119" y="91"/>
                    <a:pt x="71" y="238"/>
                  </a:cubicBezTo>
                  <a:cubicBezTo>
                    <a:pt x="0" y="422"/>
                    <a:pt x="97" y="624"/>
                    <a:pt x="290" y="694"/>
                  </a:cubicBezTo>
                  <a:cubicBezTo>
                    <a:pt x="327" y="706"/>
                    <a:pt x="365" y="712"/>
                    <a:pt x="403" y="712"/>
                  </a:cubicBezTo>
                  <a:cubicBezTo>
                    <a:pt x="550" y="712"/>
                    <a:pt x="688" y="621"/>
                    <a:pt x="737" y="474"/>
                  </a:cubicBezTo>
                  <a:cubicBezTo>
                    <a:pt x="807" y="290"/>
                    <a:pt x="710" y="89"/>
                    <a:pt x="518" y="19"/>
                  </a:cubicBezTo>
                  <a:cubicBezTo>
                    <a:pt x="480" y="6"/>
                    <a:pt x="442" y="0"/>
                    <a:pt x="4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6" name="Google Shape;1596;p37"/>
          <p:cNvSpPr txBox="1"/>
          <p:nvPr/>
        </p:nvSpPr>
        <p:spPr>
          <a:xfrm>
            <a:off x="6674700" y="1845183"/>
            <a:ext cx="2012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Saturn is the ringed one and a gas giant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7" name="Google Shape;1597;p37"/>
          <p:cNvSpPr txBox="1"/>
          <p:nvPr/>
        </p:nvSpPr>
        <p:spPr>
          <a:xfrm>
            <a:off x="6674248" y="1565537"/>
            <a:ext cx="20121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DRILLS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98" name="Google Shape;1598;p37"/>
          <p:cNvSpPr txBox="1"/>
          <p:nvPr/>
        </p:nvSpPr>
        <p:spPr>
          <a:xfrm>
            <a:off x="457650" y="3570749"/>
            <a:ext cx="2012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9" name="Google Shape;1599;p37"/>
          <p:cNvSpPr txBox="1"/>
          <p:nvPr/>
        </p:nvSpPr>
        <p:spPr>
          <a:xfrm>
            <a:off x="457203" y="3291101"/>
            <a:ext cx="20121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ODONTOLOGIC CHAIR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600" name="Google Shape;1600;p37"/>
          <p:cNvSpPr txBox="1"/>
          <p:nvPr/>
        </p:nvSpPr>
        <p:spPr>
          <a:xfrm>
            <a:off x="457650" y="1845179"/>
            <a:ext cx="2012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1" name="Google Shape;1601;p37"/>
          <p:cNvSpPr txBox="1"/>
          <p:nvPr/>
        </p:nvSpPr>
        <p:spPr>
          <a:xfrm>
            <a:off x="457203" y="1565531"/>
            <a:ext cx="20121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LIGHTS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cxnSp>
        <p:nvCxnSpPr>
          <p:cNvPr id="1602" name="Google Shape;1602;p37"/>
          <p:cNvCxnSpPr>
            <a:stCxn id="1601" idx="3"/>
          </p:cNvCxnSpPr>
          <p:nvPr/>
        </p:nvCxnSpPr>
        <p:spPr>
          <a:xfrm rot="10800000" flipH="1">
            <a:off x="2469303" y="1654631"/>
            <a:ext cx="1477500" cy="115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603" name="Google Shape;1603;p37"/>
          <p:cNvCxnSpPr>
            <a:stCxn id="1599" idx="3"/>
          </p:cNvCxnSpPr>
          <p:nvPr/>
        </p:nvCxnSpPr>
        <p:spPr>
          <a:xfrm>
            <a:off x="2469303" y="3495401"/>
            <a:ext cx="1797000" cy="406200"/>
          </a:xfrm>
          <a:prstGeom prst="bentConnector3">
            <a:avLst>
              <a:gd name="adj1" fmla="val 2888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604" name="Google Shape;1604;p37"/>
          <p:cNvCxnSpPr>
            <a:endCxn id="1514" idx="1"/>
          </p:cNvCxnSpPr>
          <p:nvPr/>
        </p:nvCxnSpPr>
        <p:spPr>
          <a:xfrm>
            <a:off x="4627348" y="2757407"/>
            <a:ext cx="2046900" cy="738000"/>
          </a:xfrm>
          <a:prstGeom prst="bentConnector3">
            <a:avLst>
              <a:gd name="adj1" fmla="val 31718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605" name="Google Shape;1605;p37"/>
          <p:cNvCxnSpPr>
            <a:stCxn id="1597" idx="1"/>
          </p:cNvCxnSpPr>
          <p:nvPr/>
        </p:nvCxnSpPr>
        <p:spPr>
          <a:xfrm flipH="1">
            <a:off x="5791948" y="1769837"/>
            <a:ext cx="882300" cy="709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39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Dental Infographics</a:t>
            </a:r>
            <a:endParaRPr/>
          </a:p>
        </p:txBody>
      </p:sp>
      <p:sp>
        <p:nvSpPr>
          <p:cNvPr id="1682" name="Google Shape;1682;p39"/>
          <p:cNvSpPr/>
          <p:nvPr/>
        </p:nvSpPr>
        <p:spPr>
          <a:xfrm>
            <a:off x="11005579" y="188912"/>
            <a:ext cx="53766" cy="6086"/>
          </a:xfrm>
          <a:custGeom>
            <a:avLst/>
            <a:gdLst/>
            <a:ahLst/>
            <a:cxnLst/>
            <a:rect l="l" t="t" r="r" b="b"/>
            <a:pathLst>
              <a:path w="1113" h="126" extrusionOk="0">
                <a:moveTo>
                  <a:pt x="66" y="1"/>
                </a:moveTo>
                <a:cubicBezTo>
                  <a:pt x="30" y="1"/>
                  <a:pt x="1" y="30"/>
                  <a:pt x="1" y="66"/>
                </a:cubicBezTo>
                <a:cubicBezTo>
                  <a:pt x="1" y="95"/>
                  <a:pt x="30" y="125"/>
                  <a:pt x="66" y="125"/>
                </a:cubicBezTo>
                <a:lnTo>
                  <a:pt x="1047" y="125"/>
                </a:lnTo>
                <a:cubicBezTo>
                  <a:pt x="1083" y="125"/>
                  <a:pt x="1106" y="95"/>
                  <a:pt x="1112" y="66"/>
                </a:cubicBezTo>
                <a:cubicBezTo>
                  <a:pt x="1112" y="30"/>
                  <a:pt x="1083" y="1"/>
                  <a:pt x="1047" y="1"/>
                </a:cubicBezTo>
                <a:close/>
              </a:path>
            </a:pathLst>
          </a:custGeom>
          <a:solidFill>
            <a:srgbClr val="56BA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3" name="Google Shape;1683;p39"/>
          <p:cNvSpPr/>
          <p:nvPr/>
        </p:nvSpPr>
        <p:spPr>
          <a:xfrm>
            <a:off x="11005579" y="197800"/>
            <a:ext cx="53766" cy="6038"/>
          </a:xfrm>
          <a:custGeom>
            <a:avLst/>
            <a:gdLst/>
            <a:ahLst/>
            <a:cxnLst/>
            <a:rect l="l" t="t" r="r" b="b"/>
            <a:pathLst>
              <a:path w="1113" h="125" extrusionOk="0">
                <a:moveTo>
                  <a:pt x="66" y="0"/>
                </a:moveTo>
                <a:cubicBezTo>
                  <a:pt x="30" y="0"/>
                  <a:pt x="1" y="24"/>
                  <a:pt x="1" y="59"/>
                </a:cubicBezTo>
                <a:cubicBezTo>
                  <a:pt x="1" y="95"/>
                  <a:pt x="30" y="124"/>
                  <a:pt x="66" y="124"/>
                </a:cubicBezTo>
                <a:lnTo>
                  <a:pt x="1047" y="124"/>
                </a:lnTo>
                <a:cubicBezTo>
                  <a:pt x="1083" y="124"/>
                  <a:pt x="1112" y="95"/>
                  <a:pt x="1112" y="59"/>
                </a:cubicBezTo>
                <a:cubicBezTo>
                  <a:pt x="1112" y="24"/>
                  <a:pt x="1083" y="0"/>
                  <a:pt x="1047" y="0"/>
                </a:cubicBezTo>
                <a:close/>
              </a:path>
            </a:pathLst>
          </a:custGeom>
          <a:solidFill>
            <a:srgbClr val="56BA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4" name="Google Shape;1684;p39"/>
          <p:cNvSpPr txBox="1"/>
          <p:nvPr/>
        </p:nvSpPr>
        <p:spPr>
          <a:xfrm>
            <a:off x="582006" y="3606966"/>
            <a:ext cx="168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It’s the biggest planet in our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5" name="Google Shape;1685;p39"/>
          <p:cNvSpPr txBox="1"/>
          <p:nvPr/>
        </p:nvSpPr>
        <p:spPr>
          <a:xfrm>
            <a:off x="2670851" y="3606966"/>
            <a:ext cx="168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It’s the biggest planet in our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6" name="Google Shape;1686;p39"/>
          <p:cNvSpPr txBox="1"/>
          <p:nvPr/>
        </p:nvSpPr>
        <p:spPr>
          <a:xfrm>
            <a:off x="4759751" y="3606966"/>
            <a:ext cx="168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It’s the biggest planet in our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687" name="Google Shape;1687;p39"/>
          <p:cNvGrpSpPr/>
          <p:nvPr/>
        </p:nvGrpSpPr>
        <p:grpSpPr>
          <a:xfrm>
            <a:off x="991356" y="1477838"/>
            <a:ext cx="870600" cy="730400"/>
            <a:chOff x="1277550" y="1322850"/>
            <a:chExt cx="870600" cy="730400"/>
          </a:xfrm>
        </p:grpSpPr>
        <p:sp>
          <p:nvSpPr>
            <p:cNvPr id="1688" name="Google Shape;1688;p39"/>
            <p:cNvSpPr/>
            <p:nvPr/>
          </p:nvSpPr>
          <p:spPr>
            <a:xfrm>
              <a:off x="1277550" y="1322850"/>
              <a:ext cx="689975" cy="730400"/>
            </a:xfrm>
            <a:custGeom>
              <a:avLst/>
              <a:gdLst/>
              <a:ahLst/>
              <a:cxnLst/>
              <a:rect l="l" t="t" r="r" b="b"/>
              <a:pathLst>
                <a:path w="27599" h="29216" extrusionOk="0">
                  <a:moveTo>
                    <a:pt x="16006" y="1023"/>
                  </a:moveTo>
                  <a:cubicBezTo>
                    <a:pt x="18291" y="1023"/>
                    <a:pt x="20613" y="1911"/>
                    <a:pt x="22419" y="3874"/>
                  </a:cubicBezTo>
                  <a:cubicBezTo>
                    <a:pt x="27599" y="9505"/>
                    <a:pt x="23614" y="18616"/>
                    <a:pt x="15938" y="18616"/>
                  </a:cubicBezTo>
                  <a:cubicBezTo>
                    <a:pt x="15141" y="18616"/>
                    <a:pt x="14344" y="18510"/>
                    <a:pt x="13574" y="18297"/>
                  </a:cubicBezTo>
                  <a:cubicBezTo>
                    <a:pt x="13680" y="17846"/>
                    <a:pt x="13866" y="17261"/>
                    <a:pt x="14078" y="16624"/>
                  </a:cubicBezTo>
                  <a:cubicBezTo>
                    <a:pt x="14902" y="14154"/>
                    <a:pt x="16018" y="10754"/>
                    <a:pt x="13653" y="9266"/>
                  </a:cubicBezTo>
                  <a:cubicBezTo>
                    <a:pt x="12936" y="8762"/>
                    <a:pt x="12086" y="8496"/>
                    <a:pt x="11210" y="8469"/>
                  </a:cubicBezTo>
                  <a:cubicBezTo>
                    <a:pt x="10439" y="8496"/>
                    <a:pt x="9696" y="8682"/>
                    <a:pt x="9005" y="9027"/>
                  </a:cubicBezTo>
                  <a:cubicBezTo>
                    <a:pt x="8686" y="9187"/>
                    <a:pt x="8341" y="9293"/>
                    <a:pt x="7996" y="9346"/>
                  </a:cubicBezTo>
                  <a:cubicBezTo>
                    <a:pt x="7730" y="9293"/>
                    <a:pt x="7438" y="9213"/>
                    <a:pt x="7199" y="9107"/>
                  </a:cubicBezTo>
                  <a:cubicBezTo>
                    <a:pt x="7597" y="4124"/>
                    <a:pt x="11737" y="1023"/>
                    <a:pt x="16006" y="1023"/>
                  </a:cubicBezTo>
                  <a:close/>
                  <a:moveTo>
                    <a:pt x="11183" y="9426"/>
                  </a:moveTo>
                  <a:cubicBezTo>
                    <a:pt x="11900" y="9452"/>
                    <a:pt x="12564" y="9665"/>
                    <a:pt x="13149" y="10063"/>
                  </a:cubicBezTo>
                  <a:cubicBezTo>
                    <a:pt x="14875" y="11152"/>
                    <a:pt x="13893" y="14154"/>
                    <a:pt x="13175" y="16358"/>
                  </a:cubicBezTo>
                  <a:cubicBezTo>
                    <a:pt x="12910" y="17076"/>
                    <a:pt x="12724" y="17819"/>
                    <a:pt x="12591" y="18590"/>
                  </a:cubicBezTo>
                  <a:cubicBezTo>
                    <a:pt x="12538" y="19519"/>
                    <a:pt x="12564" y="20475"/>
                    <a:pt x="12671" y="21405"/>
                  </a:cubicBezTo>
                  <a:cubicBezTo>
                    <a:pt x="12777" y="22760"/>
                    <a:pt x="12883" y="24194"/>
                    <a:pt x="12591" y="25230"/>
                  </a:cubicBezTo>
                  <a:cubicBezTo>
                    <a:pt x="12352" y="26027"/>
                    <a:pt x="11980" y="26744"/>
                    <a:pt x="11449" y="27355"/>
                  </a:cubicBezTo>
                  <a:cubicBezTo>
                    <a:pt x="11582" y="26027"/>
                    <a:pt x="11635" y="24035"/>
                    <a:pt x="11050" y="22468"/>
                  </a:cubicBezTo>
                  <a:cubicBezTo>
                    <a:pt x="10280" y="20343"/>
                    <a:pt x="8899" y="19068"/>
                    <a:pt x="8022" y="19068"/>
                  </a:cubicBezTo>
                  <a:cubicBezTo>
                    <a:pt x="7119" y="19068"/>
                    <a:pt x="5738" y="20343"/>
                    <a:pt x="4968" y="22468"/>
                  </a:cubicBezTo>
                  <a:cubicBezTo>
                    <a:pt x="4410" y="24035"/>
                    <a:pt x="4436" y="26027"/>
                    <a:pt x="4569" y="27355"/>
                  </a:cubicBezTo>
                  <a:cubicBezTo>
                    <a:pt x="4038" y="26744"/>
                    <a:pt x="3666" y="26027"/>
                    <a:pt x="3427" y="25230"/>
                  </a:cubicBezTo>
                  <a:cubicBezTo>
                    <a:pt x="3135" y="24194"/>
                    <a:pt x="3241" y="22760"/>
                    <a:pt x="3347" y="21379"/>
                  </a:cubicBezTo>
                  <a:cubicBezTo>
                    <a:pt x="3454" y="20449"/>
                    <a:pt x="3480" y="19519"/>
                    <a:pt x="3427" y="18590"/>
                  </a:cubicBezTo>
                  <a:cubicBezTo>
                    <a:pt x="3294" y="17819"/>
                    <a:pt x="3108" y="17076"/>
                    <a:pt x="2843" y="16332"/>
                  </a:cubicBezTo>
                  <a:cubicBezTo>
                    <a:pt x="2125" y="14154"/>
                    <a:pt x="1143" y="11152"/>
                    <a:pt x="2869" y="10063"/>
                  </a:cubicBezTo>
                  <a:cubicBezTo>
                    <a:pt x="3454" y="9665"/>
                    <a:pt x="4118" y="9426"/>
                    <a:pt x="4835" y="9426"/>
                  </a:cubicBezTo>
                  <a:cubicBezTo>
                    <a:pt x="5472" y="9452"/>
                    <a:pt x="6083" y="9612"/>
                    <a:pt x="6668" y="9904"/>
                  </a:cubicBezTo>
                  <a:cubicBezTo>
                    <a:pt x="7066" y="10116"/>
                    <a:pt x="7544" y="10249"/>
                    <a:pt x="8022" y="10302"/>
                  </a:cubicBezTo>
                  <a:cubicBezTo>
                    <a:pt x="8474" y="10249"/>
                    <a:pt x="8952" y="10116"/>
                    <a:pt x="9350" y="9904"/>
                  </a:cubicBezTo>
                  <a:cubicBezTo>
                    <a:pt x="9935" y="9612"/>
                    <a:pt x="10546" y="9452"/>
                    <a:pt x="11183" y="9426"/>
                  </a:cubicBezTo>
                  <a:close/>
                  <a:moveTo>
                    <a:pt x="16012" y="0"/>
                  </a:moveTo>
                  <a:cubicBezTo>
                    <a:pt x="11342" y="0"/>
                    <a:pt x="6837" y="3342"/>
                    <a:pt x="6243" y="8708"/>
                  </a:cubicBezTo>
                  <a:cubicBezTo>
                    <a:pt x="5791" y="8549"/>
                    <a:pt x="5313" y="8469"/>
                    <a:pt x="4835" y="8469"/>
                  </a:cubicBezTo>
                  <a:cubicBezTo>
                    <a:pt x="3932" y="8496"/>
                    <a:pt x="3082" y="8762"/>
                    <a:pt x="2365" y="9266"/>
                  </a:cubicBezTo>
                  <a:cubicBezTo>
                    <a:pt x="1" y="10754"/>
                    <a:pt x="1116" y="14154"/>
                    <a:pt x="1940" y="16624"/>
                  </a:cubicBezTo>
                  <a:cubicBezTo>
                    <a:pt x="2179" y="17288"/>
                    <a:pt x="2365" y="17979"/>
                    <a:pt x="2497" y="18669"/>
                  </a:cubicBezTo>
                  <a:cubicBezTo>
                    <a:pt x="2524" y="19572"/>
                    <a:pt x="2497" y="20449"/>
                    <a:pt x="2418" y="21325"/>
                  </a:cubicBezTo>
                  <a:cubicBezTo>
                    <a:pt x="2285" y="22786"/>
                    <a:pt x="2179" y="24300"/>
                    <a:pt x="2497" y="25496"/>
                  </a:cubicBezTo>
                  <a:cubicBezTo>
                    <a:pt x="3055" y="27541"/>
                    <a:pt x="4861" y="29055"/>
                    <a:pt x="4941" y="29108"/>
                  </a:cubicBezTo>
                  <a:cubicBezTo>
                    <a:pt x="5021" y="29188"/>
                    <a:pt x="5127" y="29214"/>
                    <a:pt x="5233" y="29214"/>
                  </a:cubicBezTo>
                  <a:cubicBezTo>
                    <a:pt x="5313" y="29214"/>
                    <a:pt x="5393" y="29188"/>
                    <a:pt x="5472" y="29161"/>
                  </a:cubicBezTo>
                  <a:cubicBezTo>
                    <a:pt x="5632" y="29055"/>
                    <a:pt x="5738" y="28843"/>
                    <a:pt x="5685" y="28657"/>
                  </a:cubicBezTo>
                  <a:cubicBezTo>
                    <a:pt x="5685" y="28630"/>
                    <a:pt x="5021" y="25071"/>
                    <a:pt x="5844" y="22813"/>
                  </a:cubicBezTo>
                  <a:cubicBezTo>
                    <a:pt x="6508" y="20980"/>
                    <a:pt x="7677" y="20024"/>
                    <a:pt x="8022" y="20024"/>
                  </a:cubicBezTo>
                  <a:cubicBezTo>
                    <a:pt x="8341" y="20024"/>
                    <a:pt x="9510" y="20980"/>
                    <a:pt x="10174" y="22813"/>
                  </a:cubicBezTo>
                  <a:cubicBezTo>
                    <a:pt x="10997" y="25071"/>
                    <a:pt x="10333" y="28630"/>
                    <a:pt x="10333" y="28657"/>
                  </a:cubicBezTo>
                  <a:cubicBezTo>
                    <a:pt x="10280" y="28843"/>
                    <a:pt x="10386" y="29055"/>
                    <a:pt x="10546" y="29161"/>
                  </a:cubicBezTo>
                  <a:cubicBezTo>
                    <a:pt x="10627" y="29196"/>
                    <a:pt x="10713" y="29216"/>
                    <a:pt x="10798" y="29216"/>
                  </a:cubicBezTo>
                  <a:cubicBezTo>
                    <a:pt x="10907" y="29216"/>
                    <a:pt x="11014" y="29183"/>
                    <a:pt x="11104" y="29108"/>
                  </a:cubicBezTo>
                  <a:cubicBezTo>
                    <a:pt x="11157" y="29055"/>
                    <a:pt x="12963" y="27541"/>
                    <a:pt x="13521" y="25496"/>
                  </a:cubicBezTo>
                  <a:cubicBezTo>
                    <a:pt x="13839" y="24300"/>
                    <a:pt x="13733" y="22786"/>
                    <a:pt x="13627" y="21325"/>
                  </a:cubicBezTo>
                  <a:cubicBezTo>
                    <a:pt x="13547" y="20608"/>
                    <a:pt x="13494" y="19918"/>
                    <a:pt x="13494" y="19307"/>
                  </a:cubicBezTo>
                  <a:lnTo>
                    <a:pt x="13494" y="19307"/>
                  </a:lnTo>
                  <a:cubicBezTo>
                    <a:pt x="14316" y="19521"/>
                    <a:pt x="15146" y="19625"/>
                    <a:pt x="15966" y="19625"/>
                  </a:cubicBezTo>
                  <a:cubicBezTo>
                    <a:pt x="19412" y="19625"/>
                    <a:pt x="22683" y="17796"/>
                    <a:pt x="24464" y="14685"/>
                  </a:cubicBezTo>
                  <a:cubicBezTo>
                    <a:pt x="26669" y="10860"/>
                    <a:pt x="26005" y="6026"/>
                    <a:pt x="22897" y="2918"/>
                  </a:cubicBezTo>
                  <a:lnTo>
                    <a:pt x="22897" y="2891"/>
                  </a:lnTo>
                  <a:cubicBezTo>
                    <a:pt x="20908" y="902"/>
                    <a:pt x="18438" y="0"/>
                    <a:pt x="160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39"/>
            <p:cNvSpPr/>
            <p:nvPr/>
          </p:nvSpPr>
          <p:spPr>
            <a:xfrm>
              <a:off x="1879850" y="1771650"/>
              <a:ext cx="268300" cy="268300"/>
            </a:xfrm>
            <a:custGeom>
              <a:avLst/>
              <a:gdLst/>
              <a:ahLst/>
              <a:cxnLst/>
              <a:rect l="l" t="t" r="r" b="b"/>
              <a:pathLst>
                <a:path w="10732" h="10732" extrusionOk="0">
                  <a:moveTo>
                    <a:pt x="1249" y="0"/>
                  </a:moveTo>
                  <a:lnTo>
                    <a:pt x="0" y="1249"/>
                  </a:lnTo>
                  <a:lnTo>
                    <a:pt x="9483" y="10731"/>
                  </a:lnTo>
                  <a:lnTo>
                    <a:pt x="10732" y="9483"/>
                  </a:lnTo>
                  <a:lnTo>
                    <a:pt x="12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39"/>
            <p:cNvSpPr/>
            <p:nvPr/>
          </p:nvSpPr>
          <p:spPr>
            <a:xfrm>
              <a:off x="1858600" y="1750400"/>
              <a:ext cx="46500" cy="46500"/>
            </a:xfrm>
            <a:custGeom>
              <a:avLst/>
              <a:gdLst/>
              <a:ahLst/>
              <a:cxnLst/>
              <a:rect l="l" t="t" r="r" b="b"/>
              <a:pathLst>
                <a:path w="1860" h="1860" extrusionOk="0">
                  <a:moveTo>
                    <a:pt x="1249" y="0"/>
                  </a:moveTo>
                  <a:lnTo>
                    <a:pt x="0" y="1249"/>
                  </a:lnTo>
                  <a:lnTo>
                    <a:pt x="611" y="1859"/>
                  </a:lnTo>
                  <a:lnTo>
                    <a:pt x="1860" y="611"/>
                  </a:lnTo>
                  <a:lnTo>
                    <a:pt x="12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39"/>
            <p:cNvSpPr/>
            <p:nvPr/>
          </p:nvSpPr>
          <p:spPr>
            <a:xfrm>
              <a:off x="1839350" y="1730475"/>
              <a:ext cx="46500" cy="47175"/>
            </a:xfrm>
            <a:custGeom>
              <a:avLst/>
              <a:gdLst/>
              <a:ahLst/>
              <a:cxnLst/>
              <a:rect l="l" t="t" r="r" b="b"/>
              <a:pathLst>
                <a:path w="1860" h="1887" extrusionOk="0">
                  <a:moveTo>
                    <a:pt x="1249" y="0"/>
                  </a:moveTo>
                  <a:lnTo>
                    <a:pt x="0" y="1249"/>
                  </a:lnTo>
                  <a:lnTo>
                    <a:pt x="611" y="1886"/>
                  </a:lnTo>
                  <a:lnTo>
                    <a:pt x="1859" y="611"/>
                  </a:lnTo>
                  <a:lnTo>
                    <a:pt x="12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2" name="Google Shape;1692;p39"/>
          <p:cNvSpPr/>
          <p:nvPr/>
        </p:nvSpPr>
        <p:spPr>
          <a:xfrm>
            <a:off x="3314850" y="1481625"/>
            <a:ext cx="553490" cy="297406"/>
          </a:xfrm>
          <a:custGeom>
            <a:avLst/>
            <a:gdLst/>
            <a:ahLst/>
            <a:cxnLst/>
            <a:rect l="l" t="t" r="r" b="b"/>
            <a:pathLst>
              <a:path w="25262" h="13574" extrusionOk="0">
                <a:moveTo>
                  <a:pt x="17797" y="956"/>
                </a:moveTo>
                <a:cubicBezTo>
                  <a:pt x="18992" y="983"/>
                  <a:pt x="20135" y="1381"/>
                  <a:pt x="21117" y="2046"/>
                </a:cubicBezTo>
                <a:cubicBezTo>
                  <a:pt x="24092" y="3931"/>
                  <a:pt x="22472" y="8899"/>
                  <a:pt x="21277" y="12511"/>
                </a:cubicBezTo>
                <a:lnTo>
                  <a:pt x="21277" y="12564"/>
                </a:lnTo>
                <a:lnTo>
                  <a:pt x="4011" y="12564"/>
                </a:lnTo>
                <a:lnTo>
                  <a:pt x="4011" y="12511"/>
                </a:lnTo>
                <a:cubicBezTo>
                  <a:pt x="2816" y="8899"/>
                  <a:pt x="1196" y="3931"/>
                  <a:pt x="4171" y="2046"/>
                </a:cubicBezTo>
                <a:cubicBezTo>
                  <a:pt x="5154" y="1381"/>
                  <a:pt x="6296" y="983"/>
                  <a:pt x="7491" y="956"/>
                </a:cubicBezTo>
                <a:cubicBezTo>
                  <a:pt x="8686" y="956"/>
                  <a:pt x="9669" y="1381"/>
                  <a:pt x="10572" y="1753"/>
                </a:cubicBezTo>
                <a:cubicBezTo>
                  <a:pt x="11289" y="2072"/>
                  <a:pt x="11980" y="2364"/>
                  <a:pt x="12644" y="2364"/>
                </a:cubicBezTo>
                <a:cubicBezTo>
                  <a:pt x="13308" y="2364"/>
                  <a:pt x="13999" y="2072"/>
                  <a:pt x="14743" y="1753"/>
                </a:cubicBezTo>
                <a:cubicBezTo>
                  <a:pt x="15619" y="1381"/>
                  <a:pt x="16628" y="956"/>
                  <a:pt x="17797" y="956"/>
                </a:cubicBezTo>
                <a:close/>
                <a:moveTo>
                  <a:pt x="7491" y="0"/>
                </a:moveTo>
                <a:cubicBezTo>
                  <a:pt x="6110" y="27"/>
                  <a:pt x="4755" y="452"/>
                  <a:pt x="3640" y="1222"/>
                </a:cubicBezTo>
                <a:cubicBezTo>
                  <a:pt x="0" y="3506"/>
                  <a:pt x="1754" y="8899"/>
                  <a:pt x="3055" y="12830"/>
                </a:cubicBezTo>
                <a:lnTo>
                  <a:pt x="3188" y="13228"/>
                </a:lnTo>
                <a:cubicBezTo>
                  <a:pt x="3241" y="13441"/>
                  <a:pt x="3427" y="13574"/>
                  <a:pt x="3640" y="13574"/>
                </a:cubicBezTo>
                <a:lnTo>
                  <a:pt x="21622" y="13574"/>
                </a:lnTo>
                <a:cubicBezTo>
                  <a:pt x="21835" y="13574"/>
                  <a:pt x="22021" y="13441"/>
                  <a:pt x="22100" y="13228"/>
                </a:cubicBezTo>
                <a:lnTo>
                  <a:pt x="22233" y="12830"/>
                </a:lnTo>
                <a:cubicBezTo>
                  <a:pt x="23508" y="8899"/>
                  <a:pt x="25261" y="3506"/>
                  <a:pt x="21649" y="1222"/>
                </a:cubicBezTo>
                <a:cubicBezTo>
                  <a:pt x="20507" y="452"/>
                  <a:pt x="19152" y="27"/>
                  <a:pt x="17797" y="0"/>
                </a:cubicBezTo>
                <a:cubicBezTo>
                  <a:pt x="16575" y="27"/>
                  <a:pt x="15407" y="346"/>
                  <a:pt x="14344" y="877"/>
                </a:cubicBezTo>
                <a:cubicBezTo>
                  <a:pt x="13826" y="1222"/>
                  <a:pt x="13228" y="1395"/>
                  <a:pt x="12634" y="1395"/>
                </a:cubicBezTo>
                <a:cubicBezTo>
                  <a:pt x="12040" y="1395"/>
                  <a:pt x="11449" y="1222"/>
                  <a:pt x="10944" y="877"/>
                </a:cubicBezTo>
                <a:cubicBezTo>
                  <a:pt x="9855" y="346"/>
                  <a:pt x="8686" y="27"/>
                  <a:pt x="749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3" name="Google Shape;1693;p39"/>
          <p:cNvSpPr/>
          <p:nvPr/>
        </p:nvSpPr>
        <p:spPr>
          <a:xfrm>
            <a:off x="3390512" y="1805757"/>
            <a:ext cx="401588" cy="398718"/>
          </a:xfrm>
          <a:custGeom>
            <a:avLst/>
            <a:gdLst/>
            <a:ahLst/>
            <a:cxnLst/>
            <a:rect l="l" t="t" r="r" b="b"/>
            <a:pathLst>
              <a:path w="18329" h="18198" extrusionOk="0">
                <a:moveTo>
                  <a:pt x="16894" y="959"/>
                </a:moveTo>
                <a:cubicBezTo>
                  <a:pt x="16894" y="1091"/>
                  <a:pt x="16868" y="1198"/>
                  <a:pt x="16868" y="1304"/>
                </a:cubicBezTo>
                <a:cubicBezTo>
                  <a:pt x="16788" y="2791"/>
                  <a:pt x="16814" y="4306"/>
                  <a:pt x="17000" y="5793"/>
                </a:cubicBezTo>
                <a:cubicBezTo>
                  <a:pt x="17160" y="8024"/>
                  <a:pt x="17372" y="10362"/>
                  <a:pt x="16868" y="12115"/>
                </a:cubicBezTo>
                <a:cubicBezTo>
                  <a:pt x="16389" y="13868"/>
                  <a:pt x="15247" y="15355"/>
                  <a:pt x="14397" y="16312"/>
                </a:cubicBezTo>
                <a:cubicBezTo>
                  <a:pt x="14636" y="14240"/>
                  <a:pt x="14875" y="10468"/>
                  <a:pt x="13866" y="7679"/>
                </a:cubicBezTo>
                <a:cubicBezTo>
                  <a:pt x="12671" y="4359"/>
                  <a:pt x="10493" y="2313"/>
                  <a:pt x="9191" y="2313"/>
                </a:cubicBezTo>
                <a:cubicBezTo>
                  <a:pt x="7863" y="2313"/>
                  <a:pt x="5711" y="4359"/>
                  <a:pt x="4490" y="7679"/>
                </a:cubicBezTo>
                <a:cubicBezTo>
                  <a:pt x="3480" y="10468"/>
                  <a:pt x="3719" y="14240"/>
                  <a:pt x="3985" y="16312"/>
                </a:cubicBezTo>
                <a:cubicBezTo>
                  <a:pt x="3108" y="15355"/>
                  <a:pt x="1966" y="13841"/>
                  <a:pt x="1488" y="12115"/>
                </a:cubicBezTo>
                <a:cubicBezTo>
                  <a:pt x="1010" y="10362"/>
                  <a:pt x="1196" y="8051"/>
                  <a:pt x="1382" y="5793"/>
                </a:cubicBezTo>
                <a:cubicBezTo>
                  <a:pt x="1541" y="4306"/>
                  <a:pt x="1568" y="2818"/>
                  <a:pt x="1515" y="1304"/>
                </a:cubicBezTo>
                <a:cubicBezTo>
                  <a:pt x="1488" y="1198"/>
                  <a:pt x="1488" y="1091"/>
                  <a:pt x="1461" y="985"/>
                </a:cubicBezTo>
                <a:lnTo>
                  <a:pt x="16894" y="959"/>
                </a:lnTo>
                <a:close/>
                <a:moveTo>
                  <a:pt x="17519" y="1"/>
                </a:moveTo>
                <a:cubicBezTo>
                  <a:pt x="17505" y="1"/>
                  <a:pt x="17492" y="1"/>
                  <a:pt x="17479" y="2"/>
                </a:cubicBezTo>
                <a:lnTo>
                  <a:pt x="851" y="2"/>
                </a:lnTo>
                <a:cubicBezTo>
                  <a:pt x="691" y="2"/>
                  <a:pt x="532" y="56"/>
                  <a:pt x="452" y="188"/>
                </a:cubicBezTo>
                <a:cubicBezTo>
                  <a:pt x="346" y="295"/>
                  <a:pt x="319" y="454"/>
                  <a:pt x="346" y="613"/>
                </a:cubicBezTo>
                <a:cubicBezTo>
                  <a:pt x="426" y="852"/>
                  <a:pt x="452" y="1118"/>
                  <a:pt x="505" y="1410"/>
                </a:cubicBezTo>
                <a:cubicBezTo>
                  <a:pt x="558" y="2845"/>
                  <a:pt x="532" y="4279"/>
                  <a:pt x="372" y="5713"/>
                </a:cubicBezTo>
                <a:cubicBezTo>
                  <a:pt x="187" y="8077"/>
                  <a:pt x="1" y="10468"/>
                  <a:pt x="505" y="12380"/>
                </a:cubicBezTo>
                <a:cubicBezTo>
                  <a:pt x="1382" y="15621"/>
                  <a:pt x="4224" y="17985"/>
                  <a:pt x="4357" y="18091"/>
                </a:cubicBezTo>
                <a:cubicBezTo>
                  <a:pt x="4436" y="18144"/>
                  <a:pt x="4569" y="18198"/>
                  <a:pt x="4676" y="18198"/>
                </a:cubicBezTo>
                <a:cubicBezTo>
                  <a:pt x="4755" y="18198"/>
                  <a:pt x="4835" y="18171"/>
                  <a:pt x="4915" y="18118"/>
                </a:cubicBezTo>
                <a:cubicBezTo>
                  <a:pt x="5101" y="18012"/>
                  <a:pt x="5207" y="17826"/>
                  <a:pt x="5154" y="17613"/>
                </a:cubicBezTo>
                <a:cubicBezTo>
                  <a:pt x="5154" y="17560"/>
                  <a:pt x="4065" y="11716"/>
                  <a:pt x="5419" y="8024"/>
                </a:cubicBezTo>
                <a:cubicBezTo>
                  <a:pt x="6535" y="4916"/>
                  <a:pt x="8447" y="3296"/>
                  <a:pt x="9165" y="3296"/>
                </a:cubicBezTo>
                <a:cubicBezTo>
                  <a:pt x="9882" y="3296"/>
                  <a:pt x="11794" y="4916"/>
                  <a:pt x="12910" y="8024"/>
                </a:cubicBezTo>
                <a:cubicBezTo>
                  <a:pt x="14264" y="11716"/>
                  <a:pt x="13175" y="17560"/>
                  <a:pt x="13175" y="17613"/>
                </a:cubicBezTo>
                <a:cubicBezTo>
                  <a:pt x="13122" y="17826"/>
                  <a:pt x="13229" y="18012"/>
                  <a:pt x="13414" y="18118"/>
                </a:cubicBezTo>
                <a:cubicBezTo>
                  <a:pt x="13502" y="18168"/>
                  <a:pt x="13596" y="18195"/>
                  <a:pt x="13687" y="18195"/>
                </a:cubicBezTo>
                <a:cubicBezTo>
                  <a:pt x="13789" y="18195"/>
                  <a:pt x="13888" y="18161"/>
                  <a:pt x="13972" y="18091"/>
                </a:cubicBezTo>
                <a:cubicBezTo>
                  <a:pt x="14105" y="17985"/>
                  <a:pt x="16947" y="15621"/>
                  <a:pt x="17824" y="12380"/>
                </a:cubicBezTo>
                <a:cubicBezTo>
                  <a:pt x="18328" y="10468"/>
                  <a:pt x="18143" y="8051"/>
                  <a:pt x="17957" y="5713"/>
                </a:cubicBezTo>
                <a:cubicBezTo>
                  <a:pt x="17797" y="4279"/>
                  <a:pt x="17771" y="2845"/>
                  <a:pt x="17824" y="1410"/>
                </a:cubicBezTo>
                <a:cubicBezTo>
                  <a:pt x="17877" y="1118"/>
                  <a:pt x="17904" y="852"/>
                  <a:pt x="17983" y="613"/>
                </a:cubicBezTo>
                <a:cubicBezTo>
                  <a:pt x="18060" y="307"/>
                  <a:pt x="17842" y="1"/>
                  <a:pt x="1751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4" name="Google Shape;1694;p39"/>
          <p:cNvSpPr/>
          <p:nvPr/>
        </p:nvSpPr>
        <p:spPr>
          <a:xfrm>
            <a:off x="5220201" y="1452900"/>
            <a:ext cx="751568" cy="751568"/>
          </a:xfrm>
          <a:custGeom>
            <a:avLst/>
            <a:gdLst/>
            <a:ahLst/>
            <a:cxnLst/>
            <a:rect l="l" t="t" r="r" b="b"/>
            <a:pathLst>
              <a:path w="36923" h="36923" extrusionOk="0">
                <a:moveTo>
                  <a:pt x="16337" y="7358"/>
                </a:moveTo>
                <a:lnTo>
                  <a:pt x="30893" y="21915"/>
                </a:lnTo>
                <a:lnTo>
                  <a:pt x="21915" y="30866"/>
                </a:lnTo>
                <a:lnTo>
                  <a:pt x="17240" y="26191"/>
                </a:lnTo>
                <a:lnTo>
                  <a:pt x="20427" y="23004"/>
                </a:lnTo>
                <a:lnTo>
                  <a:pt x="19710" y="22313"/>
                </a:lnTo>
                <a:lnTo>
                  <a:pt x="16549" y="25474"/>
                </a:lnTo>
                <a:lnTo>
                  <a:pt x="15035" y="23960"/>
                </a:lnTo>
                <a:lnTo>
                  <a:pt x="18196" y="20772"/>
                </a:lnTo>
                <a:lnTo>
                  <a:pt x="17479" y="20082"/>
                </a:lnTo>
                <a:lnTo>
                  <a:pt x="14318" y="23243"/>
                </a:lnTo>
                <a:lnTo>
                  <a:pt x="12804" y="21702"/>
                </a:lnTo>
                <a:lnTo>
                  <a:pt x="15965" y="18541"/>
                </a:lnTo>
                <a:lnTo>
                  <a:pt x="15248" y="17851"/>
                </a:lnTo>
                <a:lnTo>
                  <a:pt x="12087" y="21012"/>
                </a:lnTo>
                <a:lnTo>
                  <a:pt x="10573" y="19471"/>
                </a:lnTo>
                <a:lnTo>
                  <a:pt x="13734" y="16310"/>
                </a:lnTo>
                <a:lnTo>
                  <a:pt x="13016" y="15619"/>
                </a:lnTo>
                <a:lnTo>
                  <a:pt x="9856" y="18780"/>
                </a:lnTo>
                <a:lnTo>
                  <a:pt x="7385" y="16337"/>
                </a:lnTo>
                <a:lnTo>
                  <a:pt x="16337" y="7358"/>
                </a:lnTo>
                <a:close/>
                <a:moveTo>
                  <a:pt x="1" y="1"/>
                </a:moveTo>
                <a:lnTo>
                  <a:pt x="10812" y="11476"/>
                </a:lnTo>
                <a:lnTo>
                  <a:pt x="5977" y="16337"/>
                </a:lnTo>
                <a:lnTo>
                  <a:pt x="21941" y="32300"/>
                </a:lnTo>
                <a:lnTo>
                  <a:pt x="25182" y="29033"/>
                </a:lnTo>
                <a:lnTo>
                  <a:pt x="27998" y="31849"/>
                </a:lnTo>
                <a:lnTo>
                  <a:pt x="24837" y="35036"/>
                </a:lnTo>
                <a:lnTo>
                  <a:pt x="26723" y="36922"/>
                </a:lnTo>
                <a:lnTo>
                  <a:pt x="36922" y="26696"/>
                </a:lnTo>
                <a:lnTo>
                  <a:pt x="35037" y="24810"/>
                </a:lnTo>
                <a:lnTo>
                  <a:pt x="31876" y="27997"/>
                </a:lnTo>
                <a:lnTo>
                  <a:pt x="29060" y="25182"/>
                </a:lnTo>
                <a:lnTo>
                  <a:pt x="32301" y="21941"/>
                </a:lnTo>
                <a:lnTo>
                  <a:pt x="16337" y="5951"/>
                </a:lnTo>
                <a:lnTo>
                  <a:pt x="11502" y="10785"/>
                </a:lnTo>
                <a:lnTo>
                  <a:pt x="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5" name="Google Shape;1695;p39"/>
          <p:cNvSpPr txBox="1"/>
          <p:nvPr/>
        </p:nvSpPr>
        <p:spPr>
          <a:xfrm>
            <a:off x="6848651" y="3618079"/>
            <a:ext cx="168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It’s the biggest planet in our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6" name="Google Shape;1696;p39"/>
          <p:cNvSpPr txBox="1"/>
          <p:nvPr/>
        </p:nvSpPr>
        <p:spPr>
          <a:xfrm>
            <a:off x="509556" y="3372247"/>
            <a:ext cx="1834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REVIEW</a:t>
            </a:r>
            <a:endParaRPr sz="1600">
              <a:solidFill>
                <a:srgbClr val="00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697" name="Google Shape;1697;p39"/>
          <p:cNvSpPr txBox="1"/>
          <p:nvPr/>
        </p:nvSpPr>
        <p:spPr>
          <a:xfrm>
            <a:off x="6768253" y="3372259"/>
            <a:ext cx="1834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CLEANING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698" name="Google Shape;1698;p39"/>
          <p:cNvSpPr txBox="1"/>
          <p:nvPr/>
        </p:nvSpPr>
        <p:spPr>
          <a:xfrm>
            <a:off x="2598392" y="3372250"/>
            <a:ext cx="1834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INFECTED TOOTH</a:t>
            </a:r>
            <a:endParaRPr sz="1600">
              <a:solidFill>
                <a:srgbClr val="00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699" name="Google Shape;1699;p39"/>
          <p:cNvSpPr txBox="1"/>
          <p:nvPr/>
        </p:nvSpPr>
        <p:spPr>
          <a:xfrm>
            <a:off x="4692850" y="3372250"/>
            <a:ext cx="1834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ANESTHESIA</a:t>
            </a:r>
            <a:endParaRPr sz="1600">
              <a:solidFill>
                <a:srgbClr val="00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700" name="Google Shape;1700;p39"/>
          <p:cNvSpPr/>
          <p:nvPr/>
        </p:nvSpPr>
        <p:spPr>
          <a:xfrm>
            <a:off x="7323624" y="1440625"/>
            <a:ext cx="723470" cy="763862"/>
          </a:xfrm>
          <a:custGeom>
            <a:avLst/>
            <a:gdLst/>
            <a:ahLst/>
            <a:cxnLst/>
            <a:rect l="l" t="t" r="r" b="b"/>
            <a:pathLst>
              <a:path w="32885" h="34721" extrusionOk="0">
                <a:moveTo>
                  <a:pt x="16333" y="985"/>
                </a:moveTo>
                <a:cubicBezTo>
                  <a:pt x="17671" y="985"/>
                  <a:pt x="19002" y="1383"/>
                  <a:pt x="20108" y="2155"/>
                </a:cubicBezTo>
                <a:lnTo>
                  <a:pt x="3587" y="18650"/>
                </a:lnTo>
                <a:cubicBezTo>
                  <a:pt x="1196" y="15356"/>
                  <a:pt x="2551" y="9672"/>
                  <a:pt x="6827" y="5395"/>
                </a:cubicBezTo>
                <a:cubicBezTo>
                  <a:pt x="9590" y="2633"/>
                  <a:pt x="13096" y="986"/>
                  <a:pt x="16204" y="986"/>
                </a:cubicBezTo>
                <a:cubicBezTo>
                  <a:pt x="16247" y="985"/>
                  <a:pt x="16290" y="985"/>
                  <a:pt x="16333" y="985"/>
                </a:cubicBezTo>
                <a:close/>
                <a:moveTo>
                  <a:pt x="16526" y="16923"/>
                </a:moveTo>
                <a:cubicBezTo>
                  <a:pt x="17618" y="16923"/>
                  <a:pt x="18714" y="17587"/>
                  <a:pt x="19019" y="18916"/>
                </a:cubicBezTo>
                <a:lnTo>
                  <a:pt x="14052" y="18916"/>
                </a:lnTo>
                <a:cubicBezTo>
                  <a:pt x="14344" y="17587"/>
                  <a:pt x="15433" y="16923"/>
                  <a:pt x="16526" y="16923"/>
                </a:cubicBezTo>
                <a:close/>
                <a:moveTo>
                  <a:pt x="16522" y="15303"/>
                </a:moveTo>
                <a:cubicBezTo>
                  <a:pt x="18594" y="15303"/>
                  <a:pt x="20347" y="16844"/>
                  <a:pt x="20640" y="18916"/>
                </a:cubicBezTo>
                <a:lnTo>
                  <a:pt x="20029" y="18916"/>
                </a:lnTo>
                <a:cubicBezTo>
                  <a:pt x="19736" y="17189"/>
                  <a:pt x="18276" y="15914"/>
                  <a:pt x="16522" y="15914"/>
                </a:cubicBezTo>
                <a:cubicBezTo>
                  <a:pt x="14796" y="15941"/>
                  <a:pt x="13308" y="17189"/>
                  <a:pt x="13043" y="18916"/>
                </a:cubicBezTo>
                <a:lnTo>
                  <a:pt x="12405" y="18916"/>
                </a:lnTo>
                <a:cubicBezTo>
                  <a:pt x="12697" y="16844"/>
                  <a:pt x="14451" y="15303"/>
                  <a:pt x="16522" y="15303"/>
                </a:cubicBezTo>
                <a:close/>
                <a:moveTo>
                  <a:pt x="16522" y="13842"/>
                </a:moveTo>
                <a:cubicBezTo>
                  <a:pt x="19418" y="13842"/>
                  <a:pt x="21835" y="16020"/>
                  <a:pt x="22127" y="18916"/>
                </a:cubicBezTo>
                <a:lnTo>
                  <a:pt x="21649" y="18916"/>
                </a:lnTo>
                <a:cubicBezTo>
                  <a:pt x="21357" y="16286"/>
                  <a:pt x="19152" y="14320"/>
                  <a:pt x="16522" y="14320"/>
                </a:cubicBezTo>
                <a:cubicBezTo>
                  <a:pt x="13893" y="14320"/>
                  <a:pt x="11688" y="16286"/>
                  <a:pt x="11422" y="18916"/>
                </a:cubicBezTo>
                <a:lnTo>
                  <a:pt x="10918" y="18916"/>
                </a:lnTo>
                <a:cubicBezTo>
                  <a:pt x="11210" y="16020"/>
                  <a:pt x="13627" y="13842"/>
                  <a:pt x="16522" y="13842"/>
                </a:cubicBezTo>
                <a:close/>
                <a:moveTo>
                  <a:pt x="16522" y="12302"/>
                </a:moveTo>
                <a:cubicBezTo>
                  <a:pt x="20268" y="12302"/>
                  <a:pt x="23349" y="15197"/>
                  <a:pt x="23641" y="18916"/>
                </a:cubicBezTo>
                <a:lnTo>
                  <a:pt x="23136" y="18916"/>
                </a:lnTo>
                <a:cubicBezTo>
                  <a:pt x="22791" y="15516"/>
                  <a:pt x="19922" y="12939"/>
                  <a:pt x="16522" y="12939"/>
                </a:cubicBezTo>
                <a:cubicBezTo>
                  <a:pt x="13122" y="12939"/>
                  <a:pt x="10254" y="15516"/>
                  <a:pt x="9908" y="18916"/>
                </a:cubicBezTo>
                <a:lnTo>
                  <a:pt x="9404" y="18916"/>
                </a:lnTo>
                <a:cubicBezTo>
                  <a:pt x="9696" y="15197"/>
                  <a:pt x="12777" y="12302"/>
                  <a:pt x="16522" y="12302"/>
                </a:cubicBezTo>
                <a:close/>
                <a:moveTo>
                  <a:pt x="16522" y="10920"/>
                </a:moveTo>
                <a:cubicBezTo>
                  <a:pt x="21011" y="10920"/>
                  <a:pt x="24757" y="14427"/>
                  <a:pt x="25022" y="18916"/>
                </a:cubicBezTo>
                <a:lnTo>
                  <a:pt x="24650" y="18916"/>
                </a:lnTo>
                <a:cubicBezTo>
                  <a:pt x="24358" y="14639"/>
                  <a:pt x="20799" y="11319"/>
                  <a:pt x="16522" y="11319"/>
                </a:cubicBezTo>
                <a:cubicBezTo>
                  <a:pt x="12246" y="11319"/>
                  <a:pt x="8687" y="14639"/>
                  <a:pt x="8421" y="18916"/>
                </a:cubicBezTo>
                <a:lnTo>
                  <a:pt x="8023" y="18916"/>
                </a:lnTo>
                <a:cubicBezTo>
                  <a:pt x="8288" y="14427"/>
                  <a:pt x="12033" y="10920"/>
                  <a:pt x="16522" y="10920"/>
                </a:cubicBezTo>
                <a:close/>
                <a:moveTo>
                  <a:pt x="7677" y="15994"/>
                </a:moveTo>
                <a:cubicBezTo>
                  <a:pt x="7279" y="16923"/>
                  <a:pt x="7066" y="17933"/>
                  <a:pt x="7013" y="18942"/>
                </a:cubicBezTo>
                <a:lnTo>
                  <a:pt x="4702" y="18942"/>
                </a:lnTo>
                <a:lnTo>
                  <a:pt x="7677" y="15994"/>
                </a:lnTo>
                <a:close/>
                <a:moveTo>
                  <a:pt x="27918" y="19925"/>
                </a:moveTo>
                <a:lnTo>
                  <a:pt x="27918" y="29780"/>
                </a:lnTo>
                <a:cubicBezTo>
                  <a:pt x="27918" y="31931"/>
                  <a:pt x="26165" y="33684"/>
                  <a:pt x="24040" y="33684"/>
                </a:cubicBezTo>
                <a:lnTo>
                  <a:pt x="8155" y="33684"/>
                </a:lnTo>
                <a:cubicBezTo>
                  <a:pt x="6004" y="33684"/>
                  <a:pt x="4251" y="31931"/>
                  <a:pt x="4251" y="29780"/>
                </a:cubicBezTo>
                <a:lnTo>
                  <a:pt x="4251" y="19925"/>
                </a:lnTo>
                <a:close/>
                <a:moveTo>
                  <a:pt x="16421" y="0"/>
                </a:moveTo>
                <a:cubicBezTo>
                  <a:pt x="16349" y="0"/>
                  <a:pt x="16276" y="1"/>
                  <a:pt x="16204" y="3"/>
                </a:cubicBezTo>
                <a:cubicBezTo>
                  <a:pt x="12830" y="3"/>
                  <a:pt x="9058" y="1756"/>
                  <a:pt x="6137" y="4705"/>
                </a:cubicBezTo>
                <a:cubicBezTo>
                  <a:pt x="1302" y="9539"/>
                  <a:pt x="1" y="16153"/>
                  <a:pt x="3162" y="19739"/>
                </a:cubicBezTo>
                <a:lnTo>
                  <a:pt x="3268" y="19845"/>
                </a:lnTo>
                <a:lnTo>
                  <a:pt x="3268" y="29806"/>
                </a:lnTo>
                <a:cubicBezTo>
                  <a:pt x="3268" y="32515"/>
                  <a:pt x="5446" y="34694"/>
                  <a:pt x="8155" y="34720"/>
                </a:cubicBezTo>
                <a:lnTo>
                  <a:pt x="24013" y="34720"/>
                </a:lnTo>
                <a:cubicBezTo>
                  <a:pt x="26722" y="34694"/>
                  <a:pt x="28900" y="32515"/>
                  <a:pt x="28927" y="29806"/>
                </a:cubicBezTo>
                <a:lnTo>
                  <a:pt x="28927" y="18942"/>
                </a:lnTo>
                <a:lnTo>
                  <a:pt x="26032" y="18942"/>
                </a:lnTo>
                <a:cubicBezTo>
                  <a:pt x="25899" y="16844"/>
                  <a:pt x="25102" y="14852"/>
                  <a:pt x="23721" y="13258"/>
                </a:cubicBezTo>
                <a:cubicBezTo>
                  <a:pt x="23873" y="12625"/>
                  <a:pt x="24459" y="10907"/>
                  <a:pt x="26466" y="10907"/>
                </a:cubicBezTo>
                <a:cubicBezTo>
                  <a:pt x="26566" y="10907"/>
                  <a:pt x="26669" y="10912"/>
                  <a:pt x="26775" y="10920"/>
                </a:cubicBezTo>
                <a:cubicBezTo>
                  <a:pt x="28050" y="11053"/>
                  <a:pt x="28661" y="12169"/>
                  <a:pt x="29272" y="13337"/>
                </a:cubicBezTo>
                <a:cubicBezTo>
                  <a:pt x="29910" y="14506"/>
                  <a:pt x="30680" y="15914"/>
                  <a:pt x="32247" y="15914"/>
                </a:cubicBezTo>
                <a:cubicBezTo>
                  <a:pt x="32460" y="15914"/>
                  <a:pt x="32672" y="15887"/>
                  <a:pt x="32885" y="15861"/>
                </a:cubicBezTo>
                <a:lnTo>
                  <a:pt x="32699" y="14878"/>
                </a:lnTo>
                <a:cubicBezTo>
                  <a:pt x="32542" y="14911"/>
                  <a:pt x="32397" y="14928"/>
                  <a:pt x="32262" y="14928"/>
                </a:cubicBezTo>
                <a:cubicBezTo>
                  <a:pt x="31320" y="14928"/>
                  <a:pt x="30849" y="14140"/>
                  <a:pt x="30175" y="12886"/>
                </a:cubicBezTo>
                <a:cubicBezTo>
                  <a:pt x="29458" y="11584"/>
                  <a:pt x="28661" y="10123"/>
                  <a:pt x="26855" y="9964"/>
                </a:cubicBezTo>
                <a:cubicBezTo>
                  <a:pt x="26704" y="9950"/>
                  <a:pt x="26559" y="9943"/>
                  <a:pt x="26418" y="9943"/>
                </a:cubicBezTo>
                <a:cubicBezTo>
                  <a:pt x="24420" y="9943"/>
                  <a:pt x="23371" y="11295"/>
                  <a:pt x="22924" y="12461"/>
                </a:cubicBezTo>
                <a:cubicBezTo>
                  <a:pt x="21159" y="10820"/>
                  <a:pt x="18867" y="9964"/>
                  <a:pt x="16538" y="9964"/>
                </a:cubicBezTo>
                <a:cubicBezTo>
                  <a:pt x="15361" y="9964"/>
                  <a:pt x="14175" y="10182"/>
                  <a:pt x="13043" y="10628"/>
                </a:cubicBezTo>
                <a:lnTo>
                  <a:pt x="21569" y="2102"/>
                </a:lnTo>
                <a:lnTo>
                  <a:pt x="21171" y="1730"/>
                </a:lnTo>
                <a:cubicBezTo>
                  <a:pt x="19845" y="608"/>
                  <a:pt x="18152" y="0"/>
                  <a:pt x="1642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01" name="Google Shape;1701;p39"/>
          <p:cNvGrpSpPr/>
          <p:nvPr/>
        </p:nvGrpSpPr>
        <p:grpSpPr>
          <a:xfrm>
            <a:off x="4662047" y="2664819"/>
            <a:ext cx="1858359" cy="298535"/>
            <a:chOff x="3558793" y="4011427"/>
            <a:chExt cx="1866009" cy="111415"/>
          </a:xfrm>
        </p:grpSpPr>
        <p:sp>
          <p:nvSpPr>
            <p:cNvPr id="1702" name="Google Shape;1702;p39"/>
            <p:cNvSpPr/>
            <p:nvPr/>
          </p:nvSpPr>
          <p:spPr>
            <a:xfrm rot="5400000" flipH="1">
              <a:off x="4436152" y="3134077"/>
              <a:ext cx="111300" cy="1866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9"/>
            <p:cNvSpPr/>
            <p:nvPr/>
          </p:nvSpPr>
          <p:spPr>
            <a:xfrm rot="5400000" flipH="1">
              <a:off x="3943543" y="3627991"/>
              <a:ext cx="110100" cy="879600"/>
            </a:xfrm>
            <a:prstGeom prst="round2SameRect">
              <a:avLst>
                <a:gd name="adj1" fmla="val 43596"/>
                <a:gd name="adj2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4" name="Google Shape;1704;p39"/>
          <p:cNvGrpSpPr/>
          <p:nvPr/>
        </p:nvGrpSpPr>
        <p:grpSpPr>
          <a:xfrm>
            <a:off x="2597939" y="2668086"/>
            <a:ext cx="1855737" cy="298932"/>
            <a:chOff x="3558802" y="4011244"/>
            <a:chExt cx="1866000" cy="111600"/>
          </a:xfrm>
        </p:grpSpPr>
        <p:sp>
          <p:nvSpPr>
            <p:cNvPr id="1705" name="Google Shape;1705;p39"/>
            <p:cNvSpPr/>
            <p:nvPr/>
          </p:nvSpPr>
          <p:spPr>
            <a:xfrm rot="5400000" flipH="1">
              <a:off x="4436152" y="3134077"/>
              <a:ext cx="111300" cy="1866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9"/>
            <p:cNvSpPr/>
            <p:nvPr/>
          </p:nvSpPr>
          <p:spPr>
            <a:xfrm rot="5400000" flipH="1">
              <a:off x="4157232" y="3412894"/>
              <a:ext cx="111600" cy="13083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7" name="Google Shape;1707;p39"/>
          <p:cNvGrpSpPr/>
          <p:nvPr/>
        </p:nvGrpSpPr>
        <p:grpSpPr>
          <a:xfrm>
            <a:off x="501587" y="2664732"/>
            <a:ext cx="1850139" cy="298441"/>
            <a:chOff x="3558802" y="4011427"/>
            <a:chExt cx="1866000" cy="111417"/>
          </a:xfrm>
        </p:grpSpPr>
        <p:sp>
          <p:nvSpPr>
            <p:cNvPr id="1708" name="Google Shape;1708;p39"/>
            <p:cNvSpPr/>
            <p:nvPr/>
          </p:nvSpPr>
          <p:spPr>
            <a:xfrm rot="5400000" flipH="1">
              <a:off x="4436152" y="3134077"/>
              <a:ext cx="111300" cy="1866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9"/>
            <p:cNvSpPr/>
            <p:nvPr/>
          </p:nvSpPr>
          <p:spPr>
            <a:xfrm rot="5400000" flipH="1">
              <a:off x="4373006" y="3199143"/>
              <a:ext cx="109500" cy="17379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0" name="Google Shape;1710;p39"/>
          <p:cNvSpPr txBox="1"/>
          <p:nvPr/>
        </p:nvSpPr>
        <p:spPr>
          <a:xfrm>
            <a:off x="4750824" y="2615100"/>
            <a:ext cx="6735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40%</a:t>
            </a:r>
            <a:endParaRPr sz="20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711" name="Google Shape;1711;p39"/>
          <p:cNvSpPr txBox="1"/>
          <p:nvPr/>
        </p:nvSpPr>
        <p:spPr>
          <a:xfrm>
            <a:off x="2641349" y="2618940"/>
            <a:ext cx="6735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75%</a:t>
            </a:r>
            <a:endParaRPr sz="20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712" name="Google Shape;1712;p39"/>
          <p:cNvSpPr txBox="1"/>
          <p:nvPr/>
        </p:nvSpPr>
        <p:spPr>
          <a:xfrm>
            <a:off x="478656" y="2615513"/>
            <a:ext cx="8292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95%</a:t>
            </a:r>
            <a:endParaRPr sz="20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713" name="Google Shape;1713;p39"/>
          <p:cNvGrpSpPr/>
          <p:nvPr/>
        </p:nvGrpSpPr>
        <p:grpSpPr>
          <a:xfrm>
            <a:off x="6764131" y="2666382"/>
            <a:ext cx="1858349" cy="298543"/>
            <a:chOff x="3558802" y="4011427"/>
            <a:chExt cx="1866000" cy="111418"/>
          </a:xfrm>
        </p:grpSpPr>
        <p:sp>
          <p:nvSpPr>
            <p:cNvPr id="1714" name="Google Shape;1714;p39"/>
            <p:cNvSpPr/>
            <p:nvPr/>
          </p:nvSpPr>
          <p:spPr>
            <a:xfrm rot="5400000" flipH="1">
              <a:off x="4436152" y="3134077"/>
              <a:ext cx="111300" cy="1866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715" name="Google Shape;1715;p39"/>
            <p:cNvSpPr/>
            <p:nvPr/>
          </p:nvSpPr>
          <p:spPr>
            <a:xfrm rot="5400000" flipH="1">
              <a:off x="4051765" y="3519844"/>
              <a:ext cx="110100" cy="1095900"/>
            </a:xfrm>
            <a:prstGeom prst="round2SameRect">
              <a:avLst>
                <a:gd name="adj1" fmla="val 43596"/>
                <a:gd name="adj2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  <p:sp>
        <p:nvSpPr>
          <p:cNvPr id="1716" name="Google Shape;1716;p39"/>
          <p:cNvSpPr txBox="1"/>
          <p:nvPr/>
        </p:nvSpPr>
        <p:spPr>
          <a:xfrm>
            <a:off x="6852899" y="2616662"/>
            <a:ext cx="6735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60%</a:t>
            </a:r>
            <a:endParaRPr sz="20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1" name="Google Shape;1721;p40"/>
          <p:cNvCxnSpPr>
            <a:endCxn id="1722" idx="1"/>
          </p:cNvCxnSpPr>
          <p:nvPr/>
        </p:nvCxnSpPr>
        <p:spPr>
          <a:xfrm rot="5400000">
            <a:off x="5497798" y="3330107"/>
            <a:ext cx="2948400" cy="1120800"/>
          </a:xfrm>
          <a:prstGeom prst="bentConnector3">
            <a:avLst>
              <a:gd name="adj1" fmla="val 44821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3" name="Google Shape;1723;p40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Dental Infographics</a:t>
            </a:r>
            <a:endParaRPr/>
          </a:p>
        </p:txBody>
      </p:sp>
      <p:sp>
        <p:nvSpPr>
          <p:cNvPr id="1724" name="Google Shape;1724;p40"/>
          <p:cNvSpPr/>
          <p:nvPr/>
        </p:nvSpPr>
        <p:spPr>
          <a:xfrm>
            <a:off x="3487764" y="1397561"/>
            <a:ext cx="2187900" cy="11922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5" name="Google Shape;1725;p40"/>
          <p:cNvSpPr/>
          <p:nvPr/>
        </p:nvSpPr>
        <p:spPr>
          <a:xfrm>
            <a:off x="6377925" y="1409618"/>
            <a:ext cx="2187900" cy="11922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6" name="Google Shape;1726;p40"/>
          <p:cNvSpPr/>
          <p:nvPr/>
        </p:nvSpPr>
        <p:spPr>
          <a:xfrm>
            <a:off x="576975" y="1401336"/>
            <a:ext cx="2187900" cy="11922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27" name="Google Shape;1727;p40"/>
          <p:cNvCxnSpPr>
            <a:stCxn id="1728" idx="1"/>
            <a:endCxn id="1726" idx="2"/>
          </p:cNvCxnSpPr>
          <p:nvPr/>
        </p:nvCxnSpPr>
        <p:spPr>
          <a:xfrm rot="10800000">
            <a:off x="1670971" y="2593669"/>
            <a:ext cx="2003400" cy="1148700"/>
          </a:xfrm>
          <a:prstGeom prst="bentConnector4">
            <a:avLst>
              <a:gd name="adj1" fmla="val 803"/>
              <a:gd name="adj2" fmla="val 498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9" name="Google Shape;1729;p40"/>
          <p:cNvSpPr txBox="1"/>
          <p:nvPr/>
        </p:nvSpPr>
        <p:spPr>
          <a:xfrm>
            <a:off x="815325" y="1728211"/>
            <a:ext cx="17112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smallest one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730" name="Google Shape;1730;p40"/>
          <p:cNvSpPr txBox="1"/>
          <p:nvPr/>
        </p:nvSpPr>
        <p:spPr>
          <a:xfrm>
            <a:off x="815325" y="1493086"/>
            <a:ext cx="17112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6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731" name="Google Shape;1731;p40"/>
          <p:cNvSpPr txBox="1"/>
          <p:nvPr/>
        </p:nvSpPr>
        <p:spPr>
          <a:xfrm>
            <a:off x="3708864" y="1728211"/>
            <a:ext cx="17457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planet</a:t>
            </a:r>
            <a:r>
              <a:rPr lang="en" sz="1200">
                <a:solidFill>
                  <a:srgbClr val="7146B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rgbClr val="7146B4"/>
              </a:solidFill>
            </a:endParaRPr>
          </a:p>
        </p:txBody>
      </p:sp>
      <p:sp>
        <p:nvSpPr>
          <p:cNvPr id="1732" name="Google Shape;1732;p40"/>
          <p:cNvSpPr txBox="1"/>
          <p:nvPr/>
        </p:nvSpPr>
        <p:spPr>
          <a:xfrm>
            <a:off x="3708864" y="1488211"/>
            <a:ext cx="17457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6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733" name="Google Shape;1733;p40"/>
          <p:cNvSpPr txBox="1"/>
          <p:nvPr/>
        </p:nvSpPr>
        <p:spPr>
          <a:xfrm>
            <a:off x="6616275" y="1728211"/>
            <a:ext cx="17112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a cold place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734" name="Google Shape;1734;p40"/>
          <p:cNvSpPr txBox="1"/>
          <p:nvPr/>
        </p:nvSpPr>
        <p:spPr>
          <a:xfrm>
            <a:off x="6599025" y="1488218"/>
            <a:ext cx="17457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6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722" name="Google Shape;1722;p40"/>
          <p:cNvSpPr/>
          <p:nvPr/>
        </p:nvSpPr>
        <p:spPr>
          <a:xfrm>
            <a:off x="2019888" y="2796450"/>
            <a:ext cx="5104200" cy="5104200"/>
          </a:xfrm>
          <a:prstGeom prst="blockArc">
            <a:avLst>
              <a:gd name="adj1" fmla="val 10800000"/>
              <a:gd name="adj2" fmla="val 30193"/>
              <a:gd name="adj3" fmla="val 2791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5" name="Google Shape;1735;p40"/>
          <p:cNvSpPr/>
          <p:nvPr/>
        </p:nvSpPr>
        <p:spPr>
          <a:xfrm>
            <a:off x="2019888" y="2796450"/>
            <a:ext cx="5104200" cy="5104200"/>
          </a:xfrm>
          <a:prstGeom prst="blockArc">
            <a:avLst>
              <a:gd name="adj1" fmla="val 10800000"/>
              <a:gd name="adj2" fmla="val 18218942"/>
              <a:gd name="adj3" fmla="val 27906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8" name="Google Shape;1728;p40"/>
          <p:cNvSpPr/>
          <p:nvPr/>
        </p:nvSpPr>
        <p:spPr>
          <a:xfrm>
            <a:off x="2019900" y="2796450"/>
            <a:ext cx="5104200" cy="5104200"/>
          </a:xfrm>
          <a:prstGeom prst="blockArc">
            <a:avLst>
              <a:gd name="adj1" fmla="val 10800000"/>
              <a:gd name="adj2" fmla="val 14448057"/>
              <a:gd name="adj3" fmla="val 27903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6" name="Google Shape;1736;p40"/>
          <p:cNvSpPr/>
          <p:nvPr/>
        </p:nvSpPr>
        <p:spPr>
          <a:xfrm rot="-2106357">
            <a:off x="5752650" y="3985135"/>
            <a:ext cx="674008" cy="674008"/>
          </a:xfrm>
          <a:custGeom>
            <a:avLst/>
            <a:gdLst/>
            <a:ahLst/>
            <a:cxnLst/>
            <a:rect l="l" t="t" r="r" b="b"/>
            <a:pathLst>
              <a:path w="2780" h="2780" extrusionOk="0">
                <a:moveTo>
                  <a:pt x="1394" y="1"/>
                </a:moveTo>
                <a:cubicBezTo>
                  <a:pt x="623" y="1"/>
                  <a:pt x="0" y="623"/>
                  <a:pt x="0" y="1386"/>
                </a:cubicBezTo>
                <a:cubicBezTo>
                  <a:pt x="0" y="2157"/>
                  <a:pt x="623" y="2780"/>
                  <a:pt x="1394" y="2780"/>
                </a:cubicBezTo>
                <a:cubicBezTo>
                  <a:pt x="2157" y="2780"/>
                  <a:pt x="2779" y="2157"/>
                  <a:pt x="2779" y="1386"/>
                </a:cubicBezTo>
                <a:cubicBezTo>
                  <a:pt x="2779" y="623"/>
                  <a:pt x="2157" y="1"/>
                  <a:pt x="139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7" name="Google Shape;1737;p40"/>
          <p:cNvSpPr/>
          <p:nvPr/>
        </p:nvSpPr>
        <p:spPr>
          <a:xfrm rot="-2106357">
            <a:off x="2715344" y="3983171"/>
            <a:ext cx="676190" cy="674008"/>
          </a:xfrm>
          <a:custGeom>
            <a:avLst/>
            <a:gdLst/>
            <a:ahLst/>
            <a:cxnLst/>
            <a:rect l="l" t="t" r="r" b="b"/>
            <a:pathLst>
              <a:path w="2789" h="2780" extrusionOk="0">
                <a:moveTo>
                  <a:pt x="1394" y="0"/>
                </a:moveTo>
                <a:cubicBezTo>
                  <a:pt x="632" y="0"/>
                  <a:pt x="9" y="623"/>
                  <a:pt x="9" y="1385"/>
                </a:cubicBezTo>
                <a:cubicBezTo>
                  <a:pt x="1" y="2157"/>
                  <a:pt x="632" y="2779"/>
                  <a:pt x="1394" y="2779"/>
                </a:cubicBezTo>
                <a:cubicBezTo>
                  <a:pt x="2166" y="2779"/>
                  <a:pt x="2788" y="2157"/>
                  <a:pt x="2788" y="1385"/>
                </a:cubicBezTo>
                <a:cubicBezTo>
                  <a:pt x="2788" y="623"/>
                  <a:pt x="2166" y="0"/>
                  <a:pt x="139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8" name="Google Shape;1738;p40"/>
          <p:cNvSpPr/>
          <p:nvPr/>
        </p:nvSpPr>
        <p:spPr>
          <a:xfrm rot="-2106357">
            <a:off x="4234994" y="3170471"/>
            <a:ext cx="674008" cy="674008"/>
          </a:xfrm>
          <a:custGeom>
            <a:avLst/>
            <a:gdLst/>
            <a:ahLst/>
            <a:cxnLst/>
            <a:rect l="l" t="t" r="r" b="b"/>
            <a:pathLst>
              <a:path w="2780" h="2780" extrusionOk="0">
                <a:moveTo>
                  <a:pt x="1394" y="0"/>
                </a:moveTo>
                <a:cubicBezTo>
                  <a:pt x="623" y="0"/>
                  <a:pt x="1" y="623"/>
                  <a:pt x="1" y="1394"/>
                </a:cubicBezTo>
                <a:cubicBezTo>
                  <a:pt x="1" y="2157"/>
                  <a:pt x="623" y="2779"/>
                  <a:pt x="1394" y="2779"/>
                </a:cubicBezTo>
                <a:cubicBezTo>
                  <a:pt x="2157" y="2779"/>
                  <a:pt x="2779" y="2157"/>
                  <a:pt x="2779" y="1394"/>
                </a:cubicBezTo>
                <a:cubicBezTo>
                  <a:pt x="2779" y="623"/>
                  <a:pt x="2157" y="0"/>
                  <a:pt x="139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9" name="Google Shape;1739;p40"/>
          <p:cNvSpPr/>
          <p:nvPr/>
        </p:nvSpPr>
        <p:spPr>
          <a:xfrm>
            <a:off x="4354763" y="3213800"/>
            <a:ext cx="434455" cy="587382"/>
          </a:xfrm>
          <a:custGeom>
            <a:avLst/>
            <a:gdLst/>
            <a:ahLst/>
            <a:cxnLst/>
            <a:rect l="l" t="t" r="r" b="b"/>
            <a:pathLst>
              <a:path w="24411" h="32999" extrusionOk="0">
                <a:moveTo>
                  <a:pt x="17797" y="984"/>
                </a:moveTo>
                <a:cubicBezTo>
                  <a:pt x="18992" y="1037"/>
                  <a:pt x="20134" y="1409"/>
                  <a:pt x="21117" y="2073"/>
                </a:cubicBezTo>
                <a:cubicBezTo>
                  <a:pt x="23242" y="3401"/>
                  <a:pt x="23030" y="6323"/>
                  <a:pt x="22313" y="9191"/>
                </a:cubicBezTo>
                <a:cubicBezTo>
                  <a:pt x="21472" y="9551"/>
                  <a:pt x="20455" y="9867"/>
                  <a:pt x="19739" y="9867"/>
                </a:cubicBezTo>
                <a:cubicBezTo>
                  <a:pt x="19346" y="9867"/>
                  <a:pt x="19044" y="9772"/>
                  <a:pt x="18913" y="9537"/>
                </a:cubicBezTo>
                <a:cubicBezTo>
                  <a:pt x="18355" y="8527"/>
                  <a:pt x="17133" y="8288"/>
                  <a:pt x="15911" y="8023"/>
                </a:cubicBezTo>
                <a:cubicBezTo>
                  <a:pt x="14981" y="7810"/>
                  <a:pt x="14025" y="7624"/>
                  <a:pt x="13520" y="7093"/>
                </a:cubicBezTo>
                <a:cubicBezTo>
                  <a:pt x="12750" y="6323"/>
                  <a:pt x="13095" y="3826"/>
                  <a:pt x="13547" y="2232"/>
                </a:cubicBezTo>
                <a:cubicBezTo>
                  <a:pt x="13945" y="2126"/>
                  <a:pt x="14344" y="1966"/>
                  <a:pt x="14742" y="1807"/>
                </a:cubicBezTo>
                <a:cubicBezTo>
                  <a:pt x="15619" y="1409"/>
                  <a:pt x="16628" y="984"/>
                  <a:pt x="17797" y="984"/>
                </a:cubicBezTo>
                <a:close/>
                <a:moveTo>
                  <a:pt x="7491" y="984"/>
                </a:moveTo>
                <a:cubicBezTo>
                  <a:pt x="8686" y="984"/>
                  <a:pt x="9669" y="1409"/>
                  <a:pt x="10572" y="1807"/>
                </a:cubicBezTo>
                <a:cubicBezTo>
                  <a:pt x="11156" y="2099"/>
                  <a:pt x="11820" y="2285"/>
                  <a:pt x="12485" y="2391"/>
                </a:cubicBezTo>
                <a:cubicBezTo>
                  <a:pt x="12139" y="3773"/>
                  <a:pt x="11608" y="6615"/>
                  <a:pt x="12803" y="7810"/>
                </a:cubicBezTo>
                <a:cubicBezTo>
                  <a:pt x="13547" y="8527"/>
                  <a:pt x="14663" y="8766"/>
                  <a:pt x="15725" y="9005"/>
                </a:cubicBezTo>
                <a:cubicBezTo>
                  <a:pt x="16788" y="9218"/>
                  <a:pt x="17717" y="9430"/>
                  <a:pt x="18036" y="10015"/>
                </a:cubicBezTo>
                <a:cubicBezTo>
                  <a:pt x="18381" y="10599"/>
                  <a:pt x="19045" y="10865"/>
                  <a:pt x="19763" y="10865"/>
                </a:cubicBezTo>
                <a:cubicBezTo>
                  <a:pt x="20533" y="10812"/>
                  <a:pt x="21277" y="10679"/>
                  <a:pt x="21967" y="10387"/>
                </a:cubicBezTo>
                <a:lnTo>
                  <a:pt x="21967" y="10387"/>
                </a:lnTo>
                <a:cubicBezTo>
                  <a:pt x="21755" y="11130"/>
                  <a:pt x="21516" y="11874"/>
                  <a:pt x="21277" y="12565"/>
                </a:cubicBezTo>
                <a:cubicBezTo>
                  <a:pt x="20825" y="13999"/>
                  <a:pt x="20400" y="15248"/>
                  <a:pt x="20320" y="16124"/>
                </a:cubicBezTo>
                <a:cubicBezTo>
                  <a:pt x="20241" y="17638"/>
                  <a:pt x="20294" y="19126"/>
                  <a:pt x="20453" y="20613"/>
                </a:cubicBezTo>
                <a:cubicBezTo>
                  <a:pt x="20639" y="22871"/>
                  <a:pt x="20825" y="25182"/>
                  <a:pt x="20347" y="26935"/>
                </a:cubicBezTo>
                <a:cubicBezTo>
                  <a:pt x="19869" y="28661"/>
                  <a:pt x="18727" y="30176"/>
                  <a:pt x="17850" y="31105"/>
                </a:cubicBezTo>
                <a:lnTo>
                  <a:pt x="17850" y="31105"/>
                </a:lnTo>
                <a:cubicBezTo>
                  <a:pt x="18116" y="29060"/>
                  <a:pt x="18355" y="25288"/>
                  <a:pt x="17345" y="22472"/>
                </a:cubicBezTo>
                <a:cubicBezTo>
                  <a:pt x="16124" y="19152"/>
                  <a:pt x="13972" y="17107"/>
                  <a:pt x="12644" y="17107"/>
                </a:cubicBezTo>
                <a:cubicBezTo>
                  <a:pt x="11342" y="17107"/>
                  <a:pt x="9164" y="19179"/>
                  <a:pt x="7969" y="22472"/>
                </a:cubicBezTo>
                <a:cubicBezTo>
                  <a:pt x="6960" y="25288"/>
                  <a:pt x="7199" y="29060"/>
                  <a:pt x="7438" y="31105"/>
                </a:cubicBezTo>
                <a:cubicBezTo>
                  <a:pt x="6588" y="30176"/>
                  <a:pt x="5446" y="28661"/>
                  <a:pt x="4967" y="26935"/>
                </a:cubicBezTo>
                <a:cubicBezTo>
                  <a:pt x="4489" y="25182"/>
                  <a:pt x="4675" y="22844"/>
                  <a:pt x="4835" y="20613"/>
                </a:cubicBezTo>
                <a:cubicBezTo>
                  <a:pt x="4994" y="19126"/>
                  <a:pt x="5047" y="17638"/>
                  <a:pt x="4967" y="16124"/>
                </a:cubicBezTo>
                <a:cubicBezTo>
                  <a:pt x="4888" y="15248"/>
                  <a:pt x="4489" y="13999"/>
                  <a:pt x="4011" y="12565"/>
                </a:cubicBezTo>
                <a:cubicBezTo>
                  <a:pt x="2816" y="8926"/>
                  <a:pt x="1196" y="3959"/>
                  <a:pt x="4171" y="2073"/>
                </a:cubicBezTo>
                <a:cubicBezTo>
                  <a:pt x="5153" y="1409"/>
                  <a:pt x="6322" y="1037"/>
                  <a:pt x="7491" y="984"/>
                </a:cubicBezTo>
                <a:close/>
                <a:moveTo>
                  <a:pt x="7491" y="1"/>
                </a:moveTo>
                <a:cubicBezTo>
                  <a:pt x="6110" y="27"/>
                  <a:pt x="4781" y="452"/>
                  <a:pt x="3639" y="1223"/>
                </a:cubicBezTo>
                <a:cubicBezTo>
                  <a:pt x="0" y="3507"/>
                  <a:pt x="1780" y="8926"/>
                  <a:pt x="3055" y="12857"/>
                </a:cubicBezTo>
                <a:cubicBezTo>
                  <a:pt x="3533" y="14238"/>
                  <a:pt x="3905" y="15433"/>
                  <a:pt x="3985" y="16204"/>
                </a:cubicBezTo>
                <a:cubicBezTo>
                  <a:pt x="4064" y="17638"/>
                  <a:pt x="4011" y="19099"/>
                  <a:pt x="3852" y="20533"/>
                </a:cubicBezTo>
                <a:cubicBezTo>
                  <a:pt x="3666" y="22844"/>
                  <a:pt x="3480" y="25262"/>
                  <a:pt x="4011" y="27201"/>
                </a:cubicBezTo>
                <a:cubicBezTo>
                  <a:pt x="4888" y="30415"/>
                  <a:pt x="7703" y="32779"/>
                  <a:pt x="7836" y="32885"/>
                </a:cubicBezTo>
                <a:cubicBezTo>
                  <a:pt x="7902" y="32950"/>
                  <a:pt x="8003" y="32998"/>
                  <a:pt x="8096" y="32998"/>
                </a:cubicBezTo>
                <a:cubicBezTo>
                  <a:pt x="8116" y="32998"/>
                  <a:pt x="8136" y="32996"/>
                  <a:pt x="8155" y="32991"/>
                </a:cubicBezTo>
                <a:cubicBezTo>
                  <a:pt x="8474" y="32991"/>
                  <a:pt x="8713" y="32726"/>
                  <a:pt x="8660" y="32407"/>
                </a:cubicBezTo>
                <a:cubicBezTo>
                  <a:pt x="8660" y="32354"/>
                  <a:pt x="7571" y="26537"/>
                  <a:pt x="8925" y="22818"/>
                </a:cubicBezTo>
                <a:cubicBezTo>
                  <a:pt x="10041" y="19737"/>
                  <a:pt x="11953" y="18116"/>
                  <a:pt x="12670" y="18116"/>
                </a:cubicBezTo>
                <a:cubicBezTo>
                  <a:pt x="13388" y="18116"/>
                  <a:pt x="15300" y="19737"/>
                  <a:pt x="16416" y="22818"/>
                </a:cubicBezTo>
                <a:cubicBezTo>
                  <a:pt x="17770" y="26537"/>
                  <a:pt x="16681" y="32354"/>
                  <a:pt x="16681" y="32407"/>
                </a:cubicBezTo>
                <a:cubicBezTo>
                  <a:pt x="16603" y="32738"/>
                  <a:pt x="16868" y="32997"/>
                  <a:pt x="17161" y="32997"/>
                </a:cubicBezTo>
                <a:cubicBezTo>
                  <a:pt x="17268" y="32997"/>
                  <a:pt x="17379" y="32963"/>
                  <a:pt x="17478" y="32885"/>
                </a:cubicBezTo>
                <a:cubicBezTo>
                  <a:pt x="17611" y="32779"/>
                  <a:pt x="20427" y="30415"/>
                  <a:pt x="21330" y="27201"/>
                </a:cubicBezTo>
                <a:cubicBezTo>
                  <a:pt x="21834" y="25262"/>
                  <a:pt x="21649" y="22844"/>
                  <a:pt x="21463" y="20533"/>
                </a:cubicBezTo>
                <a:cubicBezTo>
                  <a:pt x="21303" y="19099"/>
                  <a:pt x="21250" y="17638"/>
                  <a:pt x="21330" y="16204"/>
                </a:cubicBezTo>
                <a:cubicBezTo>
                  <a:pt x="21409" y="15433"/>
                  <a:pt x="21808" y="14212"/>
                  <a:pt x="22259" y="12857"/>
                </a:cubicBezTo>
                <a:cubicBezTo>
                  <a:pt x="22552" y="11927"/>
                  <a:pt x="22870" y="10918"/>
                  <a:pt x="23163" y="9882"/>
                </a:cubicBezTo>
                <a:lnTo>
                  <a:pt x="23189" y="9882"/>
                </a:lnTo>
                <a:lnTo>
                  <a:pt x="23163" y="9855"/>
                </a:lnTo>
                <a:cubicBezTo>
                  <a:pt x="24066" y="6535"/>
                  <a:pt x="24411" y="2976"/>
                  <a:pt x="21649" y="1223"/>
                </a:cubicBezTo>
                <a:cubicBezTo>
                  <a:pt x="20506" y="452"/>
                  <a:pt x="19178" y="27"/>
                  <a:pt x="17797" y="1"/>
                </a:cubicBezTo>
                <a:cubicBezTo>
                  <a:pt x="16416" y="1"/>
                  <a:pt x="15274" y="479"/>
                  <a:pt x="14344" y="877"/>
                </a:cubicBezTo>
                <a:cubicBezTo>
                  <a:pt x="13813" y="1143"/>
                  <a:pt x="13255" y="1329"/>
                  <a:pt x="12644" y="1382"/>
                </a:cubicBezTo>
                <a:cubicBezTo>
                  <a:pt x="12060" y="1329"/>
                  <a:pt x="11475" y="1143"/>
                  <a:pt x="10944" y="877"/>
                </a:cubicBezTo>
                <a:cubicBezTo>
                  <a:pt x="10041" y="479"/>
                  <a:pt x="8872" y="1"/>
                  <a:pt x="749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40" name="Google Shape;1740;p40"/>
          <p:cNvGrpSpPr/>
          <p:nvPr/>
        </p:nvGrpSpPr>
        <p:grpSpPr>
          <a:xfrm>
            <a:off x="2725173" y="4065585"/>
            <a:ext cx="608916" cy="461569"/>
            <a:chOff x="2628975" y="325600"/>
            <a:chExt cx="914425" cy="693150"/>
          </a:xfrm>
        </p:grpSpPr>
        <p:sp>
          <p:nvSpPr>
            <p:cNvPr id="1741" name="Google Shape;1741;p40"/>
            <p:cNvSpPr/>
            <p:nvPr/>
          </p:nvSpPr>
          <p:spPr>
            <a:xfrm>
              <a:off x="3030725" y="528450"/>
              <a:ext cx="324750" cy="313325"/>
            </a:xfrm>
            <a:custGeom>
              <a:avLst/>
              <a:gdLst/>
              <a:ahLst/>
              <a:cxnLst/>
              <a:rect l="l" t="t" r="r" b="b"/>
              <a:pathLst>
                <a:path w="12990" h="12533" extrusionOk="0">
                  <a:moveTo>
                    <a:pt x="4669" y="0"/>
                  </a:moveTo>
                  <a:cubicBezTo>
                    <a:pt x="3597" y="0"/>
                    <a:pt x="2524" y="406"/>
                    <a:pt x="1700" y="1217"/>
                  </a:cubicBezTo>
                  <a:cubicBezTo>
                    <a:pt x="0" y="2917"/>
                    <a:pt x="80" y="5679"/>
                    <a:pt x="1833" y="7326"/>
                  </a:cubicBezTo>
                  <a:lnTo>
                    <a:pt x="7039" y="12532"/>
                  </a:lnTo>
                  <a:lnTo>
                    <a:pt x="12989" y="6556"/>
                  </a:lnTo>
                  <a:lnTo>
                    <a:pt x="7783" y="1376"/>
                  </a:lnTo>
                  <a:cubicBezTo>
                    <a:pt x="6948" y="459"/>
                    <a:pt x="5809" y="0"/>
                    <a:pt x="46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40"/>
            <p:cNvSpPr/>
            <p:nvPr/>
          </p:nvSpPr>
          <p:spPr>
            <a:xfrm>
              <a:off x="3224625" y="710925"/>
              <a:ext cx="318775" cy="307825"/>
            </a:xfrm>
            <a:custGeom>
              <a:avLst/>
              <a:gdLst/>
              <a:ahLst/>
              <a:cxnLst/>
              <a:rect l="l" t="t" r="r" b="b"/>
              <a:pathLst>
                <a:path w="12751" h="12313" extrusionOk="0">
                  <a:moveTo>
                    <a:pt x="5950" y="1143"/>
                  </a:moveTo>
                  <a:lnTo>
                    <a:pt x="10599" y="5791"/>
                  </a:lnTo>
                  <a:cubicBezTo>
                    <a:pt x="11900" y="7092"/>
                    <a:pt x="11900" y="9244"/>
                    <a:pt x="10572" y="10572"/>
                  </a:cubicBezTo>
                  <a:cubicBezTo>
                    <a:pt x="9921" y="11236"/>
                    <a:pt x="9058" y="11568"/>
                    <a:pt x="8192" y="11568"/>
                  </a:cubicBezTo>
                  <a:cubicBezTo>
                    <a:pt x="7325" y="11568"/>
                    <a:pt x="6455" y="11236"/>
                    <a:pt x="5791" y="10572"/>
                  </a:cubicBezTo>
                  <a:lnTo>
                    <a:pt x="1169" y="5950"/>
                  </a:lnTo>
                  <a:lnTo>
                    <a:pt x="5950" y="1143"/>
                  </a:lnTo>
                  <a:close/>
                  <a:moveTo>
                    <a:pt x="5950" y="0"/>
                  </a:moveTo>
                  <a:lnTo>
                    <a:pt x="0" y="5950"/>
                  </a:lnTo>
                  <a:lnTo>
                    <a:pt x="5207" y="11157"/>
                  </a:lnTo>
                  <a:cubicBezTo>
                    <a:pt x="6029" y="11927"/>
                    <a:pt x="7077" y="12312"/>
                    <a:pt x="8119" y="12312"/>
                  </a:cubicBezTo>
                  <a:cubicBezTo>
                    <a:pt x="9196" y="12312"/>
                    <a:pt x="10267" y="11900"/>
                    <a:pt x="11077" y="11077"/>
                  </a:cubicBezTo>
                  <a:cubicBezTo>
                    <a:pt x="12697" y="9457"/>
                    <a:pt x="12750" y="6853"/>
                    <a:pt x="11157" y="5207"/>
                  </a:cubicBezTo>
                  <a:lnTo>
                    <a:pt x="59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40"/>
            <p:cNvSpPr/>
            <p:nvPr/>
          </p:nvSpPr>
          <p:spPr>
            <a:xfrm>
              <a:off x="2628975" y="504400"/>
              <a:ext cx="318750" cy="308500"/>
            </a:xfrm>
            <a:custGeom>
              <a:avLst/>
              <a:gdLst/>
              <a:ahLst/>
              <a:cxnLst/>
              <a:rect l="l" t="t" r="r" b="b"/>
              <a:pathLst>
                <a:path w="12750" h="12340" extrusionOk="0">
                  <a:moveTo>
                    <a:pt x="6773" y="0"/>
                  </a:moveTo>
                  <a:lnTo>
                    <a:pt x="1567" y="5233"/>
                  </a:lnTo>
                  <a:cubicBezTo>
                    <a:pt x="0" y="6880"/>
                    <a:pt x="27" y="9483"/>
                    <a:pt x="1647" y="11104"/>
                  </a:cubicBezTo>
                  <a:cubicBezTo>
                    <a:pt x="2471" y="11927"/>
                    <a:pt x="3548" y="12339"/>
                    <a:pt x="4625" y="12339"/>
                  </a:cubicBezTo>
                  <a:cubicBezTo>
                    <a:pt x="5667" y="12339"/>
                    <a:pt x="6708" y="11954"/>
                    <a:pt x="7517" y="11183"/>
                  </a:cubicBezTo>
                  <a:lnTo>
                    <a:pt x="12750" y="5977"/>
                  </a:lnTo>
                  <a:lnTo>
                    <a:pt x="677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40"/>
            <p:cNvSpPr/>
            <p:nvPr/>
          </p:nvSpPr>
          <p:spPr>
            <a:xfrm>
              <a:off x="2816225" y="325600"/>
              <a:ext cx="320775" cy="310300"/>
            </a:xfrm>
            <a:custGeom>
              <a:avLst/>
              <a:gdLst/>
              <a:ahLst/>
              <a:cxnLst/>
              <a:rect l="l" t="t" r="r" b="b"/>
              <a:pathLst>
                <a:path w="12831" h="12412" extrusionOk="0">
                  <a:moveTo>
                    <a:pt x="8195" y="817"/>
                  </a:moveTo>
                  <a:cubicBezTo>
                    <a:pt x="9065" y="817"/>
                    <a:pt x="9935" y="1149"/>
                    <a:pt x="10599" y="1813"/>
                  </a:cubicBezTo>
                  <a:cubicBezTo>
                    <a:pt x="11901" y="3142"/>
                    <a:pt x="11901" y="5293"/>
                    <a:pt x="10599" y="6595"/>
                  </a:cubicBezTo>
                  <a:lnTo>
                    <a:pt x="5951" y="11243"/>
                  </a:lnTo>
                  <a:lnTo>
                    <a:pt x="1169" y="6462"/>
                  </a:lnTo>
                  <a:lnTo>
                    <a:pt x="5791" y="1813"/>
                  </a:lnTo>
                  <a:cubicBezTo>
                    <a:pt x="6455" y="1149"/>
                    <a:pt x="7325" y="817"/>
                    <a:pt x="8195" y="817"/>
                  </a:cubicBezTo>
                  <a:close/>
                  <a:moveTo>
                    <a:pt x="8195" y="1"/>
                  </a:moveTo>
                  <a:cubicBezTo>
                    <a:pt x="7113" y="1"/>
                    <a:pt x="6030" y="419"/>
                    <a:pt x="5207" y="1256"/>
                  </a:cubicBezTo>
                  <a:lnTo>
                    <a:pt x="1" y="6462"/>
                  </a:lnTo>
                  <a:lnTo>
                    <a:pt x="5951" y="12412"/>
                  </a:lnTo>
                  <a:lnTo>
                    <a:pt x="11183" y="7206"/>
                  </a:lnTo>
                  <a:cubicBezTo>
                    <a:pt x="12830" y="5559"/>
                    <a:pt x="12830" y="2876"/>
                    <a:pt x="11183" y="1256"/>
                  </a:cubicBezTo>
                  <a:cubicBezTo>
                    <a:pt x="10360" y="419"/>
                    <a:pt x="9278" y="1"/>
                    <a:pt x="81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5" name="Google Shape;1745;p40"/>
          <p:cNvGrpSpPr/>
          <p:nvPr/>
        </p:nvGrpSpPr>
        <p:grpSpPr>
          <a:xfrm>
            <a:off x="5967389" y="4080186"/>
            <a:ext cx="257203" cy="483903"/>
            <a:chOff x="5805800" y="238125"/>
            <a:chExt cx="436975" cy="822125"/>
          </a:xfrm>
        </p:grpSpPr>
        <p:sp>
          <p:nvSpPr>
            <p:cNvPr id="1746" name="Google Shape;1746;p40"/>
            <p:cNvSpPr/>
            <p:nvPr/>
          </p:nvSpPr>
          <p:spPr>
            <a:xfrm>
              <a:off x="5805800" y="414750"/>
              <a:ext cx="436975" cy="645500"/>
            </a:xfrm>
            <a:custGeom>
              <a:avLst/>
              <a:gdLst/>
              <a:ahLst/>
              <a:cxnLst/>
              <a:rect l="l" t="t" r="r" b="b"/>
              <a:pathLst>
                <a:path w="17479" h="25820" extrusionOk="0">
                  <a:moveTo>
                    <a:pt x="14477" y="1010"/>
                  </a:moveTo>
                  <a:cubicBezTo>
                    <a:pt x="15593" y="1010"/>
                    <a:pt x="16469" y="1886"/>
                    <a:pt x="16469" y="3002"/>
                  </a:cubicBezTo>
                  <a:lnTo>
                    <a:pt x="16496" y="22844"/>
                  </a:lnTo>
                  <a:cubicBezTo>
                    <a:pt x="16496" y="23933"/>
                    <a:pt x="15593" y="24836"/>
                    <a:pt x="14504" y="24836"/>
                  </a:cubicBezTo>
                  <a:lnTo>
                    <a:pt x="3002" y="24836"/>
                  </a:lnTo>
                  <a:cubicBezTo>
                    <a:pt x="1887" y="24836"/>
                    <a:pt x="1010" y="23933"/>
                    <a:pt x="1010" y="22844"/>
                  </a:cubicBezTo>
                  <a:lnTo>
                    <a:pt x="1010" y="20294"/>
                  </a:lnTo>
                  <a:lnTo>
                    <a:pt x="10307" y="20294"/>
                  </a:lnTo>
                  <a:lnTo>
                    <a:pt x="10307" y="5526"/>
                  </a:lnTo>
                  <a:lnTo>
                    <a:pt x="984" y="5526"/>
                  </a:lnTo>
                  <a:lnTo>
                    <a:pt x="984" y="3002"/>
                  </a:lnTo>
                  <a:cubicBezTo>
                    <a:pt x="984" y="1886"/>
                    <a:pt x="1887" y="1010"/>
                    <a:pt x="2976" y="1010"/>
                  </a:cubicBezTo>
                  <a:close/>
                  <a:moveTo>
                    <a:pt x="3002" y="1"/>
                  </a:moveTo>
                  <a:cubicBezTo>
                    <a:pt x="1329" y="1"/>
                    <a:pt x="1" y="1329"/>
                    <a:pt x="1" y="3002"/>
                  </a:cubicBezTo>
                  <a:lnTo>
                    <a:pt x="1" y="22818"/>
                  </a:lnTo>
                  <a:cubicBezTo>
                    <a:pt x="1" y="24464"/>
                    <a:pt x="1329" y="25819"/>
                    <a:pt x="3002" y="25819"/>
                  </a:cubicBezTo>
                  <a:lnTo>
                    <a:pt x="14504" y="25819"/>
                  </a:lnTo>
                  <a:cubicBezTo>
                    <a:pt x="16151" y="25819"/>
                    <a:pt x="17479" y="24464"/>
                    <a:pt x="17479" y="22818"/>
                  </a:cubicBezTo>
                  <a:lnTo>
                    <a:pt x="17479" y="3002"/>
                  </a:lnTo>
                  <a:cubicBezTo>
                    <a:pt x="17479" y="1355"/>
                    <a:pt x="16151" y="1"/>
                    <a:pt x="145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40"/>
            <p:cNvSpPr/>
            <p:nvPr/>
          </p:nvSpPr>
          <p:spPr>
            <a:xfrm>
              <a:off x="5863575" y="238125"/>
              <a:ext cx="321425" cy="74375"/>
            </a:xfrm>
            <a:custGeom>
              <a:avLst/>
              <a:gdLst/>
              <a:ahLst/>
              <a:cxnLst/>
              <a:rect l="l" t="t" r="r" b="b"/>
              <a:pathLst>
                <a:path w="12857" h="2975" extrusionOk="0">
                  <a:moveTo>
                    <a:pt x="10340" y="1008"/>
                  </a:moveTo>
                  <a:cubicBezTo>
                    <a:pt x="10954" y="1008"/>
                    <a:pt x="11510" y="1400"/>
                    <a:pt x="11741" y="1966"/>
                  </a:cubicBezTo>
                  <a:lnTo>
                    <a:pt x="1116" y="1966"/>
                  </a:lnTo>
                  <a:cubicBezTo>
                    <a:pt x="1348" y="1400"/>
                    <a:pt x="1903" y="1008"/>
                    <a:pt x="2517" y="1008"/>
                  </a:cubicBezTo>
                  <a:cubicBezTo>
                    <a:pt x="2537" y="1008"/>
                    <a:pt x="2557" y="1009"/>
                    <a:pt x="2577" y="1009"/>
                  </a:cubicBezTo>
                  <a:lnTo>
                    <a:pt x="10280" y="1009"/>
                  </a:lnTo>
                  <a:cubicBezTo>
                    <a:pt x="10300" y="1009"/>
                    <a:pt x="10320" y="1008"/>
                    <a:pt x="10340" y="1008"/>
                  </a:cubicBezTo>
                  <a:close/>
                  <a:moveTo>
                    <a:pt x="2577" y="0"/>
                  </a:moveTo>
                  <a:cubicBezTo>
                    <a:pt x="1196" y="0"/>
                    <a:pt x="80" y="1089"/>
                    <a:pt x="27" y="2444"/>
                  </a:cubicBezTo>
                  <a:lnTo>
                    <a:pt x="1" y="2975"/>
                  </a:lnTo>
                  <a:lnTo>
                    <a:pt x="12857" y="2975"/>
                  </a:lnTo>
                  <a:lnTo>
                    <a:pt x="12830" y="2444"/>
                  </a:lnTo>
                  <a:cubicBezTo>
                    <a:pt x="12777" y="1089"/>
                    <a:pt x="11661" y="0"/>
                    <a:pt x="102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40"/>
            <p:cNvSpPr/>
            <p:nvPr/>
          </p:nvSpPr>
          <p:spPr>
            <a:xfrm>
              <a:off x="5861575" y="325775"/>
              <a:ext cx="325425" cy="77050"/>
            </a:xfrm>
            <a:custGeom>
              <a:avLst/>
              <a:gdLst/>
              <a:ahLst/>
              <a:cxnLst/>
              <a:rect l="l" t="t" r="r" b="b"/>
              <a:pathLst>
                <a:path w="13017" h="3082" extrusionOk="0">
                  <a:moveTo>
                    <a:pt x="692" y="372"/>
                  </a:moveTo>
                  <a:lnTo>
                    <a:pt x="692" y="2683"/>
                  </a:lnTo>
                  <a:lnTo>
                    <a:pt x="426" y="2683"/>
                  </a:lnTo>
                  <a:lnTo>
                    <a:pt x="426" y="372"/>
                  </a:lnTo>
                  <a:close/>
                  <a:moveTo>
                    <a:pt x="1781" y="372"/>
                  </a:moveTo>
                  <a:lnTo>
                    <a:pt x="1781" y="2683"/>
                  </a:lnTo>
                  <a:lnTo>
                    <a:pt x="1488" y="2683"/>
                  </a:lnTo>
                  <a:lnTo>
                    <a:pt x="1488" y="372"/>
                  </a:lnTo>
                  <a:close/>
                  <a:moveTo>
                    <a:pt x="2843" y="372"/>
                  </a:moveTo>
                  <a:lnTo>
                    <a:pt x="2843" y="2683"/>
                  </a:lnTo>
                  <a:lnTo>
                    <a:pt x="2578" y="2683"/>
                  </a:lnTo>
                  <a:lnTo>
                    <a:pt x="2578" y="372"/>
                  </a:lnTo>
                  <a:close/>
                  <a:moveTo>
                    <a:pt x="3932" y="372"/>
                  </a:moveTo>
                  <a:lnTo>
                    <a:pt x="3932" y="2683"/>
                  </a:lnTo>
                  <a:lnTo>
                    <a:pt x="3667" y="2683"/>
                  </a:lnTo>
                  <a:lnTo>
                    <a:pt x="3667" y="372"/>
                  </a:lnTo>
                  <a:close/>
                  <a:moveTo>
                    <a:pt x="5021" y="372"/>
                  </a:moveTo>
                  <a:lnTo>
                    <a:pt x="5021" y="2683"/>
                  </a:lnTo>
                  <a:lnTo>
                    <a:pt x="4756" y="2683"/>
                  </a:lnTo>
                  <a:lnTo>
                    <a:pt x="4756" y="372"/>
                  </a:lnTo>
                  <a:close/>
                  <a:moveTo>
                    <a:pt x="6110" y="372"/>
                  </a:moveTo>
                  <a:lnTo>
                    <a:pt x="6110" y="2683"/>
                  </a:lnTo>
                  <a:lnTo>
                    <a:pt x="5818" y="2683"/>
                  </a:lnTo>
                  <a:lnTo>
                    <a:pt x="5818" y="372"/>
                  </a:lnTo>
                  <a:close/>
                  <a:moveTo>
                    <a:pt x="7199" y="372"/>
                  </a:moveTo>
                  <a:lnTo>
                    <a:pt x="7173" y="2683"/>
                  </a:lnTo>
                  <a:lnTo>
                    <a:pt x="6934" y="2683"/>
                  </a:lnTo>
                  <a:lnTo>
                    <a:pt x="6934" y="372"/>
                  </a:lnTo>
                  <a:close/>
                  <a:moveTo>
                    <a:pt x="8262" y="372"/>
                  </a:moveTo>
                  <a:lnTo>
                    <a:pt x="8262" y="2683"/>
                  </a:lnTo>
                  <a:lnTo>
                    <a:pt x="7996" y="2683"/>
                  </a:lnTo>
                  <a:lnTo>
                    <a:pt x="7996" y="372"/>
                  </a:lnTo>
                  <a:close/>
                  <a:moveTo>
                    <a:pt x="9351" y="372"/>
                  </a:moveTo>
                  <a:lnTo>
                    <a:pt x="9351" y="2683"/>
                  </a:lnTo>
                  <a:lnTo>
                    <a:pt x="9085" y="2683"/>
                  </a:lnTo>
                  <a:lnTo>
                    <a:pt x="9085" y="372"/>
                  </a:lnTo>
                  <a:close/>
                  <a:moveTo>
                    <a:pt x="10440" y="372"/>
                  </a:moveTo>
                  <a:lnTo>
                    <a:pt x="10440" y="2683"/>
                  </a:lnTo>
                  <a:lnTo>
                    <a:pt x="10174" y="2683"/>
                  </a:lnTo>
                  <a:lnTo>
                    <a:pt x="10174" y="372"/>
                  </a:lnTo>
                  <a:close/>
                  <a:moveTo>
                    <a:pt x="11502" y="372"/>
                  </a:moveTo>
                  <a:lnTo>
                    <a:pt x="11529" y="2683"/>
                  </a:lnTo>
                  <a:lnTo>
                    <a:pt x="11237" y="2683"/>
                  </a:lnTo>
                  <a:lnTo>
                    <a:pt x="11237" y="372"/>
                  </a:lnTo>
                  <a:close/>
                  <a:moveTo>
                    <a:pt x="12591" y="372"/>
                  </a:moveTo>
                  <a:lnTo>
                    <a:pt x="12591" y="2683"/>
                  </a:lnTo>
                  <a:lnTo>
                    <a:pt x="12326" y="2683"/>
                  </a:lnTo>
                  <a:lnTo>
                    <a:pt x="12326" y="372"/>
                  </a:lnTo>
                  <a:close/>
                  <a:moveTo>
                    <a:pt x="1" y="0"/>
                  </a:moveTo>
                  <a:lnTo>
                    <a:pt x="1" y="3081"/>
                  </a:lnTo>
                  <a:lnTo>
                    <a:pt x="13016" y="3081"/>
                  </a:lnTo>
                  <a:lnTo>
                    <a:pt x="130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40"/>
            <p:cNvSpPr/>
            <p:nvPr/>
          </p:nvSpPr>
          <p:spPr>
            <a:xfrm>
              <a:off x="5872200" y="335075"/>
              <a:ext cx="6675" cy="57800"/>
            </a:xfrm>
            <a:custGeom>
              <a:avLst/>
              <a:gdLst/>
              <a:ahLst/>
              <a:cxnLst/>
              <a:rect l="l" t="t" r="r" b="b"/>
              <a:pathLst>
                <a:path w="267" h="2312" extrusionOk="0">
                  <a:moveTo>
                    <a:pt x="1" y="0"/>
                  </a:moveTo>
                  <a:lnTo>
                    <a:pt x="1" y="2311"/>
                  </a:lnTo>
                  <a:lnTo>
                    <a:pt x="267" y="2311"/>
                  </a:lnTo>
                  <a:lnTo>
                    <a:pt x="26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40"/>
            <p:cNvSpPr/>
            <p:nvPr/>
          </p:nvSpPr>
          <p:spPr>
            <a:xfrm>
              <a:off x="5898775" y="335075"/>
              <a:ext cx="7325" cy="57800"/>
            </a:xfrm>
            <a:custGeom>
              <a:avLst/>
              <a:gdLst/>
              <a:ahLst/>
              <a:cxnLst/>
              <a:rect l="l" t="t" r="r" b="b"/>
              <a:pathLst>
                <a:path w="293" h="2312" extrusionOk="0">
                  <a:moveTo>
                    <a:pt x="0" y="0"/>
                  </a:moveTo>
                  <a:lnTo>
                    <a:pt x="0" y="2311"/>
                  </a:lnTo>
                  <a:lnTo>
                    <a:pt x="293" y="2311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40"/>
            <p:cNvSpPr/>
            <p:nvPr/>
          </p:nvSpPr>
          <p:spPr>
            <a:xfrm>
              <a:off x="5926000" y="335075"/>
              <a:ext cx="7325" cy="57800"/>
            </a:xfrm>
            <a:custGeom>
              <a:avLst/>
              <a:gdLst/>
              <a:ahLst/>
              <a:cxnLst/>
              <a:rect l="l" t="t" r="r" b="b"/>
              <a:pathLst>
                <a:path w="293" h="2312" extrusionOk="0">
                  <a:moveTo>
                    <a:pt x="1" y="0"/>
                  </a:moveTo>
                  <a:lnTo>
                    <a:pt x="1" y="2311"/>
                  </a:lnTo>
                  <a:lnTo>
                    <a:pt x="293" y="2311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40"/>
            <p:cNvSpPr/>
            <p:nvPr/>
          </p:nvSpPr>
          <p:spPr>
            <a:xfrm>
              <a:off x="5953225" y="335075"/>
              <a:ext cx="6675" cy="57800"/>
            </a:xfrm>
            <a:custGeom>
              <a:avLst/>
              <a:gdLst/>
              <a:ahLst/>
              <a:cxnLst/>
              <a:rect l="l" t="t" r="r" b="b"/>
              <a:pathLst>
                <a:path w="267" h="2312" extrusionOk="0">
                  <a:moveTo>
                    <a:pt x="1" y="0"/>
                  </a:moveTo>
                  <a:lnTo>
                    <a:pt x="1" y="2311"/>
                  </a:lnTo>
                  <a:lnTo>
                    <a:pt x="266" y="2311"/>
                  </a:lnTo>
                  <a:lnTo>
                    <a:pt x="2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40"/>
            <p:cNvSpPr/>
            <p:nvPr/>
          </p:nvSpPr>
          <p:spPr>
            <a:xfrm>
              <a:off x="5980450" y="335075"/>
              <a:ext cx="6675" cy="57800"/>
            </a:xfrm>
            <a:custGeom>
              <a:avLst/>
              <a:gdLst/>
              <a:ahLst/>
              <a:cxnLst/>
              <a:rect l="l" t="t" r="r" b="b"/>
              <a:pathLst>
                <a:path w="267" h="2312" extrusionOk="0">
                  <a:moveTo>
                    <a:pt x="1" y="0"/>
                  </a:moveTo>
                  <a:lnTo>
                    <a:pt x="1" y="2311"/>
                  </a:lnTo>
                  <a:lnTo>
                    <a:pt x="266" y="2311"/>
                  </a:lnTo>
                  <a:lnTo>
                    <a:pt x="2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40"/>
            <p:cNvSpPr/>
            <p:nvPr/>
          </p:nvSpPr>
          <p:spPr>
            <a:xfrm>
              <a:off x="6007025" y="335075"/>
              <a:ext cx="7325" cy="57800"/>
            </a:xfrm>
            <a:custGeom>
              <a:avLst/>
              <a:gdLst/>
              <a:ahLst/>
              <a:cxnLst/>
              <a:rect l="l" t="t" r="r" b="b"/>
              <a:pathLst>
                <a:path w="293" h="2312" extrusionOk="0">
                  <a:moveTo>
                    <a:pt x="0" y="0"/>
                  </a:moveTo>
                  <a:lnTo>
                    <a:pt x="0" y="2311"/>
                  </a:lnTo>
                  <a:lnTo>
                    <a:pt x="292" y="2311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40"/>
            <p:cNvSpPr/>
            <p:nvPr/>
          </p:nvSpPr>
          <p:spPr>
            <a:xfrm>
              <a:off x="6034250" y="335075"/>
              <a:ext cx="6650" cy="57800"/>
            </a:xfrm>
            <a:custGeom>
              <a:avLst/>
              <a:gdLst/>
              <a:ahLst/>
              <a:cxnLst/>
              <a:rect l="l" t="t" r="r" b="b"/>
              <a:pathLst>
                <a:path w="266" h="2312" extrusionOk="0">
                  <a:moveTo>
                    <a:pt x="0" y="0"/>
                  </a:moveTo>
                  <a:lnTo>
                    <a:pt x="0" y="2311"/>
                  </a:lnTo>
                  <a:lnTo>
                    <a:pt x="266" y="2311"/>
                  </a:lnTo>
                  <a:lnTo>
                    <a:pt x="2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40"/>
            <p:cNvSpPr/>
            <p:nvPr/>
          </p:nvSpPr>
          <p:spPr>
            <a:xfrm>
              <a:off x="6061475" y="335075"/>
              <a:ext cx="6650" cy="57800"/>
            </a:xfrm>
            <a:custGeom>
              <a:avLst/>
              <a:gdLst/>
              <a:ahLst/>
              <a:cxnLst/>
              <a:rect l="l" t="t" r="r" b="b"/>
              <a:pathLst>
                <a:path w="266" h="2312" extrusionOk="0">
                  <a:moveTo>
                    <a:pt x="0" y="0"/>
                  </a:moveTo>
                  <a:lnTo>
                    <a:pt x="0" y="2311"/>
                  </a:lnTo>
                  <a:lnTo>
                    <a:pt x="266" y="2311"/>
                  </a:lnTo>
                  <a:lnTo>
                    <a:pt x="2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40"/>
            <p:cNvSpPr/>
            <p:nvPr/>
          </p:nvSpPr>
          <p:spPr>
            <a:xfrm>
              <a:off x="6088700" y="335075"/>
              <a:ext cx="6650" cy="57800"/>
            </a:xfrm>
            <a:custGeom>
              <a:avLst/>
              <a:gdLst/>
              <a:ahLst/>
              <a:cxnLst/>
              <a:rect l="l" t="t" r="r" b="b"/>
              <a:pathLst>
                <a:path w="266" h="2312" extrusionOk="0">
                  <a:moveTo>
                    <a:pt x="0" y="0"/>
                  </a:moveTo>
                  <a:lnTo>
                    <a:pt x="0" y="2311"/>
                  </a:lnTo>
                  <a:lnTo>
                    <a:pt x="266" y="2311"/>
                  </a:lnTo>
                  <a:lnTo>
                    <a:pt x="2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40"/>
            <p:cNvSpPr/>
            <p:nvPr/>
          </p:nvSpPr>
          <p:spPr>
            <a:xfrm>
              <a:off x="6115925" y="335075"/>
              <a:ext cx="6650" cy="57800"/>
            </a:xfrm>
            <a:custGeom>
              <a:avLst/>
              <a:gdLst/>
              <a:ahLst/>
              <a:cxnLst/>
              <a:rect l="l" t="t" r="r" b="b"/>
              <a:pathLst>
                <a:path w="266" h="2312" extrusionOk="0">
                  <a:moveTo>
                    <a:pt x="0" y="0"/>
                  </a:moveTo>
                  <a:lnTo>
                    <a:pt x="0" y="2311"/>
                  </a:lnTo>
                  <a:lnTo>
                    <a:pt x="266" y="2311"/>
                  </a:lnTo>
                  <a:lnTo>
                    <a:pt x="2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40"/>
            <p:cNvSpPr/>
            <p:nvPr/>
          </p:nvSpPr>
          <p:spPr>
            <a:xfrm>
              <a:off x="6142475" y="335075"/>
              <a:ext cx="7325" cy="57800"/>
            </a:xfrm>
            <a:custGeom>
              <a:avLst/>
              <a:gdLst/>
              <a:ahLst/>
              <a:cxnLst/>
              <a:rect l="l" t="t" r="r" b="b"/>
              <a:pathLst>
                <a:path w="293" h="2312" extrusionOk="0">
                  <a:moveTo>
                    <a:pt x="1" y="0"/>
                  </a:moveTo>
                  <a:lnTo>
                    <a:pt x="1" y="2311"/>
                  </a:lnTo>
                  <a:lnTo>
                    <a:pt x="293" y="2311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40"/>
            <p:cNvSpPr/>
            <p:nvPr/>
          </p:nvSpPr>
          <p:spPr>
            <a:xfrm>
              <a:off x="6169700" y="335075"/>
              <a:ext cx="6675" cy="57800"/>
            </a:xfrm>
            <a:custGeom>
              <a:avLst/>
              <a:gdLst/>
              <a:ahLst/>
              <a:cxnLst/>
              <a:rect l="l" t="t" r="r" b="b"/>
              <a:pathLst>
                <a:path w="267" h="2312" extrusionOk="0">
                  <a:moveTo>
                    <a:pt x="1" y="0"/>
                  </a:moveTo>
                  <a:lnTo>
                    <a:pt x="1" y="2311"/>
                  </a:lnTo>
                  <a:lnTo>
                    <a:pt x="266" y="2311"/>
                  </a:lnTo>
                  <a:lnTo>
                    <a:pt x="2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761" name="Google Shape;1761;p40"/>
          <p:cNvCxnSpPr>
            <a:stCxn id="1724" idx="2"/>
          </p:cNvCxnSpPr>
          <p:nvPr/>
        </p:nvCxnSpPr>
        <p:spPr>
          <a:xfrm>
            <a:off x="4581714" y="2589761"/>
            <a:ext cx="0" cy="4623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41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Dental Infographics</a:t>
            </a:r>
            <a:endParaRPr/>
          </a:p>
        </p:txBody>
      </p:sp>
      <p:sp>
        <p:nvSpPr>
          <p:cNvPr id="1767" name="Google Shape;1767;p41"/>
          <p:cNvSpPr txBox="1"/>
          <p:nvPr/>
        </p:nvSpPr>
        <p:spPr>
          <a:xfrm>
            <a:off x="4597683" y="3087983"/>
            <a:ext cx="20451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OPERATE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768" name="Google Shape;1768;p41"/>
          <p:cNvSpPr txBox="1"/>
          <p:nvPr/>
        </p:nvSpPr>
        <p:spPr>
          <a:xfrm>
            <a:off x="4631433" y="3385875"/>
            <a:ext cx="19776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cold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9" name="Google Shape;1769;p41"/>
          <p:cNvSpPr txBox="1"/>
          <p:nvPr/>
        </p:nvSpPr>
        <p:spPr>
          <a:xfrm>
            <a:off x="2486078" y="3077675"/>
            <a:ext cx="20451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CLEAN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770" name="Google Shape;1770;p41"/>
          <p:cNvSpPr txBox="1"/>
          <p:nvPr/>
        </p:nvSpPr>
        <p:spPr>
          <a:xfrm>
            <a:off x="2486078" y="3384275"/>
            <a:ext cx="20451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1" name="Google Shape;1771;p41"/>
          <p:cNvSpPr txBox="1"/>
          <p:nvPr/>
        </p:nvSpPr>
        <p:spPr>
          <a:xfrm>
            <a:off x="457329" y="3082825"/>
            <a:ext cx="20451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CHECK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772" name="Google Shape;1772;p41"/>
          <p:cNvSpPr txBox="1"/>
          <p:nvPr/>
        </p:nvSpPr>
        <p:spPr>
          <a:xfrm>
            <a:off x="457329" y="3375100"/>
            <a:ext cx="20451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3" name="Google Shape;1773;p41"/>
          <p:cNvSpPr/>
          <p:nvPr/>
        </p:nvSpPr>
        <p:spPr>
          <a:xfrm>
            <a:off x="833346" y="1505111"/>
            <a:ext cx="1293066" cy="1202415"/>
          </a:xfrm>
          <a:custGeom>
            <a:avLst/>
            <a:gdLst/>
            <a:ahLst/>
            <a:cxnLst/>
            <a:rect l="l" t="t" r="r" b="b"/>
            <a:pathLst>
              <a:path w="11554" h="10744" extrusionOk="0">
                <a:moveTo>
                  <a:pt x="5764" y="0"/>
                </a:moveTo>
                <a:cubicBezTo>
                  <a:pt x="3169" y="0"/>
                  <a:pt x="892" y="1884"/>
                  <a:pt x="473" y="4523"/>
                </a:cubicBezTo>
                <a:cubicBezTo>
                  <a:pt x="0" y="7451"/>
                  <a:pt x="1999" y="10203"/>
                  <a:pt x="4927" y="10677"/>
                </a:cubicBezTo>
                <a:cubicBezTo>
                  <a:pt x="5212" y="10722"/>
                  <a:pt x="5496" y="10744"/>
                  <a:pt x="5777" y="10744"/>
                </a:cubicBezTo>
                <a:cubicBezTo>
                  <a:pt x="8371" y="10744"/>
                  <a:pt x="10661" y="8865"/>
                  <a:pt x="11080" y="6215"/>
                </a:cubicBezTo>
                <a:cubicBezTo>
                  <a:pt x="11554" y="3287"/>
                  <a:pt x="9555" y="534"/>
                  <a:pt x="6627" y="70"/>
                </a:cubicBezTo>
                <a:cubicBezTo>
                  <a:pt x="6337" y="23"/>
                  <a:pt x="6049" y="0"/>
                  <a:pt x="576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4" name="Google Shape;1774;p41"/>
          <p:cNvSpPr/>
          <p:nvPr/>
        </p:nvSpPr>
        <p:spPr>
          <a:xfrm>
            <a:off x="2862542" y="1500302"/>
            <a:ext cx="1292171" cy="1202415"/>
          </a:xfrm>
          <a:custGeom>
            <a:avLst/>
            <a:gdLst/>
            <a:ahLst/>
            <a:cxnLst/>
            <a:rect l="l" t="t" r="r" b="b"/>
            <a:pathLst>
              <a:path w="11546" h="10744" extrusionOk="0">
                <a:moveTo>
                  <a:pt x="5765" y="0"/>
                </a:moveTo>
                <a:cubicBezTo>
                  <a:pt x="3170" y="0"/>
                  <a:pt x="893" y="1884"/>
                  <a:pt x="474" y="4523"/>
                </a:cubicBezTo>
                <a:cubicBezTo>
                  <a:pt x="1" y="7451"/>
                  <a:pt x="1999" y="10212"/>
                  <a:pt x="4927" y="10677"/>
                </a:cubicBezTo>
                <a:cubicBezTo>
                  <a:pt x="5213" y="10722"/>
                  <a:pt x="5497" y="10744"/>
                  <a:pt x="5777" y="10744"/>
                </a:cubicBezTo>
                <a:cubicBezTo>
                  <a:pt x="8372" y="10744"/>
                  <a:pt x="10662" y="8865"/>
                  <a:pt x="11081" y="6215"/>
                </a:cubicBezTo>
                <a:cubicBezTo>
                  <a:pt x="11545" y="3287"/>
                  <a:pt x="9556" y="534"/>
                  <a:pt x="6628" y="70"/>
                </a:cubicBezTo>
                <a:cubicBezTo>
                  <a:pt x="6338" y="23"/>
                  <a:pt x="6049" y="0"/>
                  <a:pt x="576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5" name="Google Shape;1775;p41"/>
          <p:cNvSpPr/>
          <p:nvPr/>
        </p:nvSpPr>
        <p:spPr>
          <a:xfrm>
            <a:off x="4960438" y="1499956"/>
            <a:ext cx="1319590" cy="1202415"/>
          </a:xfrm>
          <a:custGeom>
            <a:avLst/>
            <a:gdLst/>
            <a:ahLst/>
            <a:cxnLst/>
            <a:rect l="l" t="t" r="r" b="b"/>
            <a:pathLst>
              <a:path w="11791" h="10744" extrusionOk="0">
                <a:moveTo>
                  <a:pt x="5896" y="1"/>
                </a:moveTo>
                <a:cubicBezTo>
                  <a:pt x="4519" y="1"/>
                  <a:pt x="3143" y="524"/>
                  <a:pt x="2096" y="1572"/>
                </a:cubicBezTo>
                <a:cubicBezTo>
                  <a:pt x="1" y="3667"/>
                  <a:pt x="1" y="7068"/>
                  <a:pt x="2096" y="9172"/>
                </a:cubicBezTo>
                <a:cubicBezTo>
                  <a:pt x="3143" y="10219"/>
                  <a:pt x="4519" y="10743"/>
                  <a:pt x="5896" y="10743"/>
                </a:cubicBezTo>
                <a:cubicBezTo>
                  <a:pt x="7272" y="10743"/>
                  <a:pt x="8648" y="10219"/>
                  <a:pt x="9696" y="9172"/>
                </a:cubicBezTo>
                <a:cubicBezTo>
                  <a:pt x="11791" y="7068"/>
                  <a:pt x="11791" y="3667"/>
                  <a:pt x="9696" y="1572"/>
                </a:cubicBezTo>
                <a:cubicBezTo>
                  <a:pt x="8648" y="524"/>
                  <a:pt x="7272" y="1"/>
                  <a:pt x="589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6" name="Google Shape;1776;p41"/>
          <p:cNvGrpSpPr/>
          <p:nvPr/>
        </p:nvGrpSpPr>
        <p:grpSpPr>
          <a:xfrm>
            <a:off x="3085774" y="1714069"/>
            <a:ext cx="845708" cy="720413"/>
            <a:chOff x="3164236" y="1714069"/>
            <a:chExt cx="845708" cy="720413"/>
          </a:xfrm>
        </p:grpSpPr>
        <p:sp>
          <p:nvSpPr>
            <p:cNvPr id="1777" name="Google Shape;1777;p41"/>
            <p:cNvSpPr/>
            <p:nvPr/>
          </p:nvSpPr>
          <p:spPr>
            <a:xfrm>
              <a:off x="3534493" y="1714069"/>
              <a:ext cx="475450" cy="330720"/>
            </a:xfrm>
            <a:custGeom>
              <a:avLst/>
              <a:gdLst/>
              <a:ahLst/>
              <a:cxnLst/>
              <a:rect l="l" t="t" r="r" b="b"/>
              <a:pathLst>
                <a:path w="20351" h="14156" extrusionOk="0">
                  <a:moveTo>
                    <a:pt x="2063" y="0"/>
                  </a:moveTo>
                  <a:cubicBezTo>
                    <a:pt x="1062" y="0"/>
                    <a:pt x="59" y="688"/>
                    <a:pt x="31" y="1964"/>
                  </a:cubicBezTo>
                  <a:cubicBezTo>
                    <a:pt x="1" y="3289"/>
                    <a:pt x="1040" y="4038"/>
                    <a:pt x="2076" y="4038"/>
                  </a:cubicBezTo>
                  <a:cubicBezTo>
                    <a:pt x="2887" y="4038"/>
                    <a:pt x="3697" y="3578"/>
                    <a:pt x="3988" y="2575"/>
                  </a:cubicBezTo>
                  <a:lnTo>
                    <a:pt x="8159" y="2575"/>
                  </a:lnTo>
                  <a:lnTo>
                    <a:pt x="8159" y="13279"/>
                  </a:lnTo>
                  <a:lnTo>
                    <a:pt x="9168" y="13279"/>
                  </a:lnTo>
                  <a:lnTo>
                    <a:pt x="9168" y="9454"/>
                  </a:lnTo>
                  <a:lnTo>
                    <a:pt x="13312" y="9454"/>
                  </a:lnTo>
                  <a:lnTo>
                    <a:pt x="13312" y="11075"/>
                  </a:lnTo>
                  <a:lnTo>
                    <a:pt x="14481" y="11075"/>
                  </a:lnTo>
                  <a:lnTo>
                    <a:pt x="14481" y="14156"/>
                  </a:lnTo>
                  <a:lnTo>
                    <a:pt x="14693" y="14156"/>
                  </a:lnTo>
                  <a:lnTo>
                    <a:pt x="14693" y="11075"/>
                  </a:lnTo>
                  <a:lnTo>
                    <a:pt x="16101" y="11075"/>
                  </a:lnTo>
                  <a:lnTo>
                    <a:pt x="16101" y="14156"/>
                  </a:lnTo>
                  <a:lnTo>
                    <a:pt x="16287" y="14156"/>
                  </a:lnTo>
                  <a:lnTo>
                    <a:pt x="16287" y="11075"/>
                  </a:lnTo>
                  <a:lnTo>
                    <a:pt x="17695" y="11075"/>
                  </a:lnTo>
                  <a:lnTo>
                    <a:pt x="17695" y="14156"/>
                  </a:lnTo>
                  <a:lnTo>
                    <a:pt x="17881" y="14156"/>
                  </a:lnTo>
                  <a:lnTo>
                    <a:pt x="17881" y="11075"/>
                  </a:lnTo>
                  <a:lnTo>
                    <a:pt x="19315" y="11075"/>
                  </a:lnTo>
                  <a:lnTo>
                    <a:pt x="19315" y="14156"/>
                  </a:lnTo>
                  <a:lnTo>
                    <a:pt x="19501" y="14156"/>
                  </a:lnTo>
                  <a:lnTo>
                    <a:pt x="19501" y="11075"/>
                  </a:lnTo>
                  <a:lnTo>
                    <a:pt x="20351" y="11075"/>
                  </a:lnTo>
                  <a:lnTo>
                    <a:pt x="20351" y="6957"/>
                  </a:lnTo>
                  <a:lnTo>
                    <a:pt x="13338" y="6957"/>
                  </a:lnTo>
                  <a:lnTo>
                    <a:pt x="13338" y="8578"/>
                  </a:lnTo>
                  <a:lnTo>
                    <a:pt x="9168" y="8578"/>
                  </a:lnTo>
                  <a:lnTo>
                    <a:pt x="9168" y="2070"/>
                  </a:lnTo>
                  <a:cubicBezTo>
                    <a:pt x="9168" y="1804"/>
                    <a:pt x="8929" y="1565"/>
                    <a:pt x="8663" y="1565"/>
                  </a:cubicBezTo>
                  <a:lnTo>
                    <a:pt x="4015" y="1565"/>
                  </a:lnTo>
                  <a:cubicBezTo>
                    <a:pt x="3770" y="501"/>
                    <a:pt x="2918" y="0"/>
                    <a:pt x="20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41"/>
            <p:cNvSpPr/>
            <p:nvPr/>
          </p:nvSpPr>
          <p:spPr>
            <a:xfrm>
              <a:off x="3164236" y="1893885"/>
              <a:ext cx="709145" cy="388215"/>
            </a:xfrm>
            <a:custGeom>
              <a:avLst/>
              <a:gdLst/>
              <a:ahLst/>
              <a:cxnLst/>
              <a:rect l="l" t="t" r="r" b="b"/>
              <a:pathLst>
                <a:path w="30354" h="16617" extrusionOk="0">
                  <a:moveTo>
                    <a:pt x="1867" y="0"/>
                  </a:moveTo>
                  <a:cubicBezTo>
                    <a:pt x="866" y="0"/>
                    <a:pt x="0" y="1236"/>
                    <a:pt x="852" y="2209"/>
                  </a:cubicBezTo>
                  <a:lnTo>
                    <a:pt x="11822" y="13790"/>
                  </a:lnTo>
                  <a:lnTo>
                    <a:pt x="19578" y="13790"/>
                  </a:lnTo>
                  <a:lnTo>
                    <a:pt x="28078" y="16553"/>
                  </a:lnTo>
                  <a:cubicBezTo>
                    <a:pt x="28175" y="16591"/>
                    <a:pt x="28272" y="16616"/>
                    <a:pt x="28370" y="16616"/>
                  </a:cubicBezTo>
                  <a:cubicBezTo>
                    <a:pt x="28405" y="16616"/>
                    <a:pt x="28441" y="16613"/>
                    <a:pt x="28476" y="16606"/>
                  </a:cubicBezTo>
                  <a:lnTo>
                    <a:pt x="28503" y="16606"/>
                  </a:lnTo>
                  <a:cubicBezTo>
                    <a:pt x="28512" y="16606"/>
                    <a:pt x="28521" y="16606"/>
                    <a:pt x="28531" y="16606"/>
                  </a:cubicBezTo>
                  <a:cubicBezTo>
                    <a:pt x="30021" y="16606"/>
                    <a:pt x="30353" y="14478"/>
                    <a:pt x="28901" y="14029"/>
                  </a:cubicBezTo>
                  <a:lnTo>
                    <a:pt x="20003" y="11134"/>
                  </a:lnTo>
                  <a:lnTo>
                    <a:pt x="12964" y="11134"/>
                  </a:lnTo>
                  <a:lnTo>
                    <a:pt x="2791" y="403"/>
                  </a:lnTo>
                  <a:cubicBezTo>
                    <a:pt x="2501" y="119"/>
                    <a:pt x="2177" y="0"/>
                    <a:pt x="18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41"/>
            <p:cNvSpPr/>
            <p:nvPr/>
          </p:nvSpPr>
          <p:spPr>
            <a:xfrm>
              <a:off x="3346738" y="1921568"/>
              <a:ext cx="513811" cy="261613"/>
            </a:xfrm>
            <a:custGeom>
              <a:avLst/>
              <a:gdLst/>
              <a:ahLst/>
              <a:cxnLst/>
              <a:rect l="l" t="t" r="r" b="b"/>
              <a:pathLst>
                <a:path w="21993" h="11198" extrusionOk="0">
                  <a:moveTo>
                    <a:pt x="1894" y="0"/>
                  </a:moveTo>
                  <a:cubicBezTo>
                    <a:pt x="897" y="0"/>
                    <a:pt x="0" y="1212"/>
                    <a:pt x="849" y="2219"/>
                  </a:cubicBezTo>
                  <a:lnTo>
                    <a:pt x="5896" y="8143"/>
                  </a:lnTo>
                  <a:lnTo>
                    <a:pt x="13041" y="8143"/>
                  </a:lnTo>
                  <a:lnTo>
                    <a:pt x="19602" y="11091"/>
                  </a:lnTo>
                  <a:cubicBezTo>
                    <a:pt x="19761" y="11171"/>
                    <a:pt x="19947" y="11197"/>
                    <a:pt x="20160" y="11197"/>
                  </a:cubicBezTo>
                  <a:cubicBezTo>
                    <a:pt x="21568" y="11197"/>
                    <a:pt x="21993" y="9232"/>
                    <a:pt x="20691" y="8647"/>
                  </a:cubicBezTo>
                  <a:lnTo>
                    <a:pt x="13625" y="5486"/>
                  </a:lnTo>
                  <a:lnTo>
                    <a:pt x="7118" y="5486"/>
                  </a:lnTo>
                  <a:lnTo>
                    <a:pt x="2894" y="493"/>
                  </a:lnTo>
                  <a:cubicBezTo>
                    <a:pt x="2594" y="145"/>
                    <a:pt x="2238" y="0"/>
                    <a:pt x="18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41"/>
            <p:cNvSpPr/>
            <p:nvPr/>
          </p:nvSpPr>
          <p:spPr>
            <a:xfrm>
              <a:off x="3252253" y="1814777"/>
              <a:ext cx="115434" cy="99010"/>
            </a:xfrm>
            <a:custGeom>
              <a:avLst/>
              <a:gdLst/>
              <a:ahLst/>
              <a:cxnLst/>
              <a:rect l="l" t="t" r="r" b="b"/>
              <a:pathLst>
                <a:path w="4941" h="4238" extrusionOk="0">
                  <a:moveTo>
                    <a:pt x="2816" y="1"/>
                  </a:moveTo>
                  <a:cubicBezTo>
                    <a:pt x="930" y="1"/>
                    <a:pt x="0" y="2285"/>
                    <a:pt x="1328" y="3613"/>
                  </a:cubicBezTo>
                  <a:cubicBezTo>
                    <a:pt x="1759" y="4044"/>
                    <a:pt x="2291" y="4237"/>
                    <a:pt x="2812" y="4237"/>
                  </a:cubicBezTo>
                  <a:cubicBezTo>
                    <a:pt x="3898" y="4237"/>
                    <a:pt x="4941" y="3400"/>
                    <a:pt x="4941" y="2126"/>
                  </a:cubicBezTo>
                  <a:cubicBezTo>
                    <a:pt x="4941" y="957"/>
                    <a:pt x="3984" y="1"/>
                    <a:pt x="28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41"/>
            <p:cNvSpPr/>
            <p:nvPr/>
          </p:nvSpPr>
          <p:spPr>
            <a:xfrm>
              <a:off x="3268523" y="2232163"/>
              <a:ext cx="521287" cy="202319"/>
            </a:xfrm>
            <a:custGeom>
              <a:avLst/>
              <a:gdLst/>
              <a:ahLst/>
              <a:cxnLst/>
              <a:rect l="l" t="t" r="r" b="b"/>
              <a:pathLst>
                <a:path w="22313" h="8660" extrusionOk="0">
                  <a:moveTo>
                    <a:pt x="7411" y="1"/>
                  </a:moveTo>
                  <a:lnTo>
                    <a:pt x="7411" y="7916"/>
                  </a:lnTo>
                  <a:lnTo>
                    <a:pt x="0" y="7916"/>
                  </a:lnTo>
                  <a:lnTo>
                    <a:pt x="0" y="8660"/>
                  </a:lnTo>
                  <a:lnTo>
                    <a:pt x="22312" y="8660"/>
                  </a:lnTo>
                  <a:lnTo>
                    <a:pt x="22312" y="7916"/>
                  </a:lnTo>
                  <a:lnTo>
                    <a:pt x="14902" y="7916"/>
                  </a:lnTo>
                  <a:lnTo>
                    <a:pt x="149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41"/>
            <p:cNvSpPr/>
            <p:nvPr/>
          </p:nvSpPr>
          <p:spPr>
            <a:xfrm>
              <a:off x="3538932" y="1728297"/>
              <a:ext cx="76956" cy="65765"/>
            </a:xfrm>
            <a:custGeom>
              <a:avLst/>
              <a:gdLst/>
              <a:ahLst/>
              <a:cxnLst/>
              <a:rect l="l" t="t" r="r" b="b"/>
              <a:pathLst>
                <a:path w="3294" h="2815" extrusionOk="0">
                  <a:moveTo>
                    <a:pt x="1886" y="0"/>
                  </a:moveTo>
                  <a:cubicBezTo>
                    <a:pt x="611" y="0"/>
                    <a:pt x="0" y="1514"/>
                    <a:pt x="877" y="2391"/>
                  </a:cubicBezTo>
                  <a:cubicBezTo>
                    <a:pt x="1170" y="2684"/>
                    <a:pt x="1528" y="2815"/>
                    <a:pt x="1878" y="2815"/>
                  </a:cubicBezTo>
                  <a:cubicBezTo>
                    <a:pt x="2604" y="2815"/>
                    <a:pt x="3294" y="2251"/>
                    <a:pt x="3294" y="1408"/>
                  </a:cubicBezTo>
                  <a:cubicBezTo>
                    <a:pt x="3294" y="638"/>
                    <a:pt x="2656" y="0"/>
                    <a:pt x="18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41"/>
            <p:cNvSpPr/>
            <p:nvPr/>
          </p:nvSpPr>
          <p:spPr>
            <a:xfrm>
              <a:off x="3869058" y="1908860"/>
              <a:ext cx="13036" cy="44085"/>
            </a:xfrm>
            <a:custGeom>
              <a:avLst/>
              <a:gdLst/>
              <a:ahLst/>
              <a:cxnLst/>
              <a:rect l="l" t="t" r="r" b="b"/>
              <a:pathLst>
                <a:path w="558" h="1887" extrusionOk="0">
                  <a:moveTo>
                    <a:pt x="0" y="1"/>
                  </a:moveTo>
                  <a:lnTo>
                    <a:pt x="0" y="1887"/>
                  </a:lnTo>
                  <a:lnTo>
                    <a:pt x="558" y="1887"/>
                  </a:lnTo>
                  <a:lnTo>
                    <a:pt x="5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41"/>
            <p:cNvSpPr/>
            <p:nvPr/>
          </p:nvSpPr>
          <p:spPr>
            <a:xfrm>
              <a:off x="3906273" y="1908860"/>
              <a:ext cx="13060" cy="44085"/>
            </a:xfrm>
            <a:custGeom>
              <a:avLst/>
              <a:gdLst/>
              <a:ahLst/>
              <a:cxnLst/>
              <a:rect l="l" t="t" r="r" b="b"/>
              <a:pathLst>
                <a:path w="559" h="1887" extrusionOk="0">
                  <a:moveTo>
                    <a:pt x="1" y="1"/>
                  </a:moveTo>
                  <a:lnTo>
                    <a:pt x="1" y="1887"/>
                  </a:lnTo>
                  <a:lnTo>
                    <a:pt x="559" y="1887"/>
                  </a:lnTo>
                  <a:lnTo>
                    <a:pt x="5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41"/>
            <p:cNvSpPr/>
            <p:nvPr/>
          </p:nvSpPr>
          <p:spPr>
            <a:xfrm>
              <a:off x="3944143" y="1908860"/>
              <a:ext cx="13060" cy="44085"/>
            </a:xfrm>
            <a:custGeom>
              <a:avLst/>
              <a:gdLst/>
              <a:ahLst/>
              <a:cxnLst/>
              <a:rect l="l" t="t" r="r" b="b"/>
              <a:pathLst>
                <a:path w="559" h="1887" extrusionOk="0">
                  <a:moveTo>
                    <a:pt x="0" y="1"/>
                  </a:moveTo>
                  <a:lnTo>
                    <a:pt x="0" y="1887"/>
                  </a:lnTo>
                  <a:lnTo>
                    <a:pt x="558" y="1887"/>
                  </a:lnTo>
                  <a:lnTo>
                    <a:pt x="5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41"/>
            <p:cNvSpPr/>
            <p:nvPr/>
          </p:nvSpPr>
          <p:spPr>
            <a:xfrm>
              <a:off x="3981358" y="1908860"/>
              <a:ext cx="13060" cy="44085"/>
            </a:xfrm>
            <a:custGeom>
              <a:avLst/>
              <a:gdLst/>
              <a:ahLst/>
              <a:cxnLst/>
              <a:rect l="l" t="t" r="r" b="b"/>
              <a:pathLst>
                <a:path w="559" h="1887" extrusionOk="0">
                  <a:moveTo>
                    <a:pt x="1" y="1"/>
                  </a:moveTo>
                  <a:lnTo>
                    <a:pt x="1" y="1887"/>
                  </a:lnTo>
                  <a:lnTo>
                    <a:pt x="559" y="1887"/>
                  </a:lnTo>
                  <a:lnTo>
                    <a:pt x="5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7" name="Google Shape;1787;p41"/>
          <p:cNvSpPr/>
          <p:nvPr/>
        </p:nvSpPr>
        <p:spPr>
          <a:xfrm>
            <a:off x="5324838" y="1731650"/>
            <a:ext cx="590791" cy="739727"/>
          </a:xfrm>
          <a:custGeom>
            <a:avLst/>
            <a:gdLst/>
            <a:ahLst/>
            <a:cxnLst/>
            <a:rect l="l" t="t" r="r" b="b"/>
            <a:pathLst>
              <a:path w="25288" h="31663" extrusionOk="0">
                <a:moveTo>
                  <a:pt x="17770" y="1009"/>
                </a:moveTo>
                <a:cubicBezTo>
                  <a:pt x="18966" y="1036"/>
                  <a:pt x="20108" y="1408"/>
                  <a:pt x="21090" y="2099"/>
                </a:cubicBezTo>
                <a:cubicBezTo>
                  <a:pt x="24092" y="3958"/>
                  <a:pt x="22472" y="8925"/>
                  <a:pt x="21276" y="12564"/>
                </a:cubicBezTo>
                <a:cubicBezTo>
                  <a:pt x="21170" y="12909"/>
                  <a:pt x="21064" y="13228"/>
                  <a:pt x="20958" y="13573"/>
                </a:cubicBezTo>
                <a:lnTo>
                  <a:pt x="4303" y="13573"/>
                </a:lnTo>
                <a:cubicBezTo>
                  <a:pt x="4223" y="13228"/>
                  <a:pt x="4117" y="12909"/>
                  <a:pt x="3984" y="12564"/>
                </a:cubicBezTo>
                <a:cubicBezTo>
                  <a:pt x="2789" y="8925"/>
                  <a:pt x="1169" y="3958"/>
                  <a:pt x="4144" y="2099"/>
                </a:cubicBezTo>
                <a:cubicBezTo>
                  <a:pt x="5127" y="1408"/>
                  <a:pt x="6269" y="1036"/>
                  <a:pt x="7464" y="1009"/>
                </a:cubicBezTo>
                <a:cubicBezTo>
                  <a:pt x="8659" y="1009"/>
                  <a:pt x="9642" y="1434"/>
                  <a:pt x="10545" y="1806"/>
                </a:cubicBezTo>
                <a:cubicBezTo>
                  <a:pt x="11262" y="2125"/>
                  <a:pt x="11953" y="2417"/>
                  <a:pt x="12617" y="2417"/>
                </a:cubicBezTo>
                <a:cubicBezTo>
                  <a:pt x="13281" y="2417"/>
                  <a:pt x="13972" y="2125"/>
                  <a:pt x="14716" y="1806"/>
                </a:cubicBezTo>
                <a:cubicBezTo>
                  <a:pt x="15592" y="1434"/>
                  <a:pt x="16601" y="1009"/>
                  <a:pt x="17770" y="1009"/>
                </a:cubicBezTo>
                <a:close/>
                <a:moveTo>
                  <a:pt x="7491" y="0"/>
                </a:moveTo>
                <a:cubicBezTo>
                  <a:pt x="6109" y="27"/>
                  <a:pt x="4781" y="452"/>
                  <a:pt x="3639" y="1249"/>
                </a:cubicBezTo>
                <a:cubicBezTo>
                  <a:pt x="0" y="3533"/>
                  <a:pt x="1780" y="8925"/>
                  <a:pt x="3055" y="12856"/>
                </a:cubicBezTo>
                <a:cubicBezTo>
                  <a:pt x="3134" y="13095"/>
                  <a:pt x="3214" y="13308"/>
                  <a:pt x="3267" y="13547"/>
                </a:cubicBezTo>
                <a:lnTo>
                  <a:pt x="3188" y="13547"/>
                </a:lnTo>
                <a:lnTo>
                  <a:pt x="3188" y="20108"/>
                </a:lnTo>
                <a:lnTo>
                  <a:pt x="11023" y="20108"/>
                </a:lnTo>
                <a:lnTo>
                  <a:pt x="11023" y="21542"/>
                </a:lnTo>
                <a:lnTo>
                  <a:pt x="5498" y="21542"/>
                </a:lnTo>
                <a:lnTo>
                  <a:pt x="5498" y="23189"/>
                </a:lnTo>
                <a:lnTo>
                  <a:pt x="11023" y="23189"/>
                </a:lnTo>
                <a:lnTo>
                  <a:pt x="11023" y="24358"/>
                </a:lnTo>
                <a:lnTo>
                  <a:pt x="6853" y="24358"/>
                </a:lnTo>
                <a:lnTo>
                  <a:pt x="6853" y="26005"/>
                </a:lnTo>
                <a:lnTo>
                  <a:pt x="11023" y="26005"/>
                </a:lnTo>
                <a:lnTo>
                  <a:pt x="11023" y="27173"/>
                </a:lnTo>
                <a:lnTo>
                  <a:pt x="8500" y="27173"/>
                </a:lnTo>
                <a:lnTo>
                  <a:pt x="8500" y="28847"/>
                </a:lnTo>
                <a:lnTo>
                  <a:pt x="11023" y="28847"/>
                </a:lnTo>
                <a:lnTo>
                  <a:pt x="11023" y="29989"/>
                </a:lnTo>
                <a:lnTo>
                  <a:pt x="10253" y="29989"/>
                </a:lnTo>
                <a:lnTo>
                  <a:pt x="10253" y="31662"/>
                </a:lnTo>
                <a:lnTo>
                  <a:pt x="15034" y="31662"/>
                </a:lnTo>
                <a:lnTo>
                  <a:pt x="15034" y="29989"/>
                </a:lnTo>
                <a:lnTo>
                  <a:pt x="14264" y="29989"/>
                </a:lnTo>
                <a:lnTo>
                  <a:pt x="14264" y="28847"/>
                </a:lnTo>
                <a:lnTo>
                  <a:pt x="16787" y="28847"/>
                </a:lnTo>
                <a:lnTo>
                  <a:pt x="16787" y="27173"/>
                </a:lnTo>
                <a:lnTo>
                  <a:pt x="14264" y="27173"/>
                </a:lnTo>
                <a:lnTo>
                  <a:pt x="14264" y="26005"/>
                </a:lnTo>
                <a:lnTo>
                  <a:pt x="18434" y="26005"/>
                </a:lnTo>
                <a:lnTo>
                  <a:pt x="18434" y="24358"/>
                </a:lnTo>
                <a:lnTo>
                  <a:pt x="14264" y="24358"/>
                </a:lnTo>
                <a:lnTo>
                  <a:pt x="14264" y="23189"/>
                </a:lnTo>
                <a:lnTo>
                  <a:pt x="19789" y="23189"/>
                </a:lnTo>
                <a:lnTo>
                  <a:pt x="19789" y="21542"/>
                </a:lnTo>
                <a:lnTo>
                  <a:pt x="14264" y="21542"/>
                </a:lnTo>
                <a:lnTo>
                  <a:pt x="14264" y="20108"/>
                </a:lnTo>
                <a:lnTo>
                  <a:pt x="22100" y="20108"/>
                </a:lnTo>
                <a:lnTo>
                  <a:pt x="22100" y="13573"/>
                </a:lnTo>
                <a:lnTo>
                  <a:pt x="22020" y="13573"/>
                </a:lnTo>
                <a:cubicBezTo>
                  <a:pt x="22100" y="13334"/>
                  <a:pt x="22180" y="13122"/>
                  <a:pt x="22233" y="12883"/>
                </a:cubicBezTo>
                <a:cubicBezTo>
                  <a:pt x="23508" y="8925"/>
                  <a:pt x="25287" y="3533"/>
                  <a:pt x="21648" y="1249"/>
                </a:cubicBezTo>
                <a:cubicBezTo>
                  <a:pt x="20506" y="452"/>
                  <a:pt x="19178" y="27"/>
                  <a:pt x="17797" y="0"/>
                </a:cubicBezTo>
                <a:cubicBezTo>
                  <a:pt x="16416" y="0"/>
                  <a:pt x="15273" y="478"/>
                  <a:pt x="14344" y="877"/>
                </a:cubicBezTo>
                <a:cubicBezTo>
                  <a:pt x="13826" y="1222"/>
                  <a:pt x="13235" y="1395"/>
                  <a:pt x="12644" y="1395"/>
                </a:cubicBezTo>
                <a:cubicBezTo>
                  <a:pt x="12053" y="1395"/>
                  <a:pt x="11462" y="1222"/>
                  <a:pt x="10944" y="877"/>
                </a:cubicBezTo>
                <a:cubicBezTo>
                  <a:pt x="10014" y="478"/>
                  <a:pt x="8872" y="0"/>
                  <a:pt x="749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8" name="Google Shape;1788;p41"/>
          <p:cNvSpPr txBox="1"/>
          <p:nvPr/>
        </p:nvSpPr>
        <p:spPr>
          <a:xfrm>
            <a:off x="6709279" y="3077675"/>
            <a:ext cx="19776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SMILE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789" name="Google Shape;1789;p41"/>
          <p:cNvSpPr txBox="1"/>
          <p:nvPr/>
        </p:nvSpPr>
        <p:spPr>
          <a:xfrm>
            <a:off x="6709279" y="3384275"/>
            <a:ext cx="19776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0" name="Google Shape;1790;p41"/>
          <p:cNvSpPr/>
          <p:nvPr/>
        </p:nvSpPr>
        <p:spPr>
          <a:xfrm>
            <a:off x="7051994" y="1500302"/>
            <a:ext cx="1292171" cy="1202415"/>
          </a:xfrm>
          <a:custGeom>
            <a:avLst/>
            <a:gdLst/>
            <a:ahLst/>
            <a:cxnLst/>
            <a:rect l="l" t="t" r="r" b="b"/>
            <a:pathLst>
              <a:path w="11546" h="10744" extrusionOk="0">
                <a:moveTo>
                  <a:pt x="5765" y="0"/>
                </a:moveTo>
                <a:cubicBezTo>
                  <a:pt x="3170" y="0"/>
                  <a:pt x="893" y="1884"/>
                  <a:pt x="474" y="4523"/>
                </a:cubicBezTo>
                <a:cubicBezTo>
                  <a:pt x="1" y="7451"/>
                  <a:pt x="1999" y="10212"/>
                  <a:pt x="4927" y="10677"/>
                </a:cubicBezTo>
                <a:cubicBezTo>
                  <a:pt x="5213" y="10722"/>
                  <a:pt x="5497" y="10744"/>
                  <a:pt x="5777" y="10744"/>
                </a:cubicBezTo>
                <a:cubicBezTo>
                  <a:pt x="8372" y="10744"/>
                  <a:pt x="10662" y="8865"/>
                  <a:pt x="11081" y="6215"/>
                </a:cubicBezTo>
                <a:cubicBezTo>
                  <a:pt x="11545" y="3287"/>
                  <a:pt x="9556" y="534"/>
                  <a:pt x="6628" y="70"/>
                </a:cubicBezTo>
                <a:cubicBezTo>
                  <a:pt x="6338" y="23"/>
                  <a:pt x="6049" y="0"/>
                  <a:pt x="576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1" name="Google Shape;1791;p41"/>
          <p:cNvGrpSpPr/>
          <p:nvPr/>
        </p:nvGrpSpPr>
        <p:grpSpPr>
          <a:xfrm>
            <a:off x="1405700" y="1717713"/>
            <a:ext cx="148357" cy="777204"/>
            <a:chOff x="1366154" y="1717713"/>
            <a:chExt cx="148357" cy="777204"/>
          </a:xfrm>
        </p:grpSpPr>
        <p:sp>
          <p:nvSpPr>
            <p:cNvPr id="1792" name="Google Shape;1792;p41"/>
            <p:cNvSpPr/>
            <p:nvPr/>
          </p:nvSpPr>
          <p:spPr>
            <a:xfrm>
              <a:off x="1394539" y="2151652"/>
              <a:ext cx="91587" cy="343264"/>
            </a:xfrm>
            <a:custGeom>
              <a:avLst/>
              <a:gdLst/>
              <a:ahLst/>
              <a:cxnLst/>
              <a:rect l="l" t="t" r="r" b="b"/>
              <a:pathLst>
                <a:path w="4543" h="17027" extrusionOk="0">
                  <a:moveTo>
                    <a:pt x="3560" y="1009"/>
                  </a:moveTo>
                  <a:lnTo>
                    <a:pt x="3560" y="16017"/>
                  </a:lnTo>
                  <a:lnTo>
                    <a:pt x="1010" y="16017"/>
                  </a:lnTo>
                  <a:lnTo>
                    <a:pt x="1010" y="1009"/>
                  </a:lnTo>
                  <a:close/>
                  <a:moveTo>
                    <a:pt x="1" y="0"/>
                  </a:moveTo>
                  <a:lnTo>
                    <a:pt x="1" y="17027"/>
                  </a:lnTo>
                  <a:lnTo>
                    <a:pt x="4543" y="17027"/>
                  </a:lnTo>
                  <a:lnTo>
                    <a:pt x="45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41"/>
            <p:cNvSpPr/>
            <p:nvPr/>
          </p:nvSpPr>
          <p:spPr>
            <a:xfrm>
              <a:off x="1395073" y="2109336"/>
              <a:ext cx="90518" cy="32155"/>
            </a:xfrm>
            <a:custGeom>
              <a:avLst/>
              <a:gdLst/>
              <a:ahLst/>
              <a:cxnLst/>
              <a:rect l="l" t="t" r="r" b="b"/>
              <a:pathLst>
                <a:path w="4490" h="1595" extrusionOk="0">
                  <a:moveTo>
                    <a:pt x="0" y="1"/>
                  </a:moveTo>
                  <a:lnTo>
                    <a:pt x="0" y="1594"/>
                  </a:lnTo>
                  <a:lnTo>
                    <a:pt x="4489" y="1594"/>
                  </a:lnTo>
                  <a:lnTo>
                    <a:pt x="44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41"/>
            <p:cNvSpPr/>
            <p:nvPr/>
          </p:nvSpPr>
          <p:spPr>
            <a:xfrm>
              <a:off x="1395073" y="2067041"/>
              <a:ext cx="90518" cy="32679"/>
            </a:xfrm>
            <a:custGeom>
              <a:avLst/>
              <a:gdLst/>
              <a:ahLst/>
              <a:cxnLst/>
              <a:rect l="l" t="t" r="r" b="b"/>
              <a:pathLst>
                <a:path w="4490" h="1621" extrusionOk="0">
                  <a:moveTo>
                    <a:pt x="0" y="0"/>
                  </a:moveTo>
                  <a:lnTo>
                    <a:pt x="0" y="1621"/>
                  </a:lnTo>
                  <a:lnTo>
                    <a:pt x="4489" y="1621"/>
                  </a:lnTo>
                  <a:lnTo>
                    <a:pt x="44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41"/>
            <p:cNvSpPr/>
            <p:nvPr/>
          </p:nvSpPr>
          <p:spPr>
            <a:xfrm>
              <a:off x="1366154" y="1717713"/>
              <a:ext cx="148357" cy="335966"/>
            </a:xfrm>
            <a:custGeom>
              <a:avLst/>
              <a:gdLst/>
              <a:ahLst/>
              <a:cxnLst/>
              <a:rect l="l" t="t" r="r" b="b"/>
              <a:pathLst>
                <a:path w="7359" h="16665" extrusionOk="0">
                  <a:moveTo>
                    <a:pt x="4141" y="1"/>
                  </a:moveTo>
                  <a:cubicBezTo>
                    <a:pt x="3428" y="1"/>
                    <a:pt x="2698" y="243"/>
                    <a:pt x="2073" y="780"/>
                  </a:cubicBezTo>
                  <a:cubicBezTo>
                    <a:pt x="1" y="2586"/>
                    <a:pt x="1010" y="6013"/>
                    <a:pt x="3720" y="6385"/>
                  </a:cubicBezTo>
                  <a:lnTo>
                    <a:pt x="3720" y="16664"/>
                  </a:lnTo>
                  <a:lnTo>
                    <a:pt x="4596" y="16664"/>
                  </a:lnTo>
                  <a:lnTo>
                    <a:pt x="4596" y="6385"/>
                  </a:lnTo>
                  <a:cubicBezTo>
                    <a:pt x="6190" y="6146"/>
                    <a:pt x="7359" y="4817"/>
                    <a:pt x="7359" y="3224"/>
                  </a:cubicBezTo>
                  <a:cubicBezTo>
                    <a:pt x="7359" y="1295"/>
                    <a:pt x="5792" y="1"/>
                    <a:pt x="41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41"/>
            <p:cNvSpPr/>
            <p:nvPr/>
          </p:nvSpPr>
          <p:spPr>
            <a:xfrm>
              <a:off x="1394529" y="2151652"/>
              <a:ext cx="91607" cy="343264"/>
            </a:xfrm>
            <a:custGeom>
              <a:avLst/>
              <a:gdLst/>
              <a:ahLst/>
              <a:cxnLst/>
              <a:rect l="l" t="t" r="r" b="b"/>
              <a:pathLst>
                <a:path w="4544" h="17027" extrusionOk="0">
                  <a:moveTo>
                    <a:pt x="3560" y="1009"/>
                  </a:moveTo>
                  <a:lnTo>
                    <a:pt x="3560" y="16017"/>
                  </a:lnTo>
                  <a:lnTo>
                    <a:pt x="1010" y="16017"/>
                  </a:lnTo>
                  <a:lnTo>
                    <a:pt x="1010" y="1009"/>
                  </a:lnTo>
                  <a:close/>
                  <a:moveTo>
                    <a:pt x="1" y="0"/>
                  </a:moveTo>
                  <a:lnTo>
                    <a:pt x="1" y="17027"/>
                  </a:lnTo>
                  <a:lnTo>
                    <a:pt x="4543" y="17027"/>
                  </a:lnTo>
                  <a:lnTo>
                    <a:pt x="45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41"/>
            <p:cNvSpPr/>
            <p:nvPr/>
          </p:nvSpPr>
          <p:spPr>
            <a:xfrm>
              <a:off x="1395073" y="2109336"/>
              <a:ext cx="90518" cy="32155"/>
            </a:xfrm>
            <a:custGeom>
              <a:avLst/>
              <a:gdLst/>
              <a:ahLst/>
              <a:cxnLst/>
              <a:rect l="l" t="t" r="r" b="b"/>
              <a:pathLst>
                <a:path w="4490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4490" y="1594"/>
                  </a:lnTo>
                  <a:lnTo>
                    <a:pt x="44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41"/>
            <p:cNvSpPr/>
            <p:nvPr/>
          </p:nvSpPr>
          <p:spPr>
            <a:xfrm>
              <a:off x="1395073" y="2067041"/>
              <a:ext cx="90518" cy="32679"/>
            </a:xfrm>
            <a:custGeom>
              <a:avLst/>
              <a:gdLst/>
              <a:ahLst/>
              <a:cxnLst/>
              <a:rect l="l" t="t" r="r" b="b"/>
              <a:pathLst>
                <a:path w="4490" h="1621" extrusionOk="0">
                  <a:moveTo>
                    <a:pt x="1" y="0"/>
                  </a:moveTo>
                  <a:lnTo>
                    <a:pt x="1" y="1621"/>
                  </a:lnTo>
                  <a:lnTo>
                    <a:pt x="4490" y="1621"/>
                  </a:lnTo>
                  <a:lnTo>
                    <a:pt x="44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41"/>
            <p:cNvSpPr/>
            <p:nvPr/>
          </p:nvSpPr>
          <p:spPr>
            <a:xfrm>
              <a:off x="1394539" y="2151652"/>
              <a:ext cx="91587" cy="343264"/>
            </a:xfrm>
            <a:custGeom>
              <a:avLst/>
              <a:gdLst/>
              <a:ahLst/>
              <a:cxnLst/>
              <a:rect l="l" t="t" r="r" b="b"/>
              <a:pathLst>
                <a:path w="4543" h="17027" extrusionOk="0">
                  <a:moveTo>
                    <a:pt x="3560" y="1009"/>
                  </a:moveTo>
                  <a:lnTo>
                    <a:pt x="3560" y="16017"/>
                  </a:lnTo>
                  <a:lnTo>
                    <a:pt x="1010" y="16017"/>
                  </a:lnTo>
                  <a:lnTo>
                    <a:pt x="1010" y="1009"/>
                  </a:lnTo>
                  <a:close/>
                  <a:moveTo>
                    <a:pt x="0" y="0"/>
                  </a:moveTo>
                  <a:lnTo>
                    <a:pt x="0" y="17027"/>
                  </a:lnTo>
                  <a:lnTo>
                    <a:pt x="4542" y="17027"/>
                  </a:lnTo>
                  <a:lnTo>
                    <a:pt x="45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41"/>
            <p:cNvSpPr/>
            <p:nvPr/>
          </p:nvSpPr>
          <p:spPr>
            <a:xfrm>
              <a:off x="1395073" y="2109336"/>
              <a:ext cx="90518" cy="32155"/>
            </a:xfrm>
            <a:custGeom>
              <a:avLst/>
              <a:gdLst/>
              <a:ahLst/>
              <a:cxnLst/>
              <a:rect l="l" t="t" r="r" b="b"/>
              <a:pathLst>
                <a:path w="4490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4490" y="1594"/>
                  </a:lnTo>
                  <a:lnTo>
                    <a:pt x="44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41"/>
            <p:cNvSpPr/>
            <p:nvPr/>
          </p:nvSpPr>
          <p:spPr>
            <a:xfrm>
              <a:off x="1395073" y="2067041"/>
              <a:ext cx="90518" cy="32679"/>
            </a:xfrm>
            <a:custGeom>
              <a:avLst/>
              <a:gdLst/>
              <a:ahLst/>
              <a:cxnLst/>
              <a:rect l="l" t="t" r="r" b="b"/>
              <a:pathLst>
                <a:path w="4490" h="1621" extrusionOk="0">
                  <a:moveTo>
                    <a:pt x="1" y="0"/>
                  </a:moveTo>
                  <a:lnTo>
                    <a:pt x="1" y="1621"/>
                  </a:lnTo>
                  <a:lnTo>
                    <a:pt x="4490" y="1621"/>
                  </a:lnTo>
                  <a:lnTo>
                    <a:pt x="44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41"/>
            <p:cNvSpPr/>
            <p:nvPr/>
          </p:nvSpPr>
          <p:spPr>
            <a:xfrm>
              <a:off x="1400960" y="1732349"/>
              <a:ext cx="78745" cy="327741"/>
            </a:xfrm>
            <a:custGeom>
              <a:avLst/>
              <a:gdLst/>
              <a:ahLst/>
              <a:cxnLst/>
              <a:rect l="l" t="t" r="r" b="b"/>
              <a:pathLst>
                <a:path w="3906" h="16257" extrusionOk="0">
                  <a:moveTo>
                    <a:pt x="718" y="1"/>
                  </a:moveTo>
                  <a:lnTo>
                    <a:pt x="1" y="691"/>
                  </a:lnTo>
                  <a:lnTo>
                    <a:pt x="2498" y="3188"/>
                  </a:lnTo>
                  <a:lnTo>
                    <a:pt x="824" y="4862"/>
                  </a:lnTo>
                  <a:lnTo>
                    <a:pt x="824" y="16257"/>
                  </a:lnTo>
                  <a:lnTo>
                    <a:pt x="1834" y="16257"/>
                  </a:lnTo>
                  <a:lnTo>
                    <a:pt x="1834" y="5287"/>
                  </a:lnTo>
                  <a:lnTo>
                    <a:pt x="3905" y="3188"/>
                  </a:lnTo>
                  <a:lnTo>
                    <a:pt x="7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41"/>
            <p:cNvSpPr/>
            <p:nvPr/>
          </p:nvSpPr>
          <p:spPr>
            <a:xfrm>
              <a:off x="1404720" y="1729143"/>
              <a:ext cx="71225" cy="331491"/>
            </a:xfrm>
            <a:custGeom>
              <a:avLst/>
              <a:gdLst/>
              <a:ahLst/>
              <a:cxnLst/>
              <a:rect l="l" t="t" r="r" b="b"/>
              <a:pathLst>
                <a:path w="3533" h="16443" extrusionOk="0">
                  <a:moveTo>
                    <a:pt x="0" y="0"/>
                  </a:moveTo>
                  <a:lnTo>
                    <a:pt x="0" y="1010"/>
                  </a:lnTo>
                  <a:cubicBezTo>
                    <a:pt x="398" y="1010"/>
                    <a:pt x="1541" y="1116"/>
                    <a:pt x="2125" y="1700"/>
                  </a:cubicBezTo>
                  <a:cubicBezTo>
                    <a:pt x="2391" y="1939"/>
                    <a:pt x="2523" y="2285"/>
                    <a:pt x="2497" y="2630"/>
                  </a:cubicBezTo>
                  <a:cubicBezTo>
                    <a:pt x="2523" y="3639"/>
                    <a:pt x="1833" y="4516"/>
                    <a:pt x="850" y="4755"/>
                  </a:cubicBezTo>
                  <a:lnTo>
                    <a:pt x="452" y="4835"/>
                  </a:lnTo>
                  <a:lnTo>
                    <a:pt x="452" y="16442"/>
                  </a:lnTo>
                  <a:lnTo>
                    <a:pt x="1461" y="16442"/>
                  </a:lnTo>
                  <a:lnTo>
                    <a:pt x="1461" y="5632"/>
                  </a:lnTo>
                  <a:cubicBezTo>
                    <a:pt x="2709" y="5180"/>
                    <a:pt x="3533" y="3985"/>
                    <a:pt x="3506" y="2657"/>
                  </a:cubicBezTo>
                  <a:cubicBezTo>
                    <a:pt x="3533" y="2046"/>
                    <a:pt x="3294" y="1435"/>
                    <a:pt x="2842" y="1010"/>
                  </a:cubicBezTo>
                  <a:cubicBezTo>
                    <a:pt x="1859" y="0"/>
                    <a:pt x="80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4" name="Google Shape;1804;p41"/>
          <p:cNvGrpSpPr/>
          <p:nvPr/>
        </p:nvGrpSpPr>
        <p:grpSpPr>
          <a:xfrm>
            <a:off x="7279512" y="1929075"/>
            <a:ext cx="837135" cy="392668"/>
            <a:chOff x="7317625" y="1887900"/>
            <a:chExt cx="837135" cy="392668"/>
          </a:xfrm>
        </p:grpSpPr>
        <p:sp>
          <p:nvSpPr>
            <p:cNvPr id="1805" name="Google Shape;1805;p41"/>
            <p:cNvSpPr/>
            <p:nvPr/>
          </p:nvSpPr>
          <p:spPr>
            <a:xfrm>
              <a:off x="7317625" y="1887900"/>
              <a:ext cx="837135" cy="149008"/>
            </a:xfrm>
            <a:custGeom>
              <a:avLst/>
              <a:gdLst/>
              <a:ahLst/>
              <a:cxnLst/>
              <a:rect l="l" t="t" r="r" b="b"/>
              <a:pathLst>
                <a:path w="19080" h="3396" extrusionOk="0">
                  <a:moveTo>
                    <a:pt x="6640" y="1"/>
                  </a:moveTo>
                  <a:cubicBezTo>
                    <a:pt x="5219" y="1"/>
                    <a:pt x="3975" y="696"/>
                    <a:pt x="2597" y="1449"/>
                  </a:cubicBezTo>
                  <a:cubicBezTo>
                    <a:pt x="1769" y="1905"/>
                    <a:pt x="899" y="2271"/>
                    <a:pt x="0" y="2561"/>
                  </a:cubicBezTo>
                  <a:cubicBezTo>
                    <a:pt x="1035" y="2709"/>
                    <a:pt x="6204" y="3395"/>
                    <a:pt x="9416" y="3395"/>
                  </a:cubicBezTo>
                  <a:cubicBezTo>
                    <a:pt x="12627" y="3395"/>
                    <a:pt x="18275" y="2644"/>
                    <a:pt x="19079" y="2532"/>
                  </a:cubicBezTo>
                  <a:cubicBezTo>
                    <a:pt x="18216" y="2248"/>
                    <a:pt x="17382" y="1887"/>
                    <a:pt x="16584" y="1449"/>
                  </a:cubicBezTo>
                  <a:cubicBezTo>
                    <a:pt x="15207" y="693"/>
                    <a:pt x="13959" y="1"/>
                    <a:pt x="12527" y="1"/>
                  </a:cubicBezTo>
                  <a:cubicBezTo>
                    <a:pt x="12458" y="1"/>
                    <a:pt x="12389" y="3"/>
                    <a:pt x="12320" y="6"/>
                  </a:cubicBezTo>
                  <a:cubicBezTo>
                    <a:pt x="10906" y="71"/>
                    <a:pt x="9747" y="1018"/>
                    <a:pt x="9593" y="1148"/>
                  </a:cubicBezTo>
                  <a:cubicBezTo>
                    <a:pt x="9439" y="1018"/>
                    <a:pt x="8274" y="71"/>
                    <a:pt x="6861" y="6"/>
                  </a:cubicBezTo>
                  <a:cubicBezTo>
                    <a:pt x="6787" y="3"/>
                    <a:pt x="6713" y="1"/>
                    <a:pt x="6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41"/>
            <p:cNvSpPr/>
            <p:nvPr/>
          </p:nvSpPr>
          <p:spPr>
            <a:xfrm>
              <a:off x="7345926" y="2021296"/>
              <a:ext cx="785757" cy="259272"/>
            </a:xfrm>
            <a:custGeom>
              <a:avLst/>
              <a:gdLst/>
              <a:ahLst/>
              <a:cxnLst/>
              <a:rect l="l" t="t" r="r" b="b"/>
              <a:pathLst>
                <a:path w="17909" h="5909" extrusionOk="0">
                  <a:moveTo>
                    <a:pt x="17748" y="0"/>
                  </a:moveTo>
                  <a:cubicBezTo>
                    <a:pt x="17139" y="249"/>
                    <a:pt x="14442" y="1313"/>
                    <a:pt x="12467" y="1822"/>
                  </a:cubicBezTo>
                  <a:cubicBezTo>
                    <a:pt x="11456" y="2076"/>
                    <a:pt x="10190" y="2384"/>
                    <a:pt x="8913" y="2396"/>
                  </a:cubicBezTo>
                  <a:cubicBezTo>
                    <a:pt x="8900" y="2396"/>
                    <a:pt x="8887" y="2396"/>
                    <a:pt x="8874" y="2396"/>
                  </a:cubicBezTo>
                  <a:cubicBezTo>
                    <a:pt x="7526" y="2396"/>
                    <a:pt x="6164" y="2091"/>
                    <a:pt x="5110" y="1822"/>
                  </a:cubicBezTo>
                  <a:cubicBezTo>
                    <a:pt x="3282" y="1355"/>
                    <a:pt x="852" y="408"/>
                    <a:pt x="0" y="71"/>
                  </a:cubicBezTo>
                  <a:lnTo>
                    <a:pt x="0" y="71"/>
                  </a:lnTo>
                  <a:cubicBezTo>
                    <a:pt x="142" y="284"/>
                    <a:pt x="2360" y="5909"/>
                    <a:pt x="8919" y="5909"/>
                  </a:cubicBezTo>
                  <a:cubicBezTo>
                    <a:pt x="15477" y="5909"/>
                    <a:pt x="17908" y="48"/>
                    <a:pt x="17908" y="48"/>
                  </a:cubicBezTo>
                  <a:cubicBezTo>
                    <a:pt x="17908" y="48"/>
                    <a:pt x="17855" y="36"/>
                    <a:pt x="177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1" name="Google Shape;1811;p42"/>
          <p:cNvGrpSpPr/>
          <p:nvPr/>
        </p:nvGrpSpPr>
        <p:grpSpPr>
          <a:xfrm>
            <a:off x="462863" y="1207012"/>
            <a:ext cx="2204400" cy="528900"/>
            <a:chOff x="462875" y="2922665"/>
            <a:chExt cx="2204400" cy="528900"/>
          </a:xfrm>
        </p:grpSpPr>
        <p:sp>
          <p:nvSpPr>
            <p:cNvPr id="1812" name="Google Shape;1812;p42"/>
            <p:cNvSpPr/>
            <p:nvPr/>
          </p:nvSpPr>
          <p:spPr>
            <a:xfrm>
              <a:off x="462875" y="3060335"/>
              <a:ext cx="2204400" cy="295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42"/>
            <p:cNvSpPr/>
            <p:nvPr/>
          </p:nvSpPr>
          <p:spPr>
            <a:xfrm>
              <a:off x="1300625" y="2922665"/>
              <a:ext cx="528900" cy="528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4" name="Google Shape;1814;p42"/>
          <p:cNvGrpSpPr/>
          <p:nvPr/>
        </p:nvGrpSpPr>
        <p:grpSpPr>
          <a:xfrm>
            <a:off x="462875" y="2958840"/>
            <a:ext cx="2204400" cy="528900"/>
            <a:chOff x="462875" y="2922665"/>
            <a:chExt cx="2204400" cy="528900"/>
          </a:xfrm>
        </p:grpSpPr>
        <p:sp>
          <p:nvSpPr>
            <p:cNvPr id="1815" name="Google Shape;1815;p42"/>
            <p:cNvSpPr/>
            <p:nvPr/>
          </p:nvSpPr>
          <p:spPr>
            <a:xfrm>
              <a:off x="462875" y="3060335"/>
              <a:ext cx="2204400" cy="295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42"/>
            <p:cNvSpPr/>
            <p:nvPr/>
          </p:nvSpPr>
          <p:spPr>
            <a:xfrm>
              <a:off x="1300625" y="2922665"/>
              <a:ext cx="528900" cy="528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7" name="Google Shape;1817;p42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Dental Infographics</a:t>
            </a:r>
            <a:endParaRPr/>
          </a:p>
        </p:txBody>
      </p:sp>
      <p:sp>
        <p:nvSpPr>
          <p:cNvPr id="1818" name="Google Shape;1818;p42"/>
          <p:cNvSpPr txBox="1"/>
          <p:nvPr/>
        </p:nvSpPr>
        <p:spPr>
          <a:xfrm>
            <a:off x="6385427" y="2087548"/>
            <a:ext cx="2287200" cy="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a gas giant and the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biggest planet in our Solar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System and the four brightest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9" name="Google Shape;1819;p42"/>
          <p:cNvSpPr txBox="1"/>
          <p:nvPr/>
        </p:nvSpPr>
        <p:spPr>
          <a:xfrm>
            <a:off x="489925" y="2088036"/>
            <a:ext cx="2204400" cy="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the second-brightest natural object in the night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sky after the Moon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20" name="Google Shape;1820;p42"/>
          <p:cNvSpPr txBox="1"/>
          <p:nvPr/>
        </p:nvSpPr>
        <p:spPr>
          <a:xfrm>
            <a:off x="6477422" y="3833591"/>
            <a:ext cx="2204400" cy="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Yes, this is the ringed one.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a gas giant, composed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mostly of hydrogen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1" name="Google Shape;1821;p42"/>
          <p:cNvSpPr txBox="1"/>
          <p:nvPr/>
        </p:nvSpPr>
        <p:spPr>
          <a:xfrm>
            <a:off x="489925" y="3834887"/>
            <a:ext cx="2204400" cy="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a gas giant and the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biggest planet in our Solar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System. And the biggest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2" name="Google Shape;1822;p42"/>
          <p:cNvSpPr txBox="1"/>
          <p:nvPr/>
        </p:nvSpPr>
        <p:spPr>
          <a:xfrm>
            <a:off x="488200" y="1753730"/>
            <a:ext cx="22044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01 TEETH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823" name="Google Shape;1823;p42"/>
          <p:cNvSpPr txBox="1"/>
          <p:nvPr/>
        </p:nvSpPr>
        <p:spPr>
          <a:xfrm>
            <a:off x="6380577" y="1748367"/>
            <a:ext cx="22872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 02 DENTIST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824" name="Google Shape;1824;p42"/>
          <p:cNvSpPr txBox="1"/>
          <p:nvPr/>
        </p:nvSpPr>
        <p:spPr>
          <a:xfrm>
            <a:off x="491700" y="3493080"/>
            <a:ext cx="22044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03 CHAIR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825" name="Google Shape;1825;p42"/>
          <p:cNvSpPr txBox="1"/>
          <p:nvPr/>
        </p:nvSpPr>
        <p:spPr>
          <a:xfrm>
            <a:off x="6482151" y="3491728"/>
            <a:ext cx="22044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04 HYGIENE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826" name="Google Shape;1826;p42"/>
          <p:cNvGrpSpPr/>
          <p:nvPr/>
        </p:nvGrpSpPr>
        <p:grpSpPr>
          <a:xfrm>
            <a:off x="2675705" y="1249976"/>
            <a:ext cx="3409996" cy="3179998"/>
            <a:chOff x="2766413" y="1401774"/>
            <a:chExt cx="3409996" cy="3179998"/>
          </a:xfrm>
        </p:grpSpPr>
        <p:sp>
          <p:nvSpPr>
            <p:cNvPr id="1827" name="Google Shape;1827;p42"/>
            <p:cNvSpPr/>
            <p:nvPr/>
          </p:nvSpPr>
          <p:spPr>
            <a:xfrm>
              <a:off x="3898789" y="4400954"/>
              <a:ext cx="582621" cy="119967"/>
            </a:xfrm>
            <a:custGeom>
              <a:avLst/>
              <a:gdLst/>
              <a:ahLst/>
              <a:cxnLst/>
              <a:rect l="l" t="t" r="r" b="b"/>
              <a:pathLst>
                <a:path w="8732" h="1798" extrusionOk="0">
                  <a:moveTo>
                    <a:pt x="4366" y="1"/>
                  </a:moveTo>
                  <a:cubicBezTo>
                    <a:pt x="1955" y="1"/>
                    <a:pt x="0" y="404"/>
                    <a:pt x="0" y="895"/>
                  </a:cubicBezTo>
                  <a:cubicBezTo>
                    <a:pt x="0" y="1395"/>
                    <a:pt x="1955" y="1798"/>
                    <a:pt x="4366" y="1798"/>
                  </a:cubicBezTo>
                  <a:cubicBezTo>
                    <a:pt x="6776" y="1798"/>
                    <a:pt x="8731" y="1395"/>
                    <a:pt x="8731" y="895"/>
                  </a:cubicBezTo>
                  <a:cubicBezTo>
                    <a:pt x="8731" y="404"/>
                    <a:pt x="6776" y="1"/>
                    <a:pt x="43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42"/>
            <p:cNvSpPr/>
            <p:nvPr/>
          </p:nvSpPr>
          <p:spPr>
            <a:xfrm>
              <a:off x="3898789" y="4438986"/>
              <a:ext cx="23486" cy="23486"/>
            </a:xfrm>
            <a:custGeom>
              <a:avLst/>
              <a:gdLst/>
              <a:ahLst/>
              <a:cxnLst/>
              <a:rect l="l" t="t" r="r" b="b"/>
              <a:pathLst>
                <a:path w="352" h="352" extrusionOk="0">
                  <a:moveTo>
                    <a:pt x="0" y="1"/>
                  </a:moveTo>
                  <a:lnTo>
                    <a:pt x="0" y="351"/>
                  </a:lnTo>
                  <a:lnTo>
                    <a:pt x="351" y="351"/>
                  </a:lnTo>
                  <a:lnTo>
                    <a:pt x="3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42"/>
            <p:cNvSpPr/>
            <p:nvPr/>
          </p:nvSpPr>
          <p:spPr>
            <a:xfrm>
              <a:off x="4457937" y="4438986"/>
              <a:ext cx="23486" cy="23486"/>
            </a:xfrm>
            <a:custGeom>
              <a:avLst/>
              <a:gdLst/>
              <a:ahLst/>
              <a:cxnLst/>
              <a:rect l="l" t="t" r="r" b="b"/>
              <a:pathLst>
                <a:path w="352" h="352" extrusionOk="0">
                  <a:moveTo>
                    <a:pt x="1" y="1"/>
                  </a:moveTo>
                  <a:lnTo>
                    <a:pt x="1" y="351"/>
                  </a:lnTo>
                  <a:lnTo>
                    <a:pt x="351" y="351"/>
                  </a:lnTo>
                  <a:lnTo>
                    <a:pt x="3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42"/>
            <p:cNvSpPr/>
            <p:nvPr/>
          </p:nvSpPr>
          <p:spPr>
            <a:xfrm>
              <a:off x="3898789" y="4379335"/>
              <a:ext cx="582621" cy="119367"/>
            </a:xfrm>
            <a:custGeom>
              <a:avLst/>
              <a:gdLst/>
              <a:ahLst/>
              <a:cxnLst/>
              <a:rect l="l" t="t" r="r" b="b"/>
              <a:pathLst>
                <a:path w="8732" h="1789" extrusionOk="0">
                  <a:moveTo>
                    <a:pt x="4366" y="1"/>
                  </a:moveTo>
                  <a:cubicBezTo>
                    <a:pt x="1955" y="1"/>
                    <a:pt x="0" y="395"/>
                    <a:pt x="0" y="895"/>
                  </a:cubicBezTo>
                  <a:cubicBezTo>
                    <a:pt x="0" y="1386"/>
                    <a:pt x="1955" y="1789"/>
                    <a:pt x="4366" y="1789"/>
                  </a:cubicBezTo>
                  <a:cubicBezTo>
                    <a:pt x="6776" y="1789"/>
                    <a:pt x="8731" y="1386"/>
                    <a:pt x="8731" y="895"/>
                  </a:cubicBezTo>
                  <a:cubicBezTo>
                    <a:pt x="8731" y="395"/>
                    <a:pt x="6776" y="1"/>
                    <a:pt x="43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42"/>
            <p:cNvSpPr/>
            <p:nvPr/>
          </p:nvSpPr>
          <p:spPr>
            <a:xfrm>
              <a:off x="4122782" y="3465149"/>
              <a:ext cx="132844" cy="963940"/>
            </a:xfrm>
            <a:custGeom>
              <a:avLst/>
              <a:gdLst/>
              <a:ahLst/>
              <a:cxnLst/>
              <a:rect l="l" t="t" r="r" b="b"/>
              <a:pathLst>
                <a:path w="1991" h="14447" extrusionOk="0">
                  <a:moveTo>
                    <a:pt x="1" y="1"/>
                  </a:moveTo>
                  <a:lnTo>
                    <a:pt x="1" y="14447"/>
                  </a:lnTo>
                  <a:lnTo>
                    <a:pt x="1991" y="14447"/>
                  </a:lnTo>
                  <a:lnTo>
                    <a:pt x="1991" y="1"/>
                  </a:lnTo>
                  <a:close/>
                </a:path>
              </a:pathLst>
            </a:custGeom>
            <a:solidFill>
              <a:srgbClr val="DBE3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42"/>
            <p:cNvSpPr/>
            <p:nvPr/>
          </p:nvSpPr>
          <p:spPr>
            <a:xfrm>
              <a:off x="4073072" y="3848812"/>
              <a:ext cx="231661" cy="602504"/>
            </a:xfrm>
            <a:custGeom>
              <a:avLst/>
              <a:gdLst/>
              <a:ahLst/>
              <a:cxnLst/>
              <a:rect l="l" t="t" r="r" b="b"/>
              <a:pathLst>
                <a:path w="3472" h="9030" extrusionOk="0">
                  <a:moveTo>
                    <a:pt x="1" y="1"/>
                  </a:moveTo>
                  <a:lnTo>
                    <a:pt x="1" y="8697"/>
                  </a:lnTo>
                  <a:cubicBezTo>
                    <a:pt x="1" y="8697"/>
                    <a:pt x="588" y="9030"/>
                    <a:pt x="1736" y="9030"/>
                  </a:cubicBezTo>
                  <a:cubicBezTo>
                    <a:pt x="2867" y="9030"/>
                    <a:pt x="3472" y="8697"/>
                    <a:pt x="3472" y="8697"/>
                  </a:cubicBezTo>
                  <a:lnTo>
                    <a:pt x="347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42"/>
            <p:cNvSpPr/>
            <p:nvPr/>
          </p:nvSpPr>
          <p:spPr>
            <a:xfrm>
              <a:off x="4314080" y="2117790"/>
              <a:ext cx="1709097" cy="1111330"/>
            </a:xfrm>
            <a:custGeom>
              <a:avLst/>
              <a:gdLst/>
              <a:ahLst/>
              <a:cxnLst/>
              <a:rect l="l" t="t" r="r" b="b"/>
              <a:pathLst>
                <a:path w="25615" h="16656" extrusionOk="0">
                  <a:moveTo>
                    <a:pt x="19934" y="0"/>
                  </a:moveTo>
                  <a:cubicBezTo>
                    <a:pt x="17902" y="0"/>
                    <a:pt x="16267" y="976"/>
                    <a:pt x="15489" y="1680"/>
                  </a:cubicBezTo>
                  <a:cubicBezTo>
                    <a:pt x="14473" y="2600"/>
                    <a:pt x="9748" y="6940"/>
                    <a:pt x="7434" y="7352"/>
                  </a:cubicBezTo>
                  <a:cubicBezTo>
                    <a:pt x="5119" y="7755"/>
                    <a:pt x="0" y="12260"/>
                    <a:pt x="5549" y="14505"/>
                  </a:cubicBezTo>
                  <a:cubicBezTo>
                    <a:pt x="5988" y="14675"/>
                    <a:pt x="10830" y="16655"/>
                    <a:pt x="13006" y="16655"/>
                  </a:cubicBezTo>
                  <a:cubicBezTo>
                    <a:pt x="13176" y="16655"/>
                    <a:pt x="13330" y="16643"/>
                    <a:pt x="13465" y="16617"/>
                  </a:cubicBezTo>
                  <a:cubicBezTo>
                    <a:pt x="15323" y="16258"/>
                    <a:pt x="18987" y="14724"/>
                    <a:pt x="19653" y="12874"/>
                  </a:cubicBezTo>
                  <a:cubicBezTo>
                    <a:pt x="20328" y="11033"/>
                    <a:pt x="19557" y="9412"/>
                    <a:pt x="22581" y="6230"/>
                  </a:cubicBezTo>
                  <a:cubicBezTo>
                    <a:pt x="25614" y="3039"/>
                    <a:pt x="24816" y="1259"/>
                    <a:pt x="21906" y="313"/>
                  </a:cubicBezTo>
                  <a:cubicBezTo>
                    <a:pt x="21220" y="92"/>
                    <a:pt x="20558" y="0"/>
                    <a:pt x="199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42"/>
            <p:cNvSpPr/>
            <p:nvPr/>
          </p:nvSpPr>
          <p:spPr>
            <a:xfrm>
              <a:off x="3432053" y="2946969"/>
              <a:ext cx="1966979" cy="616583"/>
            </a:xfrm>
            <a:custGeom>
              <a:avLst/>
              <a:gdLst/>
              <a:ahLst/>
              <a:cxnLst/>
              <a:rect l="l" t="t" r="r" b="b"/>
              <a:pathLst>
                <a:path w="29480" h="9241" extrusionOk="0">
                  <a:moveTo>
                    <a:pt x="16612" y="0"/>
                  </a:moveTo>
                  <a:cubicBezTo>
                    <a:pt x="16612" y="0"/>
                    <a:pt x="6163" y="2349"/>
                    <a:pt x="3077" y="3296"/>
                  </a:cubicBezTo>
                  <a:cubicBezTo>
                    <a:pt x="0" y="4251"/>
                    <a:pt x="439" y="5321"/>
                    <a:pt x="517" y="6294"/>
                  </a:cubicBezTo>
                  <a:cubicBezTo>
                    <a:pt x="586" y="7242"/>
                    <a:pt x="5427" y="9241"/>
                    <a:pt x="7497" y="9241"/>
                  </a:cubicBezTo>
                  <a:cubicBezTo>
                    <a:pt x="7532" y="9241"/>
                    <a:pt x="7567" y="9240"/>
                    <a:pt x="7600" y="9239"/>
                  </a:cubicBezTo>
                  <a:cubicBezTo>
                    <a:pt x="9608" y="9160"/>
                    <a:pt x="21187" y="6680"/>
                    <a:pt x="22879" y="5531"/>
                  </a:cubicBezTo>
                  <a:cubicBezTo>
                    <a:pt x="24562" y="4374"/>
                    <a:pt x="29480" y="1026"/>
                    <a:pt x="16612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42"/>
            <p:cNvSpPr/>
            <p:nvPr/>
          </p:nvSpPr>
          <p:spPr>
            <a:xfrm>
              <a:off x="3453071" y="3103704"/>
              <a:ext cx="1652383" cy="459851"/>
            </a:xfrm>
            <a:custGeom>
              <a:avLst/>
              <a:gdLst/>
              <a:ahLst/>
              <a:cxnLst/>
              <a:rect l="l" t="t" r="r" b="b"/>
              <a:pathLst>
                <a:path w="24765" h="6892" extrusionOk="0">
                  <a:moveTo>
                    <a:pt x="24764" y="0"/>
                  </a:moveTo>
                  <a:cubicBezTo>
                    <a:pt x="24764" y="1"/>
                    <a:pt x="11300" y="4357"/>
                    <a:pt x="8074" y="4751"/>
                  </a:cubicBezTo>
                  <a:cubicBezTo>
                    <a:pt x="7870" y="4776"/>
                    <a:pt x="7661" y="4787"/>
                    <a:pt x="7448" y="4787"/>
                  </a:cubicBezTo>
                  <a:cubicBezTo>
                    <a:pt x="4299" y="4787"/>
                    <a:pt x="420" y="2279"/>
                    <a:pt x="404" y="2271"/>
                  </a:cubicBezTo>
                  <a:cubicBezTo>
                    <a:pt x="1" y="2832"/>
                    <a:pt x="159" y="3401"/>
                    <a:pt x="194" y="3945"/>
                  </a:cubicBezTo>
                  <a:cubicBezTo>
                    <a:pt x="271" y="4893"/>
                    <a:pt x="5112" y="6892"/>
                    <a:pt x="7182" y="6892"/>
                  </a:cubicBezTo>
                  <a:cubicBezTo>
                    <a:pt x="7217" y="6892"/>
                    <a:pt x="7252" y="6891"/>
                    <a:pt x="7285" y="6890"/>
                  </a:cubicBezTo>
                  <a:cubicBezTo>
                    <a:pt x="9284" y="6811"/>
                    <a:pt x="20872" y="4331"/>
                    <a:pt x="22555" y="3182"/>
                  </a:cubicBezTo>
                  <a:cubicBezTo>
                    <a:pt x="23038" y="2849"/>
                    <a:pt x="23774" y="2350"/>
                    <a:pt x="24300" y="1771"/>
                  </a:cubicBezTo>
                  <a:lnTo>
                    <a:pt x="2476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42"/>
            <p:cNvSpPr/>
            <p:nvPr/>
          </p:nvSpPr>
          <p:spPr>
            <a:xfrm>
              <a:off x="2766413" y="3345312"/>
              <a:ext cx="1159904" cy="775649"/>
            </a:xfrm>
            <a:custGeom>
              <a:avLst/>
              <a:gdLst/>
              <a:ahLst/>
              <a:cxnLst/>
              <a:rect l="l" t="t" r="r" b="b"/>
              <a:pathLst>
                <a:path w="17384" h="11625" extrusionOk="0">
                  <a:moveTo>
                    <a:pt x="9839" y="0"/>
                  </a:moveTo>
                  <a:cubicBezTo>
                    <a:pt x="9420" y="0"/>
                    <a:pt x="9145" y="120"/>
                    <a:pt x="8802" y="263"/>
                  </a:cubicBezTo>
                  <a:cubicBezTo>
                    <a:pt x="7925" y="631"/>
                    <a:pt x="4331" y="2962"/>
                    <a:pt x="2937" y="3997"/>
                  </a:cubicBezTo>
                  <a:cubicBezTo>
                    <a:pt x="2087" y="4637"/>
                    <a:pt x="1" y="6416"/>
                    <a:pt x="588" y="7547"/>
                  </a:cubicBezTo>
                  <a:cubicBezTo>
                    <a:pt x="1168" y="8663"/>
                    <a:pt x="4677" y="11625"/>
                    <a:pt x="6319" y="11625"/>
                  </a:cubicBezTo>
                  <a:cubicBezTo>
                    <a:pt x="6340" y="11625"/>
                    <a:pt x="6361" y="11624"/>
                    <a:pt x="6382" y="11623"/>
                  </a:cubicBezTo>
                  <a:cubicBezTo>
                    <a:pt x="7995" y="11553"/>
                    <a:pt x="13860" y="7302"/>
                    <a:pt x="15621" y="5540"/>
                  </a:cubicBezTo>
                  <a:cubicBezTo>
                    <a:pt x="17383" y="3778"/>
                    <a:pt x="17313" y="2831"/>
                    <a:pt x="13719" y="1262"/>
                  </a:cubicBezTo>
                  <a:cubicBezTo>
                    <a:pt x="11515" y="296"/>
                    <a:pt x="10499" y="0"/>
                    <a:pt x="98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42"/>
            <p:cNvSpPr/>
            <p:nvPr/>
          </p:nvSpPr>
          <p:spPr>
            <a:xfrm>
              <a:off x="4121648" y="3887445"/>
              <a:ext cx="67" cy="523505"/>
            </a:xfrm>
            <a:custGeom>
              <a:avLst/>
              <a:gdLst/>
              <a:ahLst/>
              <a:cxnLst/>
              <a:rect l="l" t="t" r="r" b="b"/>
              <a:pathLst>
                <a:path w="1" h="7846" fill="none" extrusionOk="0">
                  <a:moveTo>
                    <a:pt x="0" y="1"/>
                  </a:moveTo>
                  <a:lnTo>
                    <a:pt x="0" y="7846"/>
                  </a:lnTo>
                </a:path>
              </a:pathLst>
            </a:custGeom>
            <a:noFill/>
            <a:ln w="8325" cap="rnd" cmpd="sng">
              <a:solidFill>
                <a:srgbClr val="93C7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42"/>
            <p:cNvSpPr/>
            <p:nvPr/>
          </p:nvSpPr>
          <p:spPr>
            <a:xfrm>
              <a:off x="4154409" y="3563433"/>
              <a:ext cx="67" cy="243937"/>
            </a:xfrm>
            <a:custGeom>
              <a:avLst/>
              <a:gdLst/>
              <a:ahLst/>
              <a:cxnLst/>
              <a:rect l="l" t="t" r="r" b="b"/>
              <a:pathLst>
                <a:path w="1" h="3656" fill="none" extrusionOk="0">
                  <a:moveTo>
                    <a:pt x="0" y="0"/>
                  </a:moveTo>
                  <a:lnTo>
                    <a:pt x="0" y="3656"/>
                  </a:lnTo>
                </a:path>
              </a:pathLst>
            </a:custGeom>
            <a:noFill/>
            <a:ln w="5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42"/>
            <p:cNvSpPr/>
            <p:nvPr/>
          </p:nvSpPr>
          <p:spPr>
            <a:xfrm>
              <a:off x="2798574" y="3499645"/>
              <a:ext cx="1117802" cy="621320"/>
            </a:xfrm>
            <a:custGeom>
              <a:avLst/>
              <a:gdLst/>
              <a:ahLst/>
              <a:cxnLst/>
              <a:rect l="l" t="t" r="r" b="b"/>
              <a:pathLst>
                <a:path w="16753" h="9312" extrusionOk="0">
                  <a:moveTo>
                    <a:pt x="15253" y="1"/>
                  </a:moveTo>
                  <a:cubicBezTo>
                    <a:pt x="15771" y="413"/>
                    <a:pt x="7890" y="7119"/>
                    <a:pt x="6076" y="7610"/>
                  </a:cubicBezTo>
                  <a:cubicBezTo>
                    <a:pt x="5964" y="7640"/>
                    <a:pt x="5841" y="7654"/>
                    <a:pt x="5708" y="7654"/>
                  </a:cubicBezTo>
                  <a:cubicBezTo>
                    <a:pt x="4193" y="7654"/>
                    <a:pt x="1379" y="5805"/>
                    <a:pt x="1" y="4822"/>
                  </a:cubicBezTo>
                  <a:lnTo>
                    <a:pt x="1" y="4822"/>
                  </a:lnTo>
                  <a:cubicBezTo>
                    <a:pt x="10" y="4962"/>
                    <a:pt x="36" y="5111"/>
                    <a:pt x="106" y="5234"/>
                  </a:cubicBezTo>
                  <a:cubicBezTo>
                    <a:pt x="686" y="6350"/>
                    <a:pt x="4195" y="9312"/>
                    <a:pt x="5837" y="9312"/>
                  </a:cubicBezTo>
                  <a:cubicBezTo>
                    <a:pt x="5858" y="9312"/>
                    <a:pt x="5879" y="9311"/>
                    <a:pt x="5900" y="9310"/>
                  </a:cubicBezTo>
                  <a:cubicBezTo>
                    <a:pt x="7513" y="9240"/>
                    <a:pt x="13378" y="4989"/>
                    <a:pt x="15139" y="3227"/>
                  </a:cubicBezTo>
                  <a:cubicBezTo>
                    <a:pt x="16472" y="1894"/>
                    <a:pt x="16752" y="1026"/>
                    <a:pt x="152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42"/>
            <p:cNvSpPr/>
            <p:nvPr/>
          </p:nvSpPr>
          <p:spPr>
            <a:xfrm>
              <a:off x="3917472" y="3447000"/>
              <a:ext cx="10008" cy="92477"/>
            </a:xfrm>
            <a:custGeom>
              <a:avLst/>
              <a:gdLst/>
              <a:ahLst/>
              <a:cxnLst/>
              <a:rect l="l" t="t" r="r" b="b"/>
              <a:pathLst>
                <a:path w="150" h="1386" extrusionOk="0">
                  <a:moveTo>
                    <a:pt x="71" y="1"/>
                  </a:moveTo>
                  <a:cubicBezTo>
                    <a:pt x="1" y="457"/>
                    <a:pt x="1" y="921"/>
                    <a:pt x="71" y="1386"/>
                  </a:cubicBezTo>
                  <a:cubicBezTo>
                    <a:pt x="150" y="921"/>
                    <a:pt x="150" y="457"/>
                    <a:pt x="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42"/>
            <p:cNvSpPr/>
            <p:nvPr/>
          </p:nvSpPr>
          <p:spPr>
            <a:xfrm>
              <a:off x="4944023" y="2615284"/>
              <a:ext cx="403004" cy="1233566"/>
            </a:xfrm>
            <a:custGeom>
              <a:avLst/>
              <a:gdLst/>
              <a:ahLst/>
              <a:cxnLst/>
              <a:rect l="l" t="t" r="r" b="b"/>
              <a:pathLst>
                <a:path w="6040" h="18488" extrusionOk="0">
                  <a:moveTo>
                    <a:pt x="763" y="1"/>
                  </a:moveTo>
                  <a:cubicBezTo>
                    <a:pt x="763" y="1"/>
                    <a:pt x="0" y="6926"/>
                    <a:pt x="394" y="9091"/>
                  </a:cubicBezTo>
                  <a:cubicBezTo>
                    <a:pt x="394" y="9091"/>
                    <a:pt x="1078" y="17901"/>
                    <a:pt x="1131" y="18488"/>
                  </a:cubicBezTo>
                  <a:cubicBezTo>
                    <a:pt x="3384" y="16928"/>
                    <a:pt x="6040" y="12510"/>
                    <a:pt x="6040" y="12510"/>
                  </a:cubicBezTo>
                  <a:lnTo>
                    <a:pt x="763" y="1"/>
                  </a:lnTo>
                  <a:close/>
                </a:path>
              </a:pathLst>
            </a:custGeom>
            <a:solidFill>
              <a:srgbClr val="BBCC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42"/>
            <p:cNvSpPr/>
            <p:nvPr/>
          </p:nvSpPr>
          <p:spPr>
            <a:xfrm>
              <a:off x="5097222" y="4382071"/>
              <a:ext cx="672696" cy="94412"/>
            </a:xfrm>
            <a:custGeom>
              <a:avLst/>
              <a:gdLst/>
              <a:ahLst/>
              <a:cxnLst/>
              <a:rect l="l" t="t" r="r" b="b"/>
              <a:pathLst>
                <a:path w="10082" h="1415" extrusionOk="0">
                  <a:moveTo>
                    <a:pt x="6123" y="1"/>
                  </a:moveTo>
                  <a:cubicBezTo>
                    <a:pt x="5509" y="1"/>
                    <a:pt x="4799" y="3"/>
                    <a:pt x="4051" y="12"/>
                  </a:cubicBezTo>
                  <a:cubicBezTo>
                    <a:pt x="1806" y="47"/>
                    <a:pt x="1" y="1415"/>
                    <a:pt x="1" y="1415"/>
                  </a:cubicBezTo>
                  <a:lnTo>
                    <a:pt x="10081" y="1415"/>
                  </a:lnTo>
                  <a:cubicBezTo>
                    <a:pt x="10081" y="1415"/>
                    <a:pt x="9626" y="30"/>
                    <a:pt x="8197" y="12"/>
                  </a:cubicBezTo>
                  <a:cubicBezTo>
                    <a:pt x="8197" y="12"/>
                    <a:pt x="7351" y="1"/>
                    <a:pt x="6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42"/>
            <p:cNvSpPr/>
            <p:nvPr/>
          </p:nvSpPr>
          <p:spPr>
            <a:xfrm>
              <a:off x="5770469" y="4382271"/>
              <a:ext cx="405940" cy="199500"/>
            </a:xfrm>
            <a:custGeom>
              <a:avLst/>
              <a:gdLst/>
              <a:ahLst/>
              <a:cxnLst/>
              <a:rect l="l" t="t" r="r" b="b"/>
              <a:pathLst>
                <a:path w="6084" h="2990" extrusionOk="0">
                  <a:moveTo>
                    <a:pt x="1385" y="0"/>
                  </a:moveTo>
                  <a:cubicBezTo>
                    <a:pt x="1385" y="0"/>
                    <a:pt x="316" y="702"/>
                    <a:pt x="0" y="1412"/>
                  </a:cubicBezTo>
                  <a:cubicBezTo>
                    <a:pt x="0" y="1412"/>
                    <a:pt x="2314" y="2832"/>
                    <a:pt x="5698" y="2990"/>
                  </a:cubicBezTo>
                  <a:cubicBezTo>
                    <a:pt x="5970" y="2280"/>
                    <a:pt x="6084" y="1570"/>
                    <a:pt x="3682" y="930"/>
                  </a:cubicBezTo>
                  <a:cubicBezTo>
                    <a:pt x="2893" y="675"/>
                    <a:pt x="2122" y="369"/>
                    <a:pt x="13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42"/>
            <p:cNvSpPr/>
            <p:nvPr/>
          </p:nvSpPr>
          <p:spPr>
            <a:xfrm>
              <a:off x="5180894" y="3221806"/>
              <a:ext cx="725874" cy="1254650"/>
            </a:xfrm>
            <a:custGeom>
              <a:avLst/>
              <a:gdLst/>
              <a:ahLst/>
              <a:cxnLst/>
              <a:rect l="l" t="t" r="r" b="b"/>
              <a:pathLst>
                <a:path w="10879" h="18804" extrusionOk="0">
                  <a:moveTo>
                    <a:pt x="4970" y="1"/>
                  </a:moveTo>
                  <a:lnTo>
                    <a:pt x="0" y="623"/>
                  </a:lnTo>
                  <a:lnTo>
                    <a:pt x="6943" y="16665"/>
                  </a:lnTo>
                  <a:cubicBezTo>
                    <a:pt x="6943" y="16665"/>
                    <a:pt x="6285" y="16788"/>
                    <a:pt x="6943" y="17401"/>
                  </a:cubicBezTo>
                  <a:cubicBezTo>
                    <a:pt x="7732" y="17980"/>
                    <a:pt x="8836" y="18804"/>
                    <a:pt x="8836" y="18804"/>
                  </a:cubicBezTo>
                  <a:cubicBezTo>
                    <a:pt x="8836" y="18804"/>
                    <a:pt x="9985" y="17734"/>
                    <a:pt x="10484" y="17401"/>
                  </a:cubicBezTo>
                  <a:cubicBezTo>
                    <a:pt x="10879" y="17140"/>
                    <a:pt x="10769" y="17010"/>
                    <a:pt x="10369" y="17010"/>
                  </a:cubicBezTo>
                  <a:cubicBezTo>
                    <a:pt x="10272" y="17010"/>
                    <a:pt x="10157" y="17018"/>
                    <a:pt x="10028" y="17033"/>
                  </a:cubicBezTo>
                  <a:lnTo>
                    <a:pt x="6627" y="1947"/>
                  </a:lnTo>
                  <a:lnTo>
                    <a:pt x="49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42"/>
            <p:cNvSpPr/>
            <p:nvPr/>
          </p:nvSpPr>
          <p:spPr>
            <a:xfrm>
              <a:off x="5320681" y="3404897"/>
              <a:ext cx="91877" cy="84271"/>
            </a:xfrm>
            <a:custGeom>
              <a:avLst/>
              <a:gdLst/>
              <a:ahLst/>
              <a:cxnLst/>
              <a:rect l="l" t="t" r="r" b="b"/>
              <a:pathLst>
                <a:path w="1377" h="1263" extrusionOk="0">
                  <a:moveTo>
                    <a:pt x="0" y="1"/>
                  </a:moveTo>
                  <a:lnTo>
                    <a:pt x="0" y="1"/>
                  </a:lnTo>
                  <a:cubicBezTo>
                    <a:pt x="202" y="237"/>
                    <a:pt x="421" y="457"/>
                    <a:pt x="649" y="667"/>
                  </a:cubicBezTo>
                  <a:cubicBezTo>
                    <a:pt x="877" y="877"/>
                    <a:pt x="1122" y="1079"/>
                    <a:pt x="1376" y="1263"/>
                  </a:cubicBezTo>
                  <a:cubicBezTo>
                    <a:pt x="973" y="790"/>
                    <a:pt x="509" y="36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2"/>
            <p:cNvSpPr/>
            <p:nvPr/>
          </p:nvSpPr>
          <p:spPr>
            <a:xfrm>
              <a:off x="5455797" y="3499645"/>
              <a:ext cx="314730" cy="976817"/>
            </a:xfrm>
            <a:custGeom>
              <a:avLst/>
              <a:gdLst/>
              <a:ahLst/>
              <a:cxnLst/>
              <a:rect l="l" t="t" r="r" b="b"/>
              <a:pathLst>
                <a:path w="4717" h="14640" fill="none" extrusionOk="0">
                  <a:moveTo>
                    <a:pt x="0" y="1"/>
                  </a:moveTo>
                  <a:lnTo>
                    <a:pt x="4716" y="14640"/>
                  </a:lnTo>
                </a:path>
              </a:pathLst>
            </a:custGeom>
            <a:noFill/>
            <a:ln w="2850" cap="flat" cmpd="sng">
              <a:solidFill>
                <a:schemeClr val="lt1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2"/>
            <p:cNvSpPr/>
            <p:nvPr/>
          </p:nvSpPr>
          <p:spPr>
            <a:xfrm>
              <a:off x="5432978" y="2019905"/>
              <a:ext cx="195964" cy="101819"/>
            </a:xfrm>
            <a:custGeom>
              <a:avLst/>
              <a:gdLst/>
              <a:ahLst/>
              <a:cxnLst/>
              <a:rect l="l" t="t" r="r" b="b"/>
              <a:pathLst>
                <a:path w="2937" h="1526" extrusionOk="0">
                  <a:moveTo>
                    <a:pt x="614" y="0"/>
                  </a:moveTo>
                  <a:lnTo>
                    <a:pt x="0" y="1525"/>
                  </a:lnTo>
                  <a:lnTo>
                    <a:pt x="0" y="1525"/>
                  </a:lnTo>
                  <a:lnTo>
                    <a:pt x="1245" y="1455"/>
                  </a:lnTo>
                  <a:lnTo>
                    <a:pt x="2937" y="360"/>
                  </a:lnTo>
                  <a:lnTo>
                    <a:pt x="614" y="0"/>
                  </a:lnTo>
                  <a:close/>
                </a:path>
              </a:pathLst>
            </a:custGeom>
            <a:solidFill>
              <a:srgbClr val="BBCC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2"/>
            <p:cNvSpPr/>
            <p:nvPr/>
          </p:nvSpPr>
          <p:spPr>
            <a:xfrm>
              <a:off x="4883771" y="2106914"/>
              <a:ext cx="1068027" cy="1216018"/>
            </a:xfrm>
            <a:custGeom>
              <a:avLst/>
              <a:gdLst/>
              <a:ahLst/>
              <a:cxnLst/>
              <a:rect l="l" t="t" r="r" b="b"/>
              <a:pathLst>
                <a:path w="16007" h="18225" extrusionOk="0">
                  <a:moveTo>
                    <a:pt x="5224" y="1"/>
                  </a:moveTo>
                  <a:cubicBezTo>
                    <a:pt x="3825" y="1"/>
                    <a:pt x="2902" y="29"/>
                    <a:pt x="2902" y="29"/>
                  </a:cubicBezTo>
                  <a:cubicBezTo>
                    <a:pt x="1262" y="2632"/>
                    <a:pt x="0" y="5358"/>
                    <a:pt x="298" y="6761"/>
                  </a:cubicBezTo>
                  <a:cubicBezTo>
                    <a:pt x="587" y="8163"/>
                    <a:pt x="1964" y="12292"/>
                    <a:pt x="4453" y="17324"/>
                  </a:cubicBezTo>
                  <a:cubicBezTo>
                    <a:pt x="6065" y="18061"/>
                    <a:pt x="7707" y="18224"/>
                    <a:pt x="8845" y="18224"/>
                  </a:cubicBezTo>
                  <a:cubicBezTo>
                    <a:pt x="9749" y="18224"/>
                    <a:pt x="10335" y="18121"/>
                    <a:pt x="10335" y="18121"/>
                  </a:cubicBezTo>
                  <a:lnTo>
                    <a:pt x="10800" y="9978"/>
                  </a:lnTo>
                  <a:cubicBezTo>
                    <a:pt x="10747" y="8523"/>
                    <a:pt x="11825" y="7436"/>
                    <a:pt x="16007" y="853"/>
                  </a:cubicBezTo>
                  <a:cubicBezTo>
                    <a:pt x="13029" y="120"/>
                    <a:pt x="8113" y="1"/>
                    <a:pt x="52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2"/>
            <p:cNvSpPr/>
            <p:nvPr/>
          </p:nvSpPr>
          <p:spPr>
            <a:xfrm>
              <a:off x="5623075" y="2163762"/>
              <a:ext cx="382654" cy="843372"/>
            </a:xfrm>
            <a:custGeom>
              <a:avLst/>
              <a:gdLst/>
              <a:ahLst/>
              <a:cxnLst/>
              <a:rect l="l" t="t" r="r" b="b"/>
              <a:pathLst>
                <a:path w="5735" h="12640" extrusionOk="0">
                  <a:moveTo>
                    <a:pt x="4927" y="1"/>
                  </a:moveTo>
                  <a:lnTo>
                    <a:pt x="859" y="5102"/>
                  </a:lnTo>
                  <a:cubicBezTo>
                    <a:pt x="1219" y="6067"/>
                    <a:pt x="1490" y="7057"/>
                    <a:pt x="1674" y="8065"/>
                  </a:cubicBezTo>
                  <a:cubicBezTo>
                    <a:pt x="1543" y="7998"/>
                    <a:pt x="1444" y="7973"/>
                    <a:pt x="1369" y="7973"/>
                  </a:cubicBezTo>
                  <a:cubicBezTo>
                    <a:pt x="1119" y="7973"/>
                    <a:pt x="1140" y="8258"/>
                    <a:pt x="1140" y="8258"/>
                  </a:cubicBezTo>
                  <a:lnTo>
                    <a:pt x="88" y="8258"/>
                  </a:lnTo>
                  <a:lnTo>
                    <a:pt x="0" y="12150"/>
                  </a:lnTo>
                  <a:cubicBezTo>
                    <a:pt x="0" y="12150"/>
                    <a:pt x="2086" y="12422"/>
                    <a:pt x="3647" y="12588"/>
                  </a:cubicBezTo>
                  <a:cubicBezTo>
                    <a:pt x="3964" y="12620"/>
                    <a:pt x="4238" y="12639"/>
                    <a:pt x="4474" y="12639"/>
                  </a:cubicBezTo>
                  <a:cubicBezTo>
                    <a:pt x="5401" y="12639"/>
                    <a:pt x="5735" y="12346"/>
                    <a:pt x="5707" y="11396"/>
                  </a:cubicBezTo>
                  <a:cubicBezTo>
                    <a:pt x="5707" y="6671"/>
                    <a:pt x="4927" y="1"/>
                    <a:pt x="4927" y="1"/>
                  </a:cubicBezTo>
                  <a:close/>
                </a:path>
              </a:pathLst>
            </a:custGeom>
            <a:solidFill>
              <a:srgbClr val="ED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2"/>
            <p:cNvSpPr/>
            <p:nvPr/>
          </p:nvSpPr>
          <p:spPr>
            <a:xfrm>
              <a:off x="5331223" y="2116989"/>
              <a:ext cx="620586" cy="1852951"/>
            </a:xfrm>
            <a:custGeom>
              <a:avLst/>
              <a:gdLst/>
              <a:ahLst/>
              <a:cxnLst/>
              <a:rect l="l" t="t" r="r" b="b"/>
              <a:pathLst>
                <a:path w="9301" h="27771" extrusionOk="0">
                  <a:moveTo>
                    <a:pt x="3848" y="0"/>
                  </a:moveTo>
                  <a:cubicBezTo>
                    <a:pt x="3848" y="0"/>
                    <a:pt x="1183" y="3699"/>
                    <a:pt x="596" y="5382"/>
                  </a:cubicBezTo>
                  <a:cubicBezTo>
                    <a:pt x="0" y="7074"/>
                    <a:pt x="1683" y="26859"/>
                    <a:pt x="1902" y="27771"/>
                  </a:cubicBezTo>
                  <a:cubicBezTo>
                    <a:pt x="4418" y="26771"/>
                    <a:pt x="5812" y="24001"/>
                    <a:pt x="6154" y="22879"/>
                  </a:cubicBezTo>
                  <a:cubicBezTo>
                    <a:pt x="5242" y="18549"/>
                    <a:pt x="4620" y="8030"/>
                    <a:pt x="4620" y="8030"/>
                  </a:cubicBezTo>
                  <a:lnTo>
                    <a:pt x="9301" y="702"/>
                  </a:lnTo>
                  <a:cubicBezTo>
                    <a:pt x="9301" y="702"/>
                    <a:pt x="7311" y="193"/>
                    <a:pt x="38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2"/>
            <p:cNvSpPr/>
            <p:nvPr/>
          </p:nvSpPr>
          <p:spPr>
            <a:xfrm>
              <a:off x="4401222" y="1840418"/>
              <a:ext cx="424689" cy="922906"/>
            </a:xfrm>
            <a:custGeom>
              <a:avLst/>
              <a:gdLst/>
              <a:ahLst/>
              <a:cxnLst/>
              <a:rect l="l" t="t" r="r" b="b"/>
              <a:pathLst>
                <a:path w="6365" h="13832" extrusionOk="0">
                  <a:moveTo>
                    <a:pt x="1714" y="1"/>
                  </a:moveTo>
                  <a:cubicBezTo>
                    <a:pt x="1553" y="1"/>
                    <a:pt x="1454" y="125"/>
                    <a:pt x="1534" y="437"/>
                  </a:cubicBezTo>
                  <a:cubicBezTo>
                    <a:pt x="1727" y="1182"/>
                    <a:pt x="1762" y="2936"/>
                    <a:pt x="1762" y="2936"/>
                  </a:cubicBezTo>
                  <a:cubicBezTo>
                    <a:pt x="1762" y="2936"/>
                    <a:pt x="1482" y="2752"/>
                    <a:pt x="1160" y="2752"/>
                  </a:cubicBezTo>
                  <a:cubicBezTo>
                    <a:pt x="999" y="2752"/>
                    <a:pt x="827" y="2798"/>
                    <a:pt x="675" y="2936"/>
                  </a:cubicBezTo>
                  <a:cubicBezTo>
                    <a:pt x="228" y="3348"/>
                    <a:pt x="675" y="3777"/>
                    <a:pt x="675" y="3777"/>
                  </a:cubicBezTo>
                  <a:cubicBezTo>
                    <a:pt x="675" y="3777"/>
                    <a:pt x="377" y="4391"/>
                    <a:pt x="193" y="4882"/>
                  </a:cubicBezTo>
                  <a:cubicBezTo>
                    <a:pt x="0" y="5372"/>
                    <a:pt x="2367" y="5706"/>
                    <a:pt x="2367" y="5706"/>
                  </a:cubicBezTo>
                  <a:lnTo>
                    <a:pt x="2060" y="13832"/>
                  </a:lnTo>
                  <a:cubicBezTo>
                    <a:pt x="2060" y="13832"/>
                    <a:pt x="4304" y="10790"/>
                    <a:pt x="4024" y="10010"/>
                  </a:cubicBezTo>
                  <a:lnTo>
                    <a:pt x="3410" y="5110"/>
                  </a:lnTo>
                  <a:lnTo>
                    <a:pt x="3410" y="5110"/>
                  </a:lnTo>
                  <a:cubicBezTo>
                    <a:pt x="3410" y="5110"/>
                    <a:pt x="3925" y="5141"/>
                    <a:pt x="4369" y="5141"/>
                  </a:cubicBezTo>
                  <a:cubicBezTo>
                    <a:pt x="4591" y="5141"/>
                    <a:pt x="4795" y="5133"/>
                    <a:pt x="4909" y="5110"/>
                  </a:cubicBezTo>
                  <a:cubicBezTo>
                    <a:pt x="5260" y="4566"/>
                    <a:pt x="5768" y="4136"/>
                    <a:pt x="6364" y="3882"/>
                  </a:cubicBezTo>
                  <a:cubicBezTo>
                    <a:pt x="6364" y="3882"/>
                    <a:pt x="6129" y="3290"/>
                    <a:pt x="5691" y="3290"/>
                  </a:cubicBezTo>
                  <a:cubicBezTo>
                    <a:pt x="5550" y="3290"/>
                    <a:pt x="5389" y="3352"/>
                    <a:pt x="5207" y="3514"/>
                  </a:cubicBezTo>
                  <a:cubicBezTo>
                    <a:pt x="4716" y="3987"/>
                    <a:pt x="4567" y="4145"/>
                    <a:pt x="4567" y="4145"/>
                  </a:cubicBezTo>
                  <a:lnTo>
                    <a:pt x="2437" y="3050"/>
                  </a:lnTo>
                  <a:cubicBezTo>
                    <a:pt x="2437" y="3050"/>
                    <a:pt x="2814" y="1384"/>
                    <a:pt x="2437" y="551"/>
                  </a:cubicBezTo>
                  <a:cubicBezTo>
                    <a:pt x="2284" y="240"/>
                    <a:pt x="1939" y="1"/>
                    <a:pt x="1714" y="1"/>
                  </a:cubicBezTo>
                  <a:close/>
                </a:path>
              </a:pathLst>
            </a:custGeom>
            <a:solidFill>
              <a:srgbClr val="EFC4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42"/>
            <p:cNvSpPr/>
            <p:nvPr/>
          </p:nvSpPr>
          <p:spPr>
            <a:xfrm>
              <a:off x="4516788" y="2099707"/>
              <a:ext cx="759502" cy="1122139"/>
            </a:xfrm>
            <a:custGeom>
              <a:avLst/>
              <a:gdLst/>
              <a:ahLst/>
              <a:cxnLst/>
              <a:rect l="l" t="t" r="r" b="b"/>
              <a:pathLst>
                <a:path w="11383" h="16818" extrusionOk="0">
                  <a:moveTo>
                    <a:pt x="9529" y="1"/>
                  </a:moveTo>
                  <a:cubicBezTo>
                    <a:pt x="9054" y="1"/>
                    <a:pt x="8616" y="34"/>
                    <a:pt x="8402" y="137"/>
                  </a:cubicBezTo>
                  <a:cubicBezTo>
                    <a:pt x="7455" y="733"/>
                    <a:pt x="3160" y="6422"/>
                    <a:pt x="3160" y="6422"/>
                  </a:cubicBezTo>
                  <a:cubicBezTo>
                    <a:pt x="3160" y="6422"/>
                    <a:pt x="3075" y="6309"/>
                    <a:pt x="2885" y="6309"/>
                  </a:cubicBezTo>
                  <a:cubicBezTo>
                    <a:pt x="2837" y="6309"/>
                    <a:pt x="2783" y="6316"/>
                    <a:pt x="2721" y="6334"/>
                  </a:cubicBezTo>
                  <a:cubicBezTo>
                    <a:pt x="2721" y="6079"/>
                    <a:pt x="2635" y="6008"/>
                    <a:pt x="2540" y="6008"/>
                  </a:cubicBezTo>
                  <a:cubicBezTo>
                    <a:pt x="2423" y="6008"/>
                    <a:pt x="2292" y="6115"/>
                    <a:pt x="2292" y="6115"/>
                  </a:cubicBezTo>
                  <a:cubicBezTo>
                    <a:pt x="2292" y="6115"/>
                    <a:pt x="83" y="9455"/>
                    <a:pt x="39" y="10059"/>
                  </a:cubicBezTo>
                  <a:cubicBezTo>
                    <a:pt x="1" y="10585"/>
                    <a:pt x="29" y="11276"/>
                    <a:pt x="382" y="11276"/>
                  </a:cubicBezTo>
                  <a:cubicBezTo>
                    <a:pt x="435" y="11276"/>
                    <a:pt x="496" y="11260"/>
                    <a:pt x="565" y="11225"/>
                  </a:cubicBezTo>
                  <a:lnTo>
                    <a:pt x="565" y="11225"/>
                  </a:lnTo>
                  <a:cubicBezTo>
                    <a:pt x="539" y="11557"/>
                    <a:pt x="645" y="11740"/>
                    <a:pt x="780" y="11740"/>
                  </a:cubicBezTo>
                  <a:cubicBezTo>
                    <a:pt x="878" y="11740"/>
                    <a:pt x="991" y="11646"/>
                    <a:pt x="1082" y="11444"/>
                  </a:cubicBezTo>
                  <a:cubicBezTo>
                    <a:pt x="1805" y="11863"/>
                    <a:pt x="2446" y="12026"/>
                    <a:pt x="3007" y="12026"/>
                  </a:cubicBezTo>
                  <a:cubicBezTo>
                    <a:pt x="4997" y="12026"/>
                    <a:pt x="5973" y="9972"/>
                    <a:pt x="5973" y="9972"/>
                  </a:cubicBezTo>
                  <a:lnTo>
                    <a:pt x="6797" y="16818"/>
                  </a:lnTo>
                  <a:cubicBezTo>
                    <a:pt x="6797" y="14048"/>
                    <a:pt x="7227" y="6465"/>
                    <a:pt x="7788" y="5475"/>
                  </a:cubicBezTo>
                  <a:cubicBezTo>
                    <a:pt x="8358" y="4476"/>
                    <a:pt x="11382" y="110"/>
                    <a:pt x="11382" y="110"/>
                  </a:cubicBezTo>
                  <a:cubicBezTo>
                    <a:pt x="11382" y="110"/>
                    <a:pt x="10393" y="1"/>
                    <a:pt x="95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42"/>
            <p:cNvSpPr/>
            <p:nvPr/>
          </p:nvSpPr>
          <p:spPr>
            <a:xfrm>
              <a:off x="5483822" y="1894731"/>
              <a:ext cx="145121" cy="236865"/>
            </a:xfrm>
            <a:custGeom>
              <a:avLst/>
              <a:gdLst/>
              <a:ahLst/>
              <a:cxnLst/>
              <a:rect l="l" t="t" r="r" b="b"/>
              <a:pathLst>
                <a:path w="2175" h="3550" extrusionOk="0">
                  <a:moveTo>
                    <a:pt x="2175" y="0"/>
                  </a:moveTo>
                  <a:lnTo>
                    <a:pt x="1412" y="132"/>
                  </a:lnTo>
                  <a:lnTo>
                    <a:pt x="1" y="3209"/>
                  </a:lnTo>
                  <a:cubicBezTo>
                    <a:pt x="1" y="3209"/>
                    <a:pt x="363" y="3549"/>
                    <a:pt x="808" y="3549"/>
                  </a:cubicBezTo>
                  <a:cubicBezTo>
                    <a:pt x="993" y="3549"/>
                    <a:pt x="1193" y="3490"/>
                    <a:pt x="1386" y="3322"/>
                  </a:cubicBezTo>
                  <a:cubicBezTo>
                    <a:pt x="1596" y="2367"/>
                    <a:pt x="2175" y="0"/>
                    <a:pt x="2175" y="0"/>
                  </a:cubicBezTo>
                  <a:close/>
                </a:path>
              </a:pathLst>
            </a:custGeom>
            <a:solidFill>
              <a:srgbClr val="D29E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42"/>
            <p:cNvSpPr/>
            <p:nvPr/>
          </p:nvSpPr>
          <p:spPr>
            <a:xfrm>
              <a:off x="5234674" y="1493719"/>
              <a:ext cx="488475" cy="647742"/>
            </a:xfrm>
            <a:custGeom>
              <a:avLst/>
              <a:gdLst/>
              <a:ahLst/>
              <a:cxnLst/>
              <a:rect l="l" t="t" r="r" b="b"/>
              <a:pathLst>
                <a:path w="7321" h="9708" extrusionOk="0">
                  <a:moveTo>
                    <a:pt x="3914" y="0"/>
                  </a:moveTo>
                  <a:cubicBezTo>
                    <a:pt x="3422" y="0"/>
                    <a:pt x="2958" y="185"/>
                    <a:pt x="2587" y="672"/>
                  </a:cubicBezTo>
                  <a:cubicBezTo>
                    <a:pt x="2587" y="672"/>
                    <a:pt x="2122" y="3205"/>
                    <a:pt x="1771" y="4073"/>
                  </a:cubicBezTo>
                  <a:cubicBezTo>
                    <a:pt x="1412" y="4941"/>
                    <a:pt x="711" y="6957"/>
                    <a:pt x="351" y="7632"/>
                  </a:cubicBezTo>
                  <a:cubicBezTo>
                    <a:pt x="1" y="8316"/>
                    <a:pt x="80" y="8780"/>
                    <a:pt x="623" y="9183"/>
                  </a:cubicBezTo>
                  <a:cubicBezTo>
                    <a:pt x="975" y="9446"/>
                    <a:pt x="1504" y="9708"/>
                    <a:pt x="2050" y="9708"/>
                  </a:cubicBezTo>
                  <a:cubicBezTo>
                    <a:pt x="2362" y="9708"/>
                    <a:pt x="2679" y="9622"/>
                    <a:pt x="2972" y="9403"/>
                  </a:cubicBezTo>
                  <a:cubicBezTo>
                    <a:pt x="3779" y="8807"/>
                    <a:pt x="5164" y="6931"/>
                    <a:pt x="5909" y="6010"/>
                  </a:cubicBezTo>
                  <a:cubicBezTo>
                    <a:pt x="6645" y="5090"/>
                    <a:pt x="7154" y="4327"/>
                    <a:pt x="7154" y="4327"/>
                  </a:cubicBezTo>
                  <a:lnTo>
                    <a:pt x="7320" y="1873"/>
                  </a:lnTo>
                  <a:cubicBezTo>
                    <a:pt x="7320" y="1873"/>
                    <a:pt x="5478" y="0"/>
                    <a:pt x="3914" y="0"/>
                  </a:cubicBezTo>
                  <a:close/>
                </a:path>
              </a:pathLst>
            </a:custGeom>
            <a:solidFill>
              <a:srgbClr val="EFC4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42"/>
            <p:cNvSpPr/>
            <p:nvPr/>
          </p:nvSpPr>
          <p:spPr>
            <a:xfrm>
              <a:off x="5363384" y="1533020"/>
              <a:ext cx="164404" cy="46506"/>
            </a:xfrm>
            <a:custGeom>
              <a:avLst/>
              <a:gdLst/>
              <a:ahLst/>
              <a:cxnLst/>
              <a:rect l="l" t="t" r="r" b="b"/>
              <a:pathLst>
                <a:path w="2464" h="697" extrusionOk="0">
                  <a:moveTo>
                    <a:pt x="1512" y="0"/>
                  </a:moveTo>
                  <a:cubicBezTo>
                    <a:pt x="1027" y="0"/>
                    <a:pt x="544" y="104"/>
                    <a:pt x="97" y="311"/>
                  </a:cubicBezTo>
                  <a:cubicBezTo>
                    <a:pt x="53" y="328"/>
                    <a:pt x="0" y="372"/>
                    <a:pt x="18" y="416"/>
                  </a:cubicBezTo>
                  <a:cubicBezTo>
                    <a:pt x="26" y="460"/>
                    <a:pt x="70" y="469"/>
                    <a:pt x="114" y="477"/>
                  </a:cubicBezTo>
                  <a:cubicBezTo>
                    <a:pt x="216" y="491"/>
                    <a:pt x="319" y="498"/>
                    <a:pt x="422" y="498"/>
                  </a:cubicBezTo>
                  <a:cubicBezTo>
                    <a:pt x="488" y="498"/>
                    <a:pt x="553" y="496"/>
                    <a:pt x="618" y="490"/>
                  </a:cubicBezTo>
                  <a:lnTo>
                    <a:pt x="618" y="490"/>
                  </a:lnTo>
                  <a:cubicBezTo>
                    <a:pt x="505" y="518"/>
                    <a:pt x="397" y="559"/>
                    <a:pt x="298" y="609"/>
                  </a:cubicBezTo>
                  <a:cubicBezTo>
                    <a:pt x="420" y="650"/>
                    <a:pt x="547" y="671"/>
                    <a:pt x="675" y="671"/>
                  </a:cubicBezTo>
                  <a:cubicBezTo>
                    <a:pt x="799" y="671"/>
                    <a:pt x="923" y="652"/>
                    <a:pt x="1042" y="613"/>
                  </a:cubicBezTo>
                  <a:lnTo>
                    <a:pt x="1042" y="613"/>
                  </a:lnTo>
                  <a:cubicBezTo>
                    <a:pt x="1028" y="630"/>
                    <a:pt x="1016" y="649"/>
                    <a:pt x="1008" y="670"/>
                  </a:cubicBezTo>
                  <a:cubicBezTo>
                    <a:pt x="1093" y="688"/>
                    <a:pt x="1179" y="696"/>
                    <a:pt x="1264" y="696"/>
                  </a:cubicBezTo>
                  <a:cubicBezTo>
                    <a:pt x="1435" y="696"/>
                    <a:pt x="1604" y="661"/>
                    <a:pt x="1762" y="591"/>
                  </a:cubicBezTo>
                  <a:cubicBezTo>
                    <a:pt x="1999" y="495"/>
                    <a:pt x="2227" y="363"/>
                    <a:pt x="2437" y="223"/>
                  </a:cubicBezTo>
                  <a:cubicBezTo>
                    <a:pt x="2463" y="162"/>
                    <a:pt x="2384" y="109"/>
                    <a:pt x="2332" y="100"/>
                  </a:cubicBezTo>
                  <a:cubicBezTo>
                    <a:pt x="2062" y="34"/>
                    <a:pt x="1787" y="0"/>
                    <a:pt x="1512" y="0"/>
                  </a:cubicBezTo>
                  <a:close/>
                </a:path>
              </a:pathLst>
            </a:custGeom>
            <a:solidFill>
              <a:srgbClr val="2C2C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42"/>
            <p:cNvSpPr/>
            <p:nvPr/>
          </p:nvSpPr>
          <p:spPr>
            <a:xfrm>
              <a:off x="5610197" y="1676543"/>
              <a:ext cx="105889" cy="184421"/>
            </a:xfrm>
            <a:custGeom>
              <a:avLst/>
              <a:gdLst/>
              <a:ahLst/>
              <a:cxnLst/>
              <a:rect l="l" t="t" r="r" b="b"/>
              <a:pathLst>
                <a:path w="1587" h="2764" extrusionOk="0">
                  <a:moveTo>
                    <a:pt x="298" y="1"/>
                  </a:moveTo>
                  <a:cubicBezTo>
                    <a:pt x="298" y="1"/>
                    <a:pt x="0" y="1850"/>
                    <a:pt x="412" y="2560"/>
                  </a:cubicBezTo>
                  <a:cubicBezTo>
                    <a:pt x="497" y="2706"/>
                    <a:pt x="596" y="2764"/>
                    <a:pt x="700" y="2764"/>
                  </a:cubicBezTo>
                  <a:cubicBezTo>
                    <a:pt x="1105" y="2764"/>
                    <a:pt x="1587" y="1894"/>
                    <a:pt x="1587" y="1894"/>
                  </a:cubicBezTo>
                  <a:cubicBezTo>
                    <a:pt x="1587" y="1894"/>
                    <a:pt x="1298" y="115"/>
                    <a:pt x="298" y="1"/>
                  </a:cubicBezTo>
                  <a:close/>
                </a:path>
              </a:pathLst>
            </a:custGeom>
            <a:solidFill>
              <a:srgbClr val="2C2C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42"/>
            <p:cNvSpPr/>
            <p:nvPr/>
          </p:nvSpPr>
          <p:spPr>
            <a:xfrm>
              <a:off x="5407222" y="1401774"/>
              <a:ext cx="415948" cy="445640"/>
            </a:xfrm>
            <a:custGeom>
              <a:avLst/>
              <a:gdLst/>
              <a:ahLst/>
              <a:cxnLst/>
              <a:rect l="l" t="t" r="r" b="b"/>
              <a:pathLst>
                <a:path w="6234" h="6679" extrusionOk="0">
                  <a:moveTo>
                    <a:pt x="2478" y="1"/>
                  </a:moveTo>
                  <a:cubicBezTo>
                    <a:pt x="1513" y="1"/>
                    <a:pt x="514" y="550"/>
                    <a:pt x="1" y="2050"/>
                  </a:cubicBezTo>
                  <a:cubicBezTo>
                    <a:pt x="1" y="2050"/>
                    <a:pt x="125" y="2024"/>
                    <a:pt x="332" y="2024"/>
                  </a:cubicBezTo>
                  <a:cubicBezTo>
                    <a:pt x="835" y="2024"/>
                    <a:pt x="1823" y="2174"/>
                    <a:pt x="2692" y="3198"/>
                  </a:cubicBezTo>
                  <a:cubicBezTo>
                    <a:pt x="3919" y="4636"/>
                    <a:pt x="4331" y="6678"/>
                    <a:pt x="4331" y="6678"/>
                  </a:cubicBezTo>
                  <a:cubicBezTo>
                    <a:pt x="4331" y="6678"/>
                    <a:pt x="5357" y="5863"/>
                    <a:pt x="5795" y="4995"/>
                  </a:cubicBezTo>
                  <a:cubicBezTo>
                    <a:pt x="6233" y="4119"/>
                    <a:pt x="5444" y="1778"/>
                    <a:pt x="4357" y="744"/>
                  </a:cubicBezTo>
                  <a:cubicBezTo>
                    <a:pt x="3891" y="303"/>
                    <a:pt x="3193" y="1"/>
                    <a:pt x="24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42"/>
            <p:cNvSpPr/>
            <p:nvPr/>
          </p:nvSpPr>
          <p:spPr>
            <a:xfrm>
              <a:off x="5616603" y="1803186"/>
              <a:ext cx="144588" cy="110693"/>
            </a:xfrm>
            <a:custGeom>
              <a:avLst/>
              <a:gdLst/>
              <a:ahLst/>
              <a:cxnLst/>
              <a:rect l="l" t="t" r="r" b="b"/>
              <a:pathLst>
                <a:path w="2167" h="1659" extrusionOk="0">
                  <a:moveTo>
                    <a:pt x="1164" y="0"/>
                  </a:moveTo>
                  <a:cubicBezTo>
                    <a:pt x="733" y="0"/>
                    <a:pt x="343" y="390"/>
                    <a:pt x="343" y="390"/>
                  </a:cubicBezTo>
                  <a:cubicBezTo>
                    <a:pt x="343" y="390"/>
                    <a:pt x="1" y="610"/>
                    <a:pt x="45" y="1206"/>
                  </a:cubicBezTo>
                  <a:cubicBezTo>
                    <a:pt x="228" y="1530"/>
                    <a:pt x="499" y="1659"/>
                    <a:pt x="777" y="1659"/>
                  </a:cubicBezTo>
                  <a:cubicBezTo>
                    <a:pt x="1452" y="1659"/>
                    <a:pt x="2167" y="897"/>
                    <a:pt x="1763" y="338"/>
                  </a:cubicBezTo>
                  <a:cubicBezTo>
                    <a:pt x="1578" y="86"/>
                    <a:pt x="1367" y="0"/>
                    <a:pt x="1164" y="0"/>
                  </a:cubicBezTo>
                  <a:close/>
                </a:path>
              </a:pathLst>
            </a:custGeom>
            <a:solidFill>
              <a:srgbClr val="EFC4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42"/>
            <p:cNvSpPr/>
            <p:nvPr/>
          </p:nvSpPr>
          <p:spPr>
            <a:xfrm>
              <a:off x="5346970" y="1735060"/>
              <a:ext cx="73195" cy="126372"/>
            </a:xfrm>
            <a:custGeom>
              <a:avLst/>
              <a:gdLst/>
              <a:ahLst/>
              <a:cxnLst/>
              <a:rect l="l" t="t" r="r" b="b"/>
              <a:pathLst>
                <a:path w="1097" h="1894" extrusionOk="0">
                  <a:moveTo>
                    <a:pt x="1096" y="0"/>
                  </a:moveTo>
                  <a:cubicBezTo>
                    <a:pt x="877" y="298"/>
                    <a:pt x="684" y="605"/>
                    <a:pt x="500" y="921"/>
                  </a:cubicBezTo>
                  <a:cubicBezTo>
                    <a:pt x="316" y="1236"/>
                    <a:pt x="150" y="1560"/>
                    <a:pt x="1" y="1894"/>
                  </a:cubicBezTo>
                  <a:cubicBezTo>
                    <a:pt x="220" y="1596"/>
                    <a:pt x="413" y="1289"/>
                    <a:pt x="597" y="973"/>
                  </a:cubicBezTo>
                  <a:cubicBezTo>
                    <a:pt x="781" y="658"/>
                    <a:pt x="947" y="333"/>
                    <a:pt x="1096" y="0"/>
                  </a:cubicBezTo>
                  <a:close/>
                </a:path>
              </a:pathLst>
            </a:custGeom>
            <a:solidFill>
              <a:srgbClr val="D29E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42"/>
            <p:cNvSpPr/>
            <p:nvPr/>
          </p:nvSpPr>
          <p:spPr>
            <a:xfrm>
              <a:off x="5445255" y="1761350"/>
              <a:ext cx="25822" cy="38699"/>
            </a:xfrm>
            <a:custGeom>
              <a:avLst/>
              <a:gdLst/>
              <a:ahLst/>
              <a:cxnLst/>
              <a:rect l="l" t="t" r="r" b="b"/>
              <a:pathLst>
                <a:path w="387" h="580" extrusionOk="0">
                  <a:moveTo>
                    <a:pt x="193" y="1"/>
                  </a:moveTo>
                  <a:cubicBezTo>
                    <a:pt x="88" y="1"/>
                    <a:pt x="0" y="132"/>
                    <a:pt x="0" y="290"/>
                  </a:cubicBezTo>
                  <a:cubicBezTo>
                    <a:pt x="0" y="456"/>
                    <a:pt x="88" y="579"/>
                    <a:pt x="193" y="579"/>
                  </a:cubicBezTo>
                  <a:cubicBezTo>
                    <a:pt x="298" y="579"/>
                    <a:pt x="386" y="456"/>
                    <a:pt x="386" y="290"/>
                  </a:cubicBezTo>
                  <a:cubicBezTo>
                    <a:pt x="386" y="132"/>
                    <a:pt x="298" y="1"/>
                    <a:pt x="193" y="1"/>
                  </a:cubicBezTo>
                  <a:close/>
                </a:path>
              </a:pathLst>
            </a:custGeom>
            <a:solidFill>
              <a:srgbClr val="2C2C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42"/>
            <p:cNvSpPr/>
            <p:nvPr/>
          </p:nvSpPr>
          <p:spPr>
            <a:xfrm>
              <a:off x="5370991" y="1735060"/>
              <a:ext cx="25221" cy="38632"/>
            </a:xfrm>
            <a:custGeom>
              <a:avLst/>
              <a:gdLst/>
              <a:ahLst/>
              <a:cxnLst/>
              <a:rect l="l" t="t" r="r" b="b"/>
              <a:pathLst>
                <a:path w="378" h="579" extrusionOk="0">
                  <a:moveTo>
                    <a:pt x="193" y="0"/>
                  </a:moveTo>
                  <a:cubicBezTo>
                    <a:pt x="88" y="0"/>
                    <a:pt x="0" y="132"/>
                    <a:pt x="0" y="289"/>
                  </a:cubicBezTo>
                  <a:cubicBezTo>
                    <a:pt x="0" y="447"/>
                    <a:pt x="88" y="579"/>
                    <a:pt x="193" y="579"/>
                  </a:cubicBezTo>
                  <a:cubicBezTo>
                    <a:pt x="298" y="579"/>
                    <a:pt x="377" y="447"/>
                    <a:pt x="377" y="289"/>
                  </a:cubicBezTo>
                  <a:cubicBezTo>
                    <a:pt x="377" y="123"/>
                    <a:pt x="298" y="0"/>
                    <a:pt x="193" y="0"/>
                  </a:cubicBezTo>
                  <a:close/>
                </a:path>
              </a:pathLst>
            </a:custGeom>
            <a:solidFill>
              <a:srgbClr val="2C2C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42"/>
            <p:cNvSpPr/>
            <p:nvPr/>
          </p:nvSpPr>
          <p:spPr>
            <a:xfrm>
              <a:off x="5235274" y="1847357"/>
              <a:ext cx="255681" cy="294446"/>
            </a:xfrm>
            <a:custGeom>
              <a:avLst/>
              <a:gdLst/>
              <a:ahLst/>
              <a:cxnLst/>
              <a:rect l="l" t="t" r="r" b="b"/>
              <a:pathLst>
                <a:path w="3832" h="4413" extrusionOk="0">
                  <a:moveTo>
                    <a:pt x="1298" y="0"/>
                  </a:moveTo>
                  <a:cubicBezTo>
                    <a:pt x="965" y="894"/>
                    <a:pt x="579" y="1894"/>
                    <a:pt x="351" y="2341"/>
                  </a:cubicBezTo>
                  <a:cubicBezTo>
                    <a:pt x="0" y="3024"/>
                    <a:pt x="79" y="3480"/>
                    <a:pt x="623" y="3892"/>
                  </a:cubicBezTo>
                  <a:cubicBezTo>
                    <a:pt x="969" y="4154"/>
                    <a:pt x="1495" y="4413"/>
                    <a:pt x="2043" y="4413"/>
                  </a:cubicBezTo>
                  <a:cubicBezTo>
                    <a:pt x="2356" y="4413"/>
                    <a:pt x="2675" y="4328"/>
                    <a:pt x="2972" y="4111"/>
                  </a:cubicBezTo>
                  <a:cubicBezTo>
                    <a:pt x="3174" y="3954"/>
                    <a:pt x="3367" y="3770"/>
                    <a:pt x="3551" y="3585"/>
                  </a:cubicBezTo>
                  <a:lnTo>
                    <a:pt x="3831" y="1000"/>
                  </a:lnTo>
                  <a:lnTo>
                    <a:pt x="1298" y="0"/>
                  </a:lnTo>
                  <a:close/>
                </a:path>
              </a:pathLst>
            </a:custGeom>
            <a:solidFill>
              <a:srgbClr val="CD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42"/>
            <p:cNvSpPr/>
            <p:nvPr/>
          </p:nvSpPr>
          <p:spPr>
            <a:xfrm>
              <a:off x="5490894" y="1829208"/>
              <a:ext cx="148591" cy="84871"/>
            </a:xfrm>
            <a:custGeom>
              <a:avLst/>
              <a:gdLst/>
              <a:ahLst/>
              <a:cxnLst/>
              <a:rect l="l" t="t" r="r" b="b"/>
              <a:pathLst>
                <a:path w="2227" h="1272" extrusionOk="0">
                  <a:moveTo>
                    <a:pt x="2227" y="0"/>
                  </a:moveTo>
                  <a:lnTo>
                    <a:pt x="2227" y="0"/>
                  </a:lnTo>
                  <a:cubicBezTo>
                    <a:pt x="1832" y="176"/>
                    <a:pt x="1455" y="377"/>
                    <a:pt x="1087" y="588"/>
                  </a:cubicBezTo>
                  <a:cubicBezTo>
                    <a:pt x="719" y="798"/>
                    <a:pt x="351" y="1026"/>
                    <a:pt x="0" y="1272"/>
                  </a:cubicBezTo>
                  <a:cubicBezTo>
                    <a:pt x="395" y="1096"/>
                    <a:pt x="772" y="895"/>
                    <a:pt x="1140" y="684"/>
                  </a:cubicBezTo>
                  <a:cubicBezTo>
                    <a:pt x="1508" y="474"/>
                    <a:pt x="1876" y="255"/>
                    <a:pt x="2227" y="0"/>
                  </a:cubicBezTo>
                  <a:close/>
                </a:path>
              </a:pathLst>
            </a:custGeom>
            <a:solidFill>
              <a:srgbClr val="E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42"/>
            <p:cNvSpPr/>
            <p:nvPr/>
          </p:nvSpPr>
          <p:spPr>
            <a:xfrm>
              <a:off x="5473880" y="1894731"/>
              <a:ext cx="155063" cy="172611"/>
            </a:xfrm>
            <a:custGeom>
              <a:avLst/>
              <a:gdLst/>
              <a:ahLst/>
              <a:cxnLst/>
              <a:rect l="l" t="t" r="r" b="b"/>
              <a:pathLst>
                <a:path w="2324" h="2587" extrusionOk="0">
                  <a:moveTo>
                    <a:pt x="2324" y="0"/>
                  </a:moveTo>
                  <a:cubicBezTo>
                    <a:pt x="2113" y="202"/>
                    <a:pt x="1912" y="412"/>
                    <a:pt x="1710" y="623"/>
                  </a:cubicBezTo>
                  <a:cubicBezTo>
                    <a:pt x="1509" y="833"/>
                    <a:pt x="1316" y="1043"/>
                    <a:pt x="1123" y="1263"/>
                  </a:cubicBezTo>
                  <a:cubicBezTo>
                    <a:pt x="930" y="1482"/>
                    <a:pt x="737" y="1701"/>
                    <a:pt x="553" y="1920"/>
                  </a:cubicBezTo>
                  <a:lnTo>
                    <a:pt x="273" y="2244"/>
                  </a:lnTo>
                  <a:cubicBezTo>
                    <a:pt x="185" y="2358"/>
                    <a:pt x="89" y="2472"/>
                    <a:pt x="1" y="2586"/>
                  </a:cubicBezTo>
                  <a:cubicBezTo>
                    <a:pt x="106" y="2490"/>
                    <a:pt x="203" y="2385"/>
                    <a:pt x="308" y="2279"/>
                  </a:cubicBezTo>
                  <a:lnTo>
                    <a:pt x="615" y="1973"/>
                  </a:lnTo>
                  <a:cubicBezTo>
                    <a:pt x="816" y="1762"/>
                    <a:pt x="1009" y="1552"/>
                    <a:pt x="1202" y="1333"/>
                  </a:cubicBezTo>
                  <a:cubicBezTo>
                    <a:pt x="1395" y="1113"/>
                    <a:pt x="1588" y="894"/>
                    <a:pt x="1772" y="675"/>
                  </a:cubicBezTo>
                  <a:cubicBezTo>
                    <a:pt x="1956" y="456"/>
                    <a:pt x="2140" y="228"/>
                    <a:pt x="2324" y="0"/>
                  </a:cubicBezTo>
                  <a:close/>
                </a:path>
              </a:pathLst>
            </a:custGeom>
            <a:solidFill>
              <a:srgbClr val="E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42"/>
            <p:cNvSpPr/>
            <p:nvPr/>
          </p:nvSpPr>
          <p:spPr>
            <a:xfrm>
              <a:off x="5313074" y="1856698"/>
              <a:ext cx="95947" cy="57515"/>
            </a:xfrm>
            <a:custGeom>
              <a:avLst/>
              <a:gdLst/>
              <a:ahLst/>
              <a:cxnLst/>
              <a:rect l="l" t="t" r="r" b="b"/>
              <a:pathLst>
                <a:path w="1438" h="862" extrusionOk="0">
                  <a:moveTo>
                    <a:pt x="517" y="0"/>
                  </a:moveTo>
                  <a:lnTo>
                    <a:pt x="517" y="0"/>
                  </a:lnTo>
                  <a:cubicBezTo>
                    <a:pt x="351" y="263"/>
                    <a:pt x="193" y="518"/>
                    <a:pt x="44" y="781"/>
                  </a:cubicBezTo>
                  <a:lnTo>
                    <a:pt x="0" y="860"/>
                  </a:lnTo>
                  <a:lnTo>
                    <a:pt x="97" y="860"/>
                  </a:lnTo>
                  <a:cubicBezTo>
                    <a:pt x="171" y="861"/>
                    <a:pt x="246" y="862"/>
                    <a:pt x="320" y="862"/>
                  </a:cubicBezTo>
                  <a:cubicBezTo>
                    <a:pt x="693" y="862"/>
                    <a:pt x="1065" y="843"/>
                    <a:pt x="1438" y="807"/>
                  </a:cubicBezTo>
                  <a:cubicBezTo>
                    <a:pt x="1065" y="770"/>
                    <a:pt x="693" y="752"/>
                    <a:pt x="320" y="752"/>
                  </a:cubicBezTo>
                  <a:cubicBezTo>
                    <a:pt x="274" y="752"/>
                    <a:pt x="228" y="752"/>
                    <a:pt x="182" y="753"/>
                  </a:cubicBezTo>
                  <a:lnTo>
                    <a:pt x="182" y="753"/>
                  </a:lnTo>
                  <a:cubicBezTo>
                    <a:pt x="306" y="508"/>
                    <a:pt x="423" y="261"/>
                    <a:pt x="517" y="0"/>
                  </a:cubicBezTo>
                  <a:close/>
                </a:path>
              </a:pathLst>
            </a:custGeom>
            <a:solidFill>
              <a:srgbClr val="91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42"/>
            <p:cNvSpPr/>
            <p:nvPr/>
          </p:nvSpPr>
          <p:spPr>
            <a:xfrm>
              <a:off x="5354577" y="1980672"/>
              <a:ext cx="103620" cy="42769"/>
            </a:xfrm>
            <a:custGeom>
              <a:avLst/>
              <a:gdLst/>
              <a:ahLst/>
              <a:cxnLst/>
              <a:rect l="l" t="t" r="r" b="b"/>
              <a:pathLst>
                <a:path w="1553" h="641" extrusionOk="0">
                  <a:moveTo>
                    <a:pt x="1552" y="1"/>
                  </a:moveTo>
                  <a:lnTo>
                    <a:pt x="1552" y="1"/>
                  </a:lnTo>
                  <a:cubicBezTo>
                    <a:pt x="1500" y="62"/>
                    <a:pt x="1447" y="124"/>
                    <a:pt x="1386" y="176"/>
                  </a:cubicBezTo>
                  <a:cubicBezTo>
                    <a:pt x="1324" y="229"/>
                    <a:pt x="1272" y="281"/>
                    <a:pt x="1210" y="325"/>
                  </a:cubicBezTo>
                  <a:cubicBezTo>
                    <a:pt x="1096" y="422"/>
                    <a:pt x="965" y="483"/>
                    <a:pt x="816" y="518"/>
                  </a:cubicBezTo>
                  <a:cubicBezTo>
                    <a:pt x="774" y="526"/>
                    <a:pt x="731" y="530"/>
                    <a:pt x="688" y="530"/>
                  </a:cubicBezTo>
                  <a:cubicBezTo>
                    <a:pt x="587" y="530"/>
                    <a:pt x="485" y="508"/>
                    <a:pt x="386" y="465"/>
                  </a:cubicBezTo>
                  <a:cubicBezTo>
                    <a:pt x="246" y="404"/>
                    <a:pt x="115" y="316"/>
                    <a:pt x="1" y="211"/>
                  </a:cubicBezTo>
                  <a:lnTo>
                    <a:pt x="1" y="211"/>
                  </a:lnTo>
                  <a:cubicBezTo>
                    <a:pt x="88" y="343"/>
                    <a:pt x="211" y="457"/>
                    <a:pt x="351" y="544"/>
                  </a:cubicBezTo>
                  <a:cubicBezTo>
                    <a:pt x="467" y="606"/>
                    <a:pt x="594" y="641"/>
                    <a:pt x="723" y="641"/>
                  </a:cubicBezTo>
                  <a:cubicBezTo>
                    <a:pt x="760" y="641"/>
                    <a:pt x="797" y="638"/>
                    <a:pt x="833" y="632"/>
                  </a:cubicBezTo>
                  <a:cubicBezTo>
                    <a:pt x="1000" y="588"/>
                    <a:pt x="1149" y="509"/>
                    <a:pt x="1272" y="395"/>
                  </a:cubicBezTo>
                  <a:cubicBezTo>
                    <a:pt x="1324" y="334"/>
                    <a:pt x="1377" y="273"/>
                    <a:pt x="1430" y="211"/>
                  </a:cubicBezTo>
                  <a:cubicBezTo>
                    <a:pt x="1473" y="141"/>
                    <a:pt x="1508" y="71"/>
                    <a:pt x="1552" y="1"/>
                  </a:cubicBezTo>
                  <a:close/>
                </a:path>
              </a:pathLst>
            </a:custGeom>
            <a:solidFill>
              <a:srgbClr val="91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42"/>
            <p:cNvSpPr/>
            <p:nvPr/>
          </p:nvSpPr>
          <p:spPr>
            <a:xfrm>
              <a:off x="5458133" y="1670672"/>
              <a:ext cx="93011" cy="72594"/>
            </a:xfrm>
            <a:custGeom>
              <a:avLst/>
              <a:gdLst/>
              <a:ahLst/>
              <a:cxnLst/>
              <a:rect l="l" t="t" r="r" b="b"/>
              <a:pathLst>
                <a:path w="1394" h="1088" extrusionOk="0">
                  <a:moveTo>
                    <a:pt x="237" y="1"/>
                  </a:moveTo>
                  <a:lnTo>
                    <a:pt x="0" y="395"/>
                  </a:lnTo>
                  <a:lnTo>
                    <a:pt x="1026" y="1088"/>
                  </a:lnTo>
                  <a:lnTo>
                    <a:pt x="1394" y="74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2C2C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42"/>
            <p:cNvSpPr/>
            <p:nvPr/>
          </p:nvSpPr>
          <p:spPr>
            <a:xfrm>
              <a:off x="5363918" y="1648452"/>
              <a:ext cx="56247" cy="34028"/>
            </a:xfrm>
            <a:custGeom>
              <a:avLst/>
              <a:gdLst/>
              <a:ahLst/>
              <a:cxnLst/>
              <a:rect l="l" t="t" r="r" b="b"/>
              <a:pathLst>
                <a:path w="843" h="510" extrusionOk="0">
                  <a:moveTo>
                    <a:pt x="54" y="1"/>
                  </a:moveTo>
                  <a:lnTo>
                    <a:pt x="1" y="422"/>
                  </a:lnTo>
                  <a:lnTo>
                    <a:pt x="676" y="509"/>
                  </a:lnTo>
                  <a:lnTo>
                    <a:pt x="842" y="1"/>
                  </a:lnTo>
                  <a:close/>
                </a:path>
              </a:pathLst>
            </a:custGeom>
            <a:solidFill>
              <a:srgbClr val="2C2C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42"/>
            <p:cNvSpPr/>
            <p:nvPr/>
          </p:nvSpPr>
          <p:spPr>
            <a:xfrm>
              <a:off x="5170351" y="2122794"/>
              <a:ext cx="334013" cy="1189128"/>
            </a:xfrm>
            <a:custGeom>
              <a:avLst/>
              <a:gdLst/>
              <a:ahLst/>
              <a:cxnLst/>
              <a:rect l="l" t="t" r="r" b="b"/>
              <a:pathLst>
                <a:path w="5006" h="17822" extrusionOk="0">
                  <a:moveTo>
                    <a:pt x="5006" y="1"/>
                  </a:moveTo>
                  <a:lnTo>
                    <a:pt x="5006" y="1"/>
                  </a:lnTo>
                  <a:cubicBezTo>
                    <a:pt x="3787" y="1132"/>
                    <a:pt x="2586" y="2298"/>
                    <a:pt x="1456" y="3534"/>
                  </a:cubicBezTo>
                  <a:cubicBezTo>
                    <a:pt x="1315" y="3683"/>
                    <a:pt x="1175" y="3840"/>
                    <a:pt x="1044" y="3998"/>
                  </a:cubicBezTo>
                  <a:lnTo>
                    <a:pt x="842" y="4235"/>
                  </a:lnTo>
                  <a:cubicBezTo>
                    <a:pt x="772" y="4322"/>
                    <a:pt x="710" y="4401"/>
                    <a:pt x="640" y="4480"/>
                  </a:cubicBezTo>
                  <a:cubicBezTo>
                    <a:pt x="509" y="4647"/>
                    <a:pt x="395" y="4822"/>
                    <a:pt x="272" y="4997"/>
                  </a:cubicBezTo>
                  <a:lnTo>
                    <a:pt x="114" y="5269"/>
                  </a:lnTo>
                  <a:cubicBezTo>
                    <a:pt x="71" y="5366"/>
                    <a:pt x="44" y="5480"/>
                    <a:pt x="27" y="5585"/>
                  </a:cubicBezTo>
                  <a:cubicBezTo>
                    <a:pt x="0" y="6006"/>
                    <a:pt x="9" y="6426"/>
                    <a:pt x="62" y="6847"/>
                  </a:cubicBezTo>
                  <a:cubicBezTo>
                    <a:pt x="106" y="7259"/>
                    <a:pt x="167" y="7680"/>
                    <a:pt x="237" y="8092"/>
                  </a:cubicBezTo>
                  <a:cubicBezTo>
                    <a:pt x="377" y="8916"/>
                    <a:pt x="544" y="9731"/>
                    <a:pt x="719" y="10546"/>
                  </a:cubicBezTo>
                  <a:cubicBezTo>
                    <a:pt x="895" y="11361"/>
                    <a:pt x="1087" y="12177"/>
                    <a:pt x="1289" y="12983"/>
                  </a:cubicBezTo>
                  <a:cubicBezTo>
                    <a:pt x="1491" y="13798"/>
                    <a:pt x="1692" y="14605"/>
                    <a:pt x="1911" y="15411"/>
                  </a:cubicBezTo>
                  <a:cubicBezTo>
                    <a:pt x="2131" y="16209"/>
                    <a:pt x="2350" y="17015"/>
                    <a:pt x="2586" y="17822"/>
                  </a:cubicBezTo>
                  <a:cubicBezTo>
                    <a:pt x="2367" y="17015"/>
                    <a:pt x="2166" y="16200"/>
                    <a:pt x="1964" y="15394"/>
                  </a:cubicBezTo>
                  <a:cubicBezTo>
                    <a:pt x="1762" y="14587"/>
                    <a:pt x="1561" y="13772"/>
                    <a:pt x="1368" y="12966"/>
                  </a:cubicBezTo>
                  <a:cubicBezTo>
                    <a:pt x="991" y="11344"/>
                    <a:pt x="623" y="9713"/>
                    <a:pt x="342" y="8074"/>
                  </a:cubicBezTo>
                  <a:cubicBezTo>
                    <a:pt x="281" y="7662"/>
                    <a:pt x="211" y="7250"/>
                    <a:pt x="167" y="6838"/>
                  </a:cubicBezTo>
                  <a:cubicBezTo>
                    <a:pt x="114" y="6426"/>
                    <a:pt x="97" y="6014"/>
                    <a:pt x="132" y="5602"/>
                  </a:cubicBezTo>
                  <a:cubicBezTo>
                    <a:pt x="141" y="5497"/>
                    <a:pt x="158" y="5401"/>
                    <a:pt x="202" y="5313"/>
                  </a:cubicBezTo>
                  <a:lnTo>
                    <a:pt x="351" y="5041"/>
                  </a:lnTo>
                  <a:cubicBezTo>
                    <a:pt x="474" y="4866"/>
                    <a:pt x="588" y="4699"/>
                    <a:pt x="719" y="4542"/>
                  </a:cubicBezTo>
                  <a:cubicBezTo>
                    <a:pt x="781" y="4463"/>
                    <a:pt x="842" y="4375"/>
                    <a:pt x="912" y="4296"/>
                  </a:cubicBezTo>
                  <a:lnTo>
                    <a:pt x="1114" y="4060"/>
                  </a:lnTo>
                  <a:cubicBezTo>
                    <a:pt x="1236" y="3893"/>
                    <a:pt x="1385" y="3744"/>
                    <a:pt x="1517" y="3586"/>
                  </a:cubicBezTo>
                  <a:cubicBezTo>
                    <a:pt x="2069" y="2964"/>
                    <a:pt x="2648" y="2359"/>
                    <a:pt x="3235" y="1763"/>
                  </a:cubicBezTo>
                  <a:cubicBezTo>
                    <a:pt x="3814" y="1167"/>
                    <a:pt x="4410" y="579"/>
                    <a:pt x="5006" y="1"/>
                  </a:cubicBezTo>
                  <a:close/>
                </a:path>
              </a:pathLst>
            </a:custGeom>
            <a:solidFill>
              <a:srgbClr val="6DA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42"/>
            <p:cNvSpPr/>
            <p:nvPr/>
          </p:nvSpPr>
          <p:spPr>
            <a:xfrm>
              <a:off x="5699074" y="2163762"/>
              <a:ext cx="252745" cy="395464"/>
            </a:xfrm>
            <a:custGeom>
              <a:avLst/>
              <a:gdLst/>
              <a:ahLst/>
              <a:cxnLst/>
              <a:rect l="l" t="t" r="r" b="b"/>
              <a:pathLst>
                <a:path w="3788" h="5927" extrusionOk="0">
                  <a:moveTo>
                    <a:pt x="3788" y="1"/>
                  </a:moveTo>
                  <a:cubicBezTo>
                    <a:pt x="3455" y="483"/>
                    <a:pt x="3130" y="965"/>
                    <a:pt x="2806" y="1456"/>
                  </a:cubicBezTo>
                  <a:cubicBezTo>
                    <a:pt x="2482" y="1947"/>
                    <a:pt x="2166" y="2437"/>
                    <a:pt x="1850" y="2928"/>
                  </a:cubicBezTo>
                  <a:cubicBezTo>
                    <a:pt x="1535" y="3428"/>
                    <a:pt x="1219" y="3919"/>
                    <a:pt x="912" y="4419"/>
                  </a:cubicBezTo>
                  <a:lnTo>
                    <a:pt x="457" y="5172"/>
                  </a:lnTo>
                  <a:cubicBezTo>
                    <a:pt x="299" y="5418"/>
                    <a:pt x="150" y="5672"/>
                    <a:pt x="1" y="5926"/>
                  </a:cubicBezTo>
                  <a:cubicBezTo>
                    <a:pt x="167" y="5690"/>
                    <a:pt x="334" y="5444"/>
                    <a:pt x="500" y="5199"/>
                  </a:cubicBezTo>
                  <a:lnTo>
                    <a:pt x="983" y="4462"/>
                  </a:lnTo>
                  <a:cubicBezTo>
                    <a:pt x="1307" y="3980"/>
                    <a:pt x="1631" y="3489"/>
                    <a:pt x="1938" y="2990"/>
                  </a:cubicBezTo>
                  <a:cubicBezTo>
                    <a:pt x="2254" y="2499"/>
                    <a:pt x="2569" y="1999"/>
                    <a:pt x="2876" y="1499"/>
                  </a:cubicBezTo>
                  <a:cubicBezTo>
                    <a:pt x="3183" y="1000"/>
                    <a:pt x="3490" y="500"/>
                    <a:pt x="3788" y="1"/>
                  </a:cubicBezTo>
                  <a:close/>
                </a:path>
              </a:pathLst>
            </a:custGeom>
            <a:solidFill>
              <a:srgbClr val="B3C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42"/>
            <p:cNvSpPr/>
            <p:nvPr/>
          </p:nvSpPr>
          <p:spPr>
            <a:xfrm>
              <a:off x="5643559" y="2714703"/>
              <a:ext cx="19350" cy="264488"/>
            </a:xfrm>
            <a:custGeom>
              <a:avLst/>
              <a:gdLst/>
              <a:ahLst/>
              <a:cxnLst/>
              <a:rect l="l" t="t" r="r" b="b"/>
              <a:pathLst>
                <a:path w="290" h="3964" extrusionOk="0">
                  <a:moveTo>
                    <a:pt x="0" y="1"/>
                  </a:moveTo>
                  <a:cubicBezTo>
                    <a:pt x="0" y="334"/>
                    <a:pt x="18" y="667"/>
                    <a:pt x="26" y="1000"/>
                  </a:cubicBezTo>
                  <a:cubicBezTo>
                    <a:pt x="44" y="1325"/>
                    <a:pt x="61" y="1658"/>
                    <a:pt x="88" y="1982"/>
                  </a:cubicBezTo>
                  <a:cubicBezTo>
                    <a:pt x="114" y="2315"/>
                    <a:pt x="140" y="2639"/>
                    <a:pt x="175" y="2973"/>
                  </a:cubicBezTo>
                  <a:lnTo>
                    <a:pt x="228" y="3463"/>
                  </a:lnTo>
                  <a:cubicBezTo>
                    <a:pt x="245" y="3630"/>
                    <a:pt x="263" y="3797"/>
                    <a:pt x="289" y="3963"/>
                  </a:cubicBezTo>
                  <a:cubicBezTo>
                    <a:pt x="289" y="3788"/>
                    <a:pt x="281" y="3630"/>
                    <a:pt x="281" y="3463"/>
                  </a:cubicBezTo>
                  <a:lnTo>
                    <a:pt x="263" y="2964"/>
                  </a:lnTo>
                  <a:cubicBezTo>
                    <a:pt x="245" y="2631"/>
                    <a:pt x="228" y="2306"/>
                    <a:pt x="202" y="1973"/>
                  </a:cubicBezTo>
                  <a:cubicBezTo>
                    <a:pt x="175" y="1649"/>
                    <a:pt x="149" y="1316"/>
                    <a:pt x="114" y="992"/>
                  </a:cubicBezTo>
                  <a:cubicBezTo>
                    <a:pt x="79" y="658"/>
                    <a:pt x="44" y="334"/>
                    <a:pt x="0" y="1"/>
                  </a:cubicBezTo>
                  <a:close/>
                </a:path>
              </a:pathLst>
            </a:custGeom>
            <a:solidFill>
              <a:srgbClr val="B3C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42"/>
            <p:cNvSpPr/>
            <p:nvPr/>
          </p:nvSpPr>
          <p:spPr>
            <a:xfrm>
              <a:off x="5734771" y="2701892"/>
              <a:ext cx="50375" cy="116431"/>
            </a:xfrm>
            <a:custGeom>
              <a:avLst/>
              <a:gdLst/>
              <a:ahLst/>
              <a:cxnLst/>
              <a:rect l="l" t="t" r="r" b="b"/>
              <a:pathLst>
                <a:path w="755" h="1745" extrusionOk="0">
                  <a:moveTo>
                    <a:pt x="0" y="0"/>
                  </a:moveTo>
                  <a:lnTo>
                    <a:pt x="0" y="0"/>
                  </a:lnTo>
                  <a:cubicBezTo>
                    <a:pt x="71" y="307"/>
                    <a:pt x="167" y="614"/>
                    <a:pt x="299" y="903"/>
                  </a:cubicBezTo>
                  <a:cubicBezTo>
                    <a:pt x="412" y="1201"/>
                    <a:pt x="561" y="1482"/>
                    <a:pt x="754" y="1745"/>
                  </a:cubicBezTo>
                  <a:lnTo>
                    <a:pt x="395" y="868"/>
                  </a:lnTo>
                  <a:cubicBezTo>
                    <a:pt x="272" y="579"/>
                    <a:pt x="150" y="281"/>
                    <a:pt x="0" y="0"/>
                  </a:cubicBezTo>
                  <a:close/>
                </a:path>
              </a:pathLst>
            </a:custGeom>
            <a:solidFill>
              <a:srgbClr val="B3C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42"/>
            <p:cNvSpPr/>
            <p:nvPr/>
          </p:nvSpPr>
          <p:spPr>
            <a:xfrm>
              <a:off x="5698473" y="2714703"/>
              <a:ext cx="19416" cy="116497"/>
            </a:xfrm>
            <a:custGeom>
              <a:avLst/>
              <a:gdLst/>
              <a:ahLst/>
              <a:cxnLst/>
              <a:rect l="l" t="t" r="r" b="b"/>
              <a:pathLst>
                <a:path w="291" h="1746" extrusionOk="0">
                  <a:moveTo>
                    <a:pt x="10" y="1"/>
                  </a:moveTo>
                  <a:lnTo>
                    <a:pt x="10" y="1"/>
                  </a:lnTo>
                  <a:cubicBezTo>
                    <a:pt x="1" y="299"/>
                    <a:pt x="19" y="597"/>
                    <a:pt x="62" y="886"/>
                  </a:cubicBezTo>
                  <a:cubicBezTo>
                    <a:pt x="80" y="1035"/>
                    <a:pt x="106" y="1184"/>
                    <a:pt x="150" y="1325"/>
                  </a:cubicBezTo>
                  <a:cubicBezTo>
                    <a:pt x="185" y="1474"/>
                    <a:pt x="229" y="1614"/>
                    <a:pt x="290" y="1745"/>
                  </a:cubicBezTo>
                  <a:cubicBezTo>
                    <a:pt x="273" y="1596"/>
                    <a:pt x="255" y="1447"/>
                    <a:pt x="229" y="1307"/>
                  </a:cubicBezTo>
                  <a:lnTo>
                    <a:pt x="168" y="869"/>
                  </a:lnTo>
                  <a:cubicBezTo>
                    <a:pt x="124" y="580"/>
                    <a:pt x="80" y="290"/>
                    <a:pt x="10" y="1"/>
                  </a:cubicBezTo>
                  <a:close/>
                </a:path>
              </a:pathLst>
            </a:custGeom>
            <a:solidFill>
              <a:srgbClr val="B3C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42"/>
            <p:cNvSpPr/>
            <p:nvPr/>
          </p:nvSpPr>
          <p:spPr>
            <a:xfrm>
              <a:off x="4889042" y="2108782"/>
              <a:ext cx="188358" cy="657484"/>
            </a:xfrm>
            <a:custGeom>
              <a:avLst/>
              <a:gdLst/>
              <a:ahLst/>
              <a:cxnLst/>
              <a:rect l="l" t="t" r="r" b="b"/>
              <a:pathLst>
                <a:path w="2823" h="9854" extrusionOk="0">
                  <a:moveTo>
                    <a:pt x="2823" y="1"/>
                  </a:moveTo>
                  <a:cubicBezTo>
                    <a:pt x="2367" y="754"/>
                    <a:pt x="1920" y="1508"/>
                    <a:pt x="1490" y="2297"/>
                  </a:cubicBezTo>
                  <a:cubicBezTo>
                    <a:pt x="1280" y="2683"/>
                    <a:pt x="1069" y="3060"/>
                    <a:pt x="859" y="3454"/>
                  </a:cubicBezTo>
                  <a:cubicBezTo>
                    <a:pt x="657" y="3840"/>
                    <a:pt x="456" y="4234"/>
                    <a:pt x="272" y="4629"/>
                  </a:cubicBezTo>
                  <a:cubicBezTo>
                    <a:pt x="228" y="4734"/>
                    <a:pt x="184" y="4831"/>
                    <a:pt x="149" y="4936"/>
                  </a:cubicBezTo>
                  <a:cubicBezTo>
                    <a:pt x="105" y="5050"/>
                    <a:pt x="79" y="5155"/>
                    <a:pt x="61" y="5269"/>
                  </a:cubicBezTo>
                  <a:lnTo>
                    <a:pt x="44" y="5435"/>
                  </a:lnTo>
                  <a:cubicBezTo>
                    <a:pt x="35" y="5488"/>
                    <a:pt x="26" y="5541"/>
                    <a:pt x="26" y="5602"/>
                  </a:cubicBezTo>
                  <a:cubicBezTo>
                    <a:pt x="18" y="5707"/>
                    <a:pt x="9" y="5821"/>
                    <a:pt x="9" y="5926"/>
                  </a:cubicBezTo>
                  <a:cubicBezTo>
                    <a:pt x="0" y="6365"/>
                    <a:pt x="9" y="6803"/>
                    <a:pt x="53" y="7241"/>
                  </a:cubicBezTo>
                  <a:cubicBezTo>
                    <a:pt x="123" y="8118"/>
                    <a:pt x="237" y="8986"/>
                    <a:pt x="394" y="9853"/>
                  </a:cubicBezTo>
                  <a:cubicBezTo>
                    <a:pt x="342" y="9415"/>
                    <a:pt x="289" y="8986"/>
                    <a:pt x="245" y="8547"/>
                  </a:cubicBezTo>
                  <a:cubicBezTo>
                    <a:pt x="193" y="8109"/>
                    <a:pt x="158" y="7671"/>
                    <a:pt x="132" y="7232"/>
                  </a:cubicBezTo>
                  <a:cubicBezTo>
                    <a:pt x="105" y="6794"/>
                    <a:pt x="88" y="6356"/>
                    <a:pt x="105" y="5917"/>
                  </a:cubicBezTo>
                  <a:cubicBezTo>
                    <a:pt x="105" y="5804"/>
                    <a:pt x="114" y="5698"/>
                    <a:pt x="123" y="5584"/>
                  </a:cubicBezTo>
                  <a:cubicBezTo>
                    <a:pt x="132" y="5532"/>
                    <a:pt x="132" y="5479"/>
                    <a:pt x="140" y="5427"/>
                  </a:cubicBezTo>
                  <a:lnTo>
                    <a:pt x="167" y="5269"/>
                  </a:lnTo>
                  <a:cubicBezTo>
                    <a:pt x="184" y="5164"/>
                    <a:pt x="210" y="5058"/>
                    <a:pt x="245" y="4953"/>
                  </a:cubicBezTo>
                  <a:cubicBezTo>
                    <a:pt x="281" y="4857"/>
                    <a:pt x="324" y="4752"/>
                    <a:pt x="368" y="4655"/>
                  </a:cubicBezTo>
                  <a:cubicBezTo>
                    <a:pt x="728" y="3858"/>
                    <a:pt x="1157" y="3095"/>
                    <a:pt x="1569" y="2315"/>
                  </a:cubicBezTo>
                  <a:lnTo>
                    <a:pt x="2823" y="1"/>
                  </a:lnTo>
                  <a:close/>
                </a:path>
              </a:pathLst>
            </a:custGeom>
            <a:solidFill>
              <a:srgbClr val="B3C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42"/>
            <p:cNvSpPr/>
            <p:nvPr/>
          </p:nvSpPr>
          <p:spPr>
            <a:xfrm>
              <a:off x="4588984" y="2521737"/>
              <a:ext cx="120501" cy="341619"/>
            </a:xfrm>
            <a:custGeom>
              <a:avLst/>
              <a:gdLst/>
              <a:ahLst/>
              <a:cxnLst/>
              <a:rect l="l" t="t" r="r" b="b"/>
              <a:pathLst>
                <a:path w="1806" h="5120" extrusionOk="0">
                  <a:moveTo>
                    <a:pt x="1806" y="0"/>
                  </a:moveTo>
                  <a:cubicBezTo>
                    <a:pt x="1762" y="228"/>
                    <a:pt x="1745" y="456"/>
                    <a:pt x="1692" y="675"/>
                  </a:cubicBezTo>
                  <a:lnTo>
                    <a:pt x="1631" y="1008"/>
                  </a:lnTo>
                  <a:cubicBezTo>
                    <a:pt x="1604" y="1122"/>
                    <a:pt x="1578" y="1227"/>
                    <a:pt x="1552" y="1341"/>
                  </a:cubicBezTo>
                  <a:cubicBezTo>
                    <a:pt x="1499" y="1561"/>
                    <a:pt x="1455" y="1780"/>
                    <a:pt x="1376" y="1999"/>
                  </a:cubicBezTo>
                  <a:cubicBezTo>
                    <a:pt x="1306" y="2218"/>
                    <a:pt x="1245" y="2437"/>
                    <a:pt x="1157" y="2648"/>
                  </a:cubicBezTo>
                  <a:cubicBezTo>
                    <a:pt x="1008" y="3077"/>
                    <a:pt x="833" y="3498"/>
                    <a:pt x="640" y="3910"/>
                  </a:cubicBezTo>
                  <a:cubicBezTo>
                    <a:pt x="544" y="4120"/>
                    <a:pt x="438" y="4322"/>
                    <a:pt x="333" y="4523"/>
                  </a:cubicBezTo>
                  <a:cubicBezTo>
                    <a:pt x="228" y="4725"/>
                    <a:pt x="114" y="4927"/>
                    <a:pt x="0" y="5119"/>
                  </a:cubicBezTo>
                  <a:cubicBezTo>
                    <a:pt x="272" y="4751"/>
                    <a:pt x="509" y="4366"/>
                    <a:pt x="719" y="3954"/>
                  </a:cubicBezTo>
                  <a:cubicBezTo>
                    <a:pt x="929" y="3550"/>
                    <a:pt x="1113" y="3121"/>
                    <a:pt x="1271" y="2691"/>
                  </a:cubicBezTo>
                  <a:cubicBezTo>
                    <a:pt x="1350" y="2472"/>
                    <a:pt x="1429" y="2262"/>
                    <a:pt x="1482" y="2034"/>
                  </a:cubicBezTo>
                  <a:cubicBezTo>
                    <a:pt x="1525" y="1815"/>
                    <a:pt x="1604" y="1587"/>
                    <a:pt x="1639" y="1368"/>
                  </a:cubicBezTo>
                  <a:cubicBezTo>
                    <a:pt x="1727" y="912"/>
                    <a:pt x="1780" y="456"/>
                    <a:pt x="1806" y="0"/>
                  </a:cubicBezTo>
                  <a:close/>
                </a:path>
              </a:pathLst>
            </a:custGeom>
            <a:solidFill>
              <a:srgbClr val="B3C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42"/>
            <p:cNvSpPr/>
            <p:nvPr/>
          </p:nvSpPr>
          <p:spPr>
            <a:xfrm>
              <a:off x="4553887" y="2733452"/>
              <a:ext cx="62652" cy="115897"/>
            </a:xfrm>
            <a:custGeom>
              <a:avLst/>
              <a:gdLst/>
              <a:ahLst/>
              <a:cxnLst/>
              <a:rect l="l" t="t" r="r" b="b"/>
              <a:pathLst>
                <a:path w="939" h="1737" extrusionOk="0">
                  <a:moveTo>
                    <a:pt x="938" y="0"/>
                  </a:moveTo>
                  <a:lnTo>
                    <a:pt x="938" y="0"/>
                  </a:lnTo>
                  <a:cubicBezTo>
                    <a:pt x="754" y="272"/>
                    <a:pt x="596" y="561"/>
                    <a:pt x="438" y="851"/>
                  </a:cubicBezTo>
                  <a:cubicBezTo>
                    <a:pt x="289" y="1140"/>
                    <a:pt x="140" y="1429"/>
                    <a:pt x="0" y="1736"/>
                  </a:cubicBezTo>
                  <a:cubicBezTo>
                    <a:pt x="211" y="1473"/>
                    <a:pt x="386" y="1193"/>
                    <a:pt x="544" y="903"/>
                  </a:cubicBezTo>
                  <a:cubicBezTo>
                    <a:pt x="693" y="614"/>
                    <a:pt x="833" y="307"/>
                    <a:pt x="938" y="0"/>
                  </a:cubicBezTo>
                  <a:close/>
                </a:path>
              </a:pathLst>
            </a:custGeom>
            <a:solidFill>
              <a:srgbClr val="B3C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42"/>
            <p:cNvSpPr/>
            <p:nvPr/>
          </p:nvSpPr>
          <p:spPr>
            <a:xfrm>
              <a:off x="4726969" y="2528743"/>
              <a:ext cx="34629" cy="144521"/>
            </a:xfrm>
            <a:custGeom>
              <a:avLst/>
              <a:gdLst/>
              <a:ahLst/>
              <a:cxnLst/>
              <a:rect l="l" t="t" r="r" b="b"/>
              <a:pathLst>
                <a:path w="519" h="2166" extrusionOk="0">
                  <a:moveTo>
                    <a:pt x="1" y="0"/>
                  </a:moveTo>
                  <a:lnTo>
                    <a:pt x="1" y="0"/>
                  </a:lnTo>
                  <a:cubicBezTo>
                    <a:pt x="71" y="176"/>
                    <a:pt x="124" y="351"/>
                    <a:pt x="176" y="526"/>
                  </a:cubicBezTo>
                  <a:cubicBezTo>
                    <a:pt x="220" y="710"/>
                    <a:pt x="255" y="886"/>
                    <a:pt x="299" y="1070"/>
                  </a:cubicBezTo>
                  <a:cubicBezTo>
                    <a:pt x="343" y="1254"/>
                    <a:pt x="378" y="1438"/>
                    <a:pt x="413" y="1622"/>
                  </a:cubicBezTo>
                  <a:lnTo>
                    <a:pt x="509" y="2166"/>
                  </a:lnTo>
                  <a:cubicBezTo>
                    <a:pt x="518" y="1789"/>
                    <a:pt x="483" y="1412"/>
                    <a:pt x="404" y="1052"/>
                  </a:cubicBezTo>
                  <a:cubicBezTo>
                    <a:pt x="334" y="675"/>
                    <a:pt x="202" y="316"/>
                    <a:pt x="1" y="0"/>
                  </a:cubicBezTo>
                  <a:close/>
                </a:path>
              </a:pathLst>
            </a:custGeom>
            <a:solidFill>
              <a:srgbClr val="B3C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42"/>
            <p:cNvSpPr/>
            <p:nvPr/>
          </p:nvSpPr>
          <p:spPr>
            <a:xfrm>
              <a:off x="5551080" y="2436931"/>
              <a:ext cx="53311" cy="91276"/>
            </a:xfrm>
            <a:custGeom>
              <a:avLst/>
              <a:gdLst/>
              <a:ahLst/>
              <a:cxnLst/>
              <a:rect l="l" t="t" r="r" b="b"/>
              <a:pathLst>
                <a:path w="799" h="1368" extrusionOk="0">
                  <a:moveTo>
                    <a:pt x="404" y="0"/>
                  </a:moveTo>
                  <a:lnTo>
                    <a:pt x="1" y="1201"/>
                  </a:lnTo>
                  <a:lnTo>
                    <a:pt x="404" y="1368"/>
                  </a:lnTo>
                  <a:lnTo>
                    <a:pt x="799" y="184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2C2C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42"/>
            <p:cNvSpPr/>
            <p:nvPr/>
          </p:nvSpPr>
          <p:spPr>
            <a:xfrm>
              <a:off x="5412493" y="2475497"/>
              <a:ext cx="209442" cy="100084"/>
            </a:xfrm>
            <a:custGeom>
              <a:avLst/>
              <a:gdLst/>
              <a:ahLst/>
              <a:cxnLst/>
              <a:rect l="l" t="t" r="r" b="b"/>
              <a:pathLst>
                <a:path w="3139" h="1500" extrusionOk="0">
                  <a:moveTo>
                    <a:pt x="211" y="1"/>
                  </a:moveTo>
                  <a:lnTo>
                    <a:pt x="202" y="27"/>
                  </a:lnTo>
                  <a:cubicBezTo>
                    <a:pt x="167" y="132"/>
                    <a:pt x="132" y="246"/>
                    <a:pt x="97" y="351"/>
                  </a:cubicBezTo>
                  <a:cubicBezTo>
                    <a:pt x="62" y="465"/>
                    <a:pt x="36" y="571"/>
                    <a:pt x="0" y="684"/>
                  </a:cubicBezTo>
                  <a:cubicBezTo>
                    <a:pt x="44" y="579"/>
                    <a:pt x="88" y="465"/>
                    <a:pt x="132" y="360"/>
                  </a:cubicBezTo>
                  <a:cubicBezTo>
                    <a:pt x="172" y="272"/>
                    <a:pt x="212" y="176"/>
                    <a:pt x="246" y="80"/>
                  </a:cubicBezTo>
                  <a:lnTo>
                    <a:pt x="246" y="80"/>
                  </a:lnTo>
                  <a:cubicBezTo>
                    <a:pt x="474" y="156"/>
                    <a:pt x="702" y="232"/>
                    <a:pt x="930" y="308"/>
                  </a:cubicBezTo>
                  <a:cubicBezTo>
                    <a:pt x="1166" y="395"/>
                    <a:pt x="1412" y="465"/>
                    <a:pt x="1648" y="544"/>
                  </a:cubicBezTo>
                  <a:lnTo>
                    <a:pt x="2367" y="763"/>
                  </a:lnTo>
                  <a:cubicBezTo>
                    <a:pt x="2595" y="831"/>
                    <a:pt x="2831" y="890"/>
                    <a:pt x="3059" y="957"/>
                  </a:cubicBezTo>
                  <a:lnTo>
                    <a:pt x="3059" y="957"/>
                  </a:lnTo>
                  <a:lnTo>
                    <a:pt x="2972" y="1210"/>
                  </a:lnTo>
                  <a:cubicBezTo>
                    <a:pt x="2946" y="1307"/>
                    <a:pt x="2911" y="1403"/>
                    <a:pt x="2876" y="1500"/>
                  </a:cubicBezTo>
                  <a:cubicBezTo>
                    <a:pt x="2920" y="1412"/>
                    <a:pt x="2963" y="1316"/>
                    <a:pt x="3007" y="1228"/>
                  </a:cubicBezTo>
                  <a:lnTo>
                    <a:pt x="3130" y="947"/>
                  </a:lnTo>
                  <a:lnTo>
                    <a:pt x="3139" y="921"/>
                  </a:lnTo>
                  <a:lnTo>
                    <a:pt x="3104" y="912"/>
                  </a:lnTo>
                  <a:cubicBezTo>
                    <a:pt x="2867" y="833"/>
                    <a:pt x="2630" y="746"/>
                    <a:pt x="2394" y="667"/>
                  </a:cubicBezTo>
                  <a:lnTo>
                    <a:pt x="1684" y="439"/>
                  </a:lnTo>
                  <a:cubicBezTo>
                    <a:pt x="1438" y="360"/>
                    <a:pt x="1201" y="290"/>
                    <a:pt x="965" y="220"/>
                  </a:cubicBezTo>
                  <a:cubicBezTo>
                    <a:pt x="719" y="141"/>
                    <a:pt x="483" y="80"/>
                    <a:pt x="237" y="9"/>
                  </a:cubicBezTo>
                  <a:lnTo>
                    <a:pt x="211" y="1"/>
                  </a:lnTo>
                  <a:close/>
                </a:path>
              </a:pathLst>
            </a:custGeom>
            <a:solidFill>
              <a:srgbClr val="B3C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42"/>
            <p:cNvSpPr/>
            <p:nvPr/>
          </p:nvSpPr>
          <p:spPr>
            <a:xfrm>
              <a:off x="5551080" y="2043859"/>
              <a:ext cx="92477" cy="125839"/>
            </a:xfrm>
            <a:custGeom>
              <a:avLst/>
              <a:gdLst/>
              <a:ahLst/>
              <a:cxnLst/>
              <a:rect l="l" t="t" r="r" b="b"/>
              <a:pathLst>
                <a:path w="1386" h="1886" extrusionOk="0">
                  <a:moveTo>
                    <a:pt x="1167" y="1"/>
                  </a:moveTo>
                  <a:lnTo>
                    <a:pt x="211" y="526"/>
                  </a:lnTo>
                  <a:lnTo>
                    <a:pt x="1" y="1885"/>
                  </a:lnTo>
                  <a:lnTo>
                    <a:pt x="1386" y="1149"/>
                  </a:lnTo>
                  <a:lnTo>
                    <a:pt x="11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42"/>
            <p:cNvSpPr/>
            <p:nvPr/>
          </p:nvSpPr>
          <p:spPr>
            <a:xfrm>
              <a:off x="5538802" y="2452678"/>
              <a:ext cx="39300" cy="123503"/>
            </a:xfrm>
            <a:custGeom>
              <a:avLst/>
              <a:gdLst/>
              <a:ahLst/>
              <a:cxnLst/>
              <a:rect l="l" t="t" r="r" b="b"/>
              <a:pathLst>
                <a:path w="589" h="1851" fill="none" extrusionOk="0">
                  <a:moveTo>
                    <a:pt x="588" y="1"/>
                  </a:moveTo>
                  <a:lnTo>
                    <a:pt x="1" y="1850"/>
                  </a:lnTo>
                </a:path>
              </a:pathLst>
            </a:custGeom>
            <a:noFill/>
            <a:ln w="2850" cap="flat" cmpd="sng">
              <a:solidFill>
                <a:srgbClr val="2B4440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42"/>
            <p:cNvSpPr/>
            <p:nvPr/>
          </p:nvSpPr>
          <p:spPr>
            <a:xfrm>
              <a:off x="4551485" y="1685017"/>
              <a:ext cx="378517" cy="398200"/>
            </a:xfrm>
            <a:custGeom>
              <a:avLst/>
              <a:gdLst/>
              <a:ahLst/>
              <a:cxnLst/>
              <a:rect l="l" t="t" r="r" b="b"/>
              <a:pathLst>
                <a:path w="5673" h="5968" extrusionOk="0">
                  <a:moveTo>
                    <a:pt x="948" y="1"/>
                  </a:moveTo>
                  <a:cubicBezTo>
                    <a:pt x="247" y="1"/>
                    <a:pt x="1" y="753"/>
                    <a:pt x="45" y="2337"/>
                  </a:cubicBezTo>
                  <a:cubicBezTo>
                    <a:pt x="106" y="4537"/>
                    <a:pt x="562" y="5019"/>
                    <a:pt x="562" y="5019"/>
                  </a:cubicBezTo>
                  <a:cubicBezTo>
                    <a:pt x="624" y="5117"/>
                    <a:pt x="799" y="5310"/>
                    <a:pt x="1015" y="5310"/>
                  </a:cubicBezTo>
                  <a:cubicBezTo>
                    <a:pt x="1168" y="5310"/>
                    <a:pt x="1341" y="5212"/>
                    <a:pt x="1509" y="4914"/>
                  </a:cubicBezTo>
                  <a:cubicBezTo>
                    <a:pt x="1676" y="4623"/>
                    <a:pt x="1805" y="4491"/>
                    <a:pt x="1906" y="4491"/>
                  </a:cubicBezTo>
                  <a:cubicBezTo>
                    <a:pt x="2056" y="4491"/>
                    <a:pt x="2144" y="4776"/>
                    <a:pt x="2201" y="5256"/>
                  </a:cubicBezTo>
                  <a:cubicBezTo>
                    <a:pt x="2254" y="5736"/>
                    <a:pt x="2532" y="5967"/>
                    <a:pt x="2838" y="5967"/>
                  </a:cubicBezTo>
                  <a:cubicBezTo>
                    <a:pt x="3046" y="5967"/>
                    <a:pt x="3267" y="5860"/>
                    <a:pt x="3437" y="5650"/>
                  </a:cubicBezTo>
                  <a:cubicBezTo>
                    <a:pt x="3867" y="5142"/>
                    <a:pt x="5673" y="1855"/>
                    <a:pt x="5015" y="785"/>
                  </a:cubicBezTo>
                  <a:cubicBezTo>
                    <a:pt x="4818" y="468"/>
                    <a:pt x="4602" y="372"/>
                    <a:pt x="4355" y="372"/>
                  </a:cubicBezTo>
                  <a:cubicBezTo>
                    <a:pt x="3978" y="372"/>
                    <a:pt x="3529" y="596"/>
                    <a:pt x="2971" y="596"/>
                  </a:cubicBezTo>
                  <a:cubicBezTo>
                    <a:pt x="2675" y="596"/>
                    <a:pt x="2347" y="532"/>
                    <a:pt x="1982" y="338"/>
                  </a:cubicBezTo>
                  <a:cubicBezTo>
                    <a:pt x="1562" y="115"/>
                    <a:pt x="1221" y="1"/>
                    <a:pt x="9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42"/>
            <p:cNvSpPr/>
            <p:nvPr/>
          </p:nvSpPr>
          <p:spPr>
            <a:xfrm>
              <a:off x="5619539" y="1826739"/>
              <a:ext cx="96547" cy="56914"/>
            </a:xfrm>
            <a:custGeom>
              <a:avLst/>
              <a:gdLst/>
              <a:ahLst/>
              <a:cxnLst/>
              <a:rect l="l" t="t" r="r" b="b"/>
              <a:pathLst>
                <a:path w="1447" h="853" extrusionOk="0">
                  <a:moveTo>
                    <a:pt x="922" y="1"/>
                  </a:moveTo>
                  <a:cubicBezTo>
                    <a:pt x="863" y="1"/>
                    <a:pt x="803" y="10"/>
                    <a:pt x="746" y="29"/>
                  </a:cubicBezTo>
                  <a:cubicBezTo>
                    <a:pt x="614" y="64"/>
                    <a:pt x="500" y="125"/>
                    <a:pt x="386" y="213"/>
                  </a:cubicBezTo>
                  <a:cubicBezTo>
                    <a:pt x="342" y="257"/>
                    <a:pt x="290" y="292"/>
                    <a:pt x="237" y="335"/>
                  </a:cubicBezTo>
                  <a:lnTo>
                    <a:pt x="106" y="485"/>
                  </a:lnTo>
                  <a:lnTo>
                    <a:pt x="44" y="537"/>
                  </a:lnTo>
                  <a:lnTo>
                    <a:pt x="123" y="555"/>
                  </a:lnTo>
                  <a:cubicBezTo>
                    <a:pt x="167" y="563"/>
                    <a:pt x="211" y="581"/>
                    <a:pt x="255" y="607"/>
                  </a:cubicBezTo>
                  <a:cubicBezTo>
                    <a:pt x="272" y="616"/>
                    <a:pt x="272" y="625"/>
                    <a:pt x="272" y="634"/>
                  </a:cubicBezTo>
                  <a:cubicBezTo>
                    <a:pt x="272" y="651"/>
                    <a:pt x="264" y="669"/>
                    <a:pt x="246" y="686"/>
                  </a:cubicBezTo>
                  <a:cubicBezTo>
                    <a:pt x="176" y="756"/>
                    <a:pt x="88" y="809"/>
                    <a:pt x="1" y="853"/>
                  </a:cubicBezTo>
                  <a:cubicBezTo>
                    <a:pt x="53" y="844"/>
                    <a:pt x="106" y="826"/>
                    <a:pt x="150" y="809"/>
                  </a:cubicBezTo>
                  <a:cubicBezTo>
                    <a:pt x="202" y="783"/>
                    <a:pt x="246" y="756"/>
                    <a:pt x="290" y="730"/>
                  </a:cubicBezTo>
                  <a:cubicBezTo>
                    <a:pt x="316" y="704"/>
                    <a:pt x="334" y="677"/>
                    <a:pt x="342" y="642"/>
                  </a:cubicBezTo>
                  <a:cubicBezTo>
                    <a:pt x="351" y="607"/>
                    <a:pt x="334" y="563"/>
                    <a:pt x="307" y="546"/>
                  </a:cubicBezTo>
                  <a:cubicBezTo>
                    <a:pt x="280" y="527"/>
                    <a:pt x="252" y="511"/>
                    <a:pt x="224" y="498"/>
                  </a:cubicBezTo>
                  <a:lnTo>
                    <a:pt x="224" y="498"/>
                  </a:lnTo>
                  <a:lnTo>
                    <a:pt x="307" y="414"/>
                  </a:lnTo>
                  <a:cubicBezTo>
                    <a:pt x="360" y="371"/>
                    <a:pt x="404" y="335"/>
                    <a:pt x="456" y="292"/>
                  </a:cubicBezTo>
                  <a:cubicBezTo>
                    <a:pt x="509" y="257"/>
                    <a:pt x="553" y="230"/>
                    <a:pt x="605" y="195"/>
                  </a:cubicBezTo>
                  <a:cubicBezTo>
                    <a:pt x="658" y="169"/>
                    <a:pt x="719" y="143"/>
                    <a:pt x="781" y="125"/>
                  </a:cubicBezTo>
                  <a:cubicBezTo>
                    <a:pt x="840" y="100"/>
                    <a:pt x="908" y="90"/>
                    <a:pt x="976" y="90"/>
                  </a:cubicBezTo>
                  <a:cubicBezTo>
                    <a:pt x="1029" y="90"/>
                    <a:pt x="1082" y="96"/>
                    <a:pt x="1131" y="108"/>
                  </a:cubicBezTo>
                  <a:cubicBezTo>
                    <a:pt x="1193" y="125"/>
                    <a:pt x="1245" y="151"/>
                    <a:pt x="1298" y="186"/>
                  </a:cubicBezTo>
                  <a:cubicBezTo>
                    <a:pt x="1351" y="222"/>
                    <a:pt x="1403" y="265"/>
                    <a:pt x="1447" y="309"/>
                  </a:cubicBezTo>
                  <a:cubicBezTo>
                    <a:pt x="1377" y="195"/>
                    <a:pt x="1280" y="99"/>
                    <a:pt x="1149" y="46"/>
                  </a:cubicBezTo>
                  <a:cubicBezTo>
                    <a:pt x="1079" y="16"/>
                    <a:pt x="1001" y="1"/>
                    <a:pt x="922" y="1"/>
                  </a:cubicBezTo>
                  <a:close/>
                </a:path>
              </a:pathLst>
            </a:custGeom>
            <a:solidFill>
              <a:srgbClr val="AE80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42"/>
            <p:cNvSpPr/>
            <p:nvPr/>
          </p:nvSpPr>
          <p:spPr>
            <a:xfrm>
              <a:off x="4518790" y="2036253"/>
              <a:ext cx="77265" cy="85872"/>
            </a:xfrm>
            <a:custGeom>
              <a:avLst/>
              <a:gdLst/>
              <a:ahLst/>
              <a:cxnLst/>
              <a:rect l="l" t="t" r="r" b="b"/>
              <a:pathLst>
                <a:path w="1158" h="1287" extrusionOk="0">
                  <a:moveTo>
                    <a:pt x="0" y="1"/>
                  </a:moveTo>
                  <a:lnTo>
                    <a:pt x="0" y="1"/>
                  </a:lnTo>
                  <a:cubicBezTo>
                    <a:pt x="149" y="97"/>
                    <a:pt x="290" y="185"/>
                    <a:pt x="430" y="281"/>
                  </a:cubicBezTo>
                  <a:cubicBezTo>
                    <a:pt x="570" y="377"/>
                    <a:pt x="710" y="483"/>
                    <a:pt x="833" y="597"/>
                  </a:cubicBezTo>
                  <a:cubicBezTo>
                    <a:pt x="956" y="702"/>
                    <a:pt x="1043" y="842"/>
                    <a:pt x="1070" y="1000"/>
                  </a:cubicBezTo>
                  <a:cubicBezTo>
                    <a:pt x="1087" y="1070"/>
                    <a:pt x="1070" y="1149"/>
                    <a:pt x="1017" y="1201"/>
                  </a:cubicBezTo>
                  <a:cubicBezTo>
                    <a:pt x="956" y="1247"/>
                    <a:pt x="888" y="1273"/>
                    <a:pt x="813" y="1273"/>
                  </a:cubicBezTo>
                  <a:cubicBezTo>
                    <a:pt x="803" y="1273"/>
                    <a:pt x="792" y="1273"/>
                    <a:pt x="780" y="1272"/>
                  </a:cubicBezTo>
                  <a:lnTo>
                    <a:pt x="780" y="1272"/>
                  </a:lnTo>
                  <a:cubicBezTo>
                    <a:pt x="813" y="1281"/>
                    <a:pt x="847" y="1286"/>
                    <a:pt x="881" y="1286"/>
                  </a:cubicBezTo>
                  <a:cubicBezTo>
                    <a:pt x="938" y="1286"/>
                    <a:pt x="994" y="1273"/>
                    <a:pt x="1043" y="1245"/>
                  </a:cubicBezTo>
                  <a:cubicBezTo>
                    <a:pt x="1087" y="1219"/>
                    <a:pt x="1122" y="1184"/>
                    <a:pt x="1140" y="1140"/>
                  </a:cubicBezTo>
                  <a:cubicBezTo>
                    <a:pt x="1149" y="1114"/>
                    <a:pt x="1157" y="1096"/>
                    <a:pt x="1157" y="1070"/>
                  </a:cubicBezTo>
                  <a:cubicBezTo>
                    <a:pt x="1157" y="1044"/>
                    <a:pt x="1157" y="1017"/>
                    <a:pt x="1157" y="1000"/>
                  </a:cubicBezTo>
                  <a:cubicBezTo>
                    <a:pt x="1149" y="903"/>
                    <a:pt x="1122" y="807"/>
                    <a:pt x="1078" y="728"/>
                  </a:cubicBezTo>
                  <a:cubicBezTo>
                    <a:pt x="1026" y="649"/>
                    <a:pt x="973" y="579"/>
                    <a:pt x="903" y="518"/>
                  </a:cubicBezTo>
                  <a:cubicBezTo>
                    <a:pt x="772" y="395"/>
                    <a:pt x="631" y="299"/>
                    <a:pt x="474" y="211"/>
                  </a:cubicBezTo>
                  <a:cubicBezTo>
                    <a:pt x="325" y="123"/>
                    <a:pt x="167" y="53"/>
                    <a:pt x="0" y="1"/>
                  </a:cubicBezTo>
                  <a:close/>
                </a:path>
              </a:pathLst>
            </a:custGeom>
            <a:solidFill>
              <a:srgbClr val="AE80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42"/>
            <p:cNvSpPr/>
            <p:nvPr/>
          </p:nvSpPr>
          <p:spPr>
            <a:xfrm>
              <a:off x="4446861" y="2091767"/>
              <a:ext cx="152127" cy="72060"/>
            </a:xfrm>
            <a:custGeom>
              <a:avLst/>
              <a:gdLst/>
              <a:ahLst/>
              <a:cxnLst/>
              <a:rect l="l" t="t" r="r" b="b"/>
              <a:pathLst>
                <a:path w="2280" h="1080" extrusionOk="0">
                  <a:moveTo>
                    <a:pt x="270" y="0"/>
                  </a:moveTo>
                  <a:cubicBezTo>
                    <a:pt x="180" y="0"/>
                    <a:pt x="90" y="3"/>
                    <a:pt x="0" y="10"/>
                  </a:cubicBezTo>
                  <a:cubicBezTo>
                    <a:pt x="175" y="28"/>
                    <a:pt x="351" y="36"/>
                    <a:pt x="526" y="71"/>
                  </a:cubicBezTo>
                  <a:cubicBezTo>
                    <a:pt x="701" y="89"/>
                    <a:pt x="868" y="124"/>
                    <a:pt x="1043" y="168"/>
                  </a:cubicBezTo>
                  <a:cubicBezTo>
                    <a:pt x="1210" y="203"/>
                    <a:pt x="1376" y="256"/>
                    <a:pt x="1534" y="326"/>
                  </a:cubicBezTo>
                  <a:cubicBezTo>
                    <a:pt x="1622" y="361"/>
                    <a:pt x="1692" y="396"/>
                    <a:pt x="1771" y="440"/>
                  </a:cubicBezTo>
                  <a:cubicBezTo>
                    <a:pt x="1841" y="475"/>
                    <a:pt x="1911" y="527"/>
                    <a:pt x="1981" y="580"/>
                  </a:cubicBezTo>
                  <a:cubicBezTo>
                    <a:pt x="2104" y="685"/>
                    <a:pt x="2253" y="852"/>
                    <a:pt x="2104" y="913"/>
                  </a:cubicBezTo>
                  <a:cubicBezTo>
                    <a:pt x="2025" y="948"/>
                    <a:pt x="1946" y="966"/>
                    <a:pt x="1867" y="974"/>
                  </a:cubicBezTo>
                  <a:cubicBezTo>
                    <a:pt x="1779" y="983"/>
                    <a:pt x="1692" y="992"/>
                    <a:pt x="1604" y="992"/>
                  </a:cubicBezTo>
                  <a:cubicBezTo>
                    <a:pt x="1557" y="994"/>
                    <a:pt x="1510" y="995"/>
                    <a:pt x="1463" y="995"/>
                  </a:cubicBezTo>
                  <a:cubicBezTo>
                    <a:pt x="1335" y="995"/>
                    <a:pt x="1207" y="987"/>
                    <a:pt x="1078" y="974"/>
                  </a:cubicBezTo>
                  <a:cubicBezTo>
                    <a:pt x="903" y="957"/>
                    <a:pt x="728" y="931"/>
                    <a:pt x="552" y="895"/>
                  </a:cubicBezTo>
                  <a:lnTo>
                    <a:pt x="552" y="895"/>
                  </a:lnTo>
                  <a:cubicBezTo>
                    <a:pt x="894" y="1009"/>
                    <a:pt x="1245" y="1071"/>
                    <a:pt x="1604" y="1080"/>
                  </a:cubicBezTo>
                  <a:cubicBezTo>
                    <a:pt x="1692" y="1080"/>
                    <a:pt x="1788" y="1080"/>
                    <a:pt x="1876" y="1071"/>
                  </a:cubicBezTo>
                  <a:cubicBezTo>
                    <a:pt x="1972" y="1062"/>
                    <a:pt x="2060" y="1044"/>
                    <a:pt x="2148" y="1001"/>
                  </a:cubicBezTo>
                  <a:cubicBezTo>
                    <a:pt x="2200" y="983"/>
                    <a:pt x="2244" y="931"/>
                    <a:pt x="2262" y="878"/>
                  </a:cubicBezTo>
                  <a:cubicBezTo>
                    <a:pt x="2279" y="825"/>
                    <a:pt x="2270" y="764"/>
                    <a:pt x="2235" y="711"/>
                  </a:cubicBezTo>
                  <a:cubicBezTo>
                    <a:pt x="2191" y="632"/>
                    <a:pt x="2130" y="554"/>
                    <a:pt x="2051" y="501"/>
                  </a:cubicBezTo>
                  <a:cubicBezTo>
                    <a:pt x="1911" y="387"/>
                    <a:pt x="1753" y="291"/>
                    <a:pt x="1578" y="229"/>
                  </a:cubicBezTo>
                  <a:cubicBezTo>
                    <a:pt x="1411" y="159"/>
                    <a:pt x="1236" y="107"/>
                    <a:pt x="1061" y="80"/>
                  </a:cubicBezTo>
                  <a:cubicBezTo>
                    <a:pt x="800" y="28"/>
                    <a:pt x="534" y="0"/>
                    <a:pt x="270" y="0"/>
                  </a:cubicBezTo>
                  <a:close/>
                </a:path>
              </a:pathLst>
            </a:custGeom>
            <a:solidFill>
              <a:srgbClr val="AE80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42"/>
            <p:cNvSpPr/>
            <p:nvPr/>
          </p:nvSpPr>
          <p:spPr>
            <a:xfrm>
              <a:off x="4487763" y="2160827"/>
              <a:ext cx="21685" cy="24287"/>
            </a:xfrm>
            <a:custGeom>
              <a:avLst/>
              <a:gdLst/>
              <a:ahLst/>
              <a:cxnLst/>
              <a:rect l="l" t="t" r="r" b="b"/>
              <a:pathLst>
                <a:path w="325" h="364" extrusionOk="0">
                  <a:moveTo>
                    <a:pt x="325" y="1"/>
                  </a:moveTo>
                  <a:cubicBezTo>
                    <a:pt x="255" y="53"/>
                    <a:pt x="202" y="115"/>
                    <a:pt x="150" y="176"/>
                  </a:cubicBezTo>
                  <a:cubicBezTo>
                    <a:pt x="106" y="237"/>
                    <a:pt x="62" y="290"/>
                    <a:pt x="1" y="360"/>
                  </a:cubicBezTo>
                  <a:cubicBezTo>
                    <a:pt x="14" y="362"/>
                    <a:pt x="26" y="363"/>
                    <a:pt x="38" y="363"/>
                  </a:cubicBezTo>
                  <a:cubicBezTo>
                    <a:pt x="75" y="363"/>
                    <a:pt x="106" y="354"/>
                    <a:pt x="132" y="334"/>
                  </a:cubicBezTo>
                  <a:cubicBezTo>
                    <a:pt x="176" y="308"/>
                    <a:pt x="211" y="281"/>
                    <a:pt x="237" y="246"/>
                  </a:cubicBezTo>
                  <a:cubicBezTo>
                    <a:pt x="264" y="211"/>
                    <a:pt x="281" y="176"/>
                    <a:pt x="299" y="132"/>
                  </a:cubicBezTo>
                  <a:cubicBezTo>
                    <a:pt x="316" y="88"/>
                    <a:pt x="325" y="45"/>
                    <a:pt x="325" y="1"/>
                  </a:cubicBezTo>
                  <a:close/>
                </a:path>
              </a:pathLst>
            </a:custGeom>
            <a:solidFill>
              <a:srgbClr val="AE80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42"/>
            <p:cNvSpPr/>
            <p:nvPr/>
          </p:nvSpPr>
          <p:spPr>
            <a:xfrm>
              <a:off x="4553887" y="2240362"/>
              <a:ext cx="94813" cy="93678"/>
            </a:xfrm>
            <a:custGeom>
              <a:avLst/>
              <a:gdLst/>
              <a:ahLst/>
              <a:cxnLst/>
              <a:rect l="l" t="t" r="r" b="b"/>
              <a:pathLst>
                <a:path w="1421" h="1404" extrusionOk="0">
                  <a:moveTo>
                    <a:pt x="1315" y="1"/>
                  </a:moveTo>
                  <a:lnTo>
                    <a:pt x="0" y="544"/>
                  </a:lnTo>
                  <a:lnTo>
                    <a:pt x="0" y="1403"/>
                  </a:lnTo>
                  <a:lnTo>
                    <a:pt x="1420" y="921"/>
                  </a:lnTo>
                  <a:lnTo>
                    <a:pt x="1315" y="1"/>
                  </a:lnTo>
                  <a:close/>
                </a:path>
              </a:pathLst>
            </a:custGeom>
            <a:solidFill>
              <a:srgbClr val="2C2C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42"/>
            <p:cNvSpPr/>
            <p:nvPr/>
          </p:nvSpPr>
          <p:spPr>
            <a:xfrm>
              <a:off x="4581911" y="2249169"/>
              <a:ext cx="43970" cy="73195"/>
            </a:xfrm>
            <a:custGeom>
              <a:avLst/>
              <a:gdLst/>
              <a:ahLst/>
              <a:cxnLst/>
              <a:rect l="l" t="t" r="r" b="b"/>
              <a:pathLst>
                <a:path w="659" h="1097" fill="none" extrusionOk="0">
                  <a:moveTo>
                    <a:pt x="562" y="0"/>
                  </a:moveTo>
                  <a:lnTo>
                    <a:pt x="1" y="237"/>
                  </a:lnTo>
                  <a:lnTo>
                    <a:pt x="106" y="1096"/>
                  </a:lnTo>
                  <a:lnTo>
                    <a:pt x="658" y="903"/>
                  </a:lnTo>
                </a:path>
              </a:pathLst>
            </a:custGeom>
            <a:noFill/>
            <a:ln w="2850" cap="flat" cmpd="sng">
              <a:solidFill>
                <a:srgbClr val="B8B8B8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42"/>
            <p:cNvSpPr/>
            <p:nvPr/>
          </p:nvSpPr>
          <p:spPr>
            <a:xfrm>
              <a:off x="4577240" y="2287202"/>
              <a:ext cx="27023" cy="11143"/>
            </a:xfrm>
            <a:custGeom>
              <a:avLst/>
              <a:gdLst/>
              <a:ahLst/>
              <a:cxnLst/>
              <a:rect l="l" t="t" r="r" b="b"/>
              <a:pathLst>
                <a:path w="405" h="167" fill="none" extrusionOk="0">
                  <a:moveTo>
                    <a:pt x="404" y="0"/>
                  </a:moveTo>
                  <a:lnTo>
                    <a:pt x="1" y="167"/>
                  </a:lnTo>
                </a:path>
              </a:pathLst>
            </a:custGeom>
            <a:noFill/>
            <a:ln w="2850" cap="flat" cmpd="sng">
              <a:solidFill>
                <a:srgbClr val="B8B8B8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0" name="Google Shape;1890;p42"/>
          <p:cNvSpPr/>
          <p:nvPr/>
        </p:nvSpPr>
        <p:spPr>
          <a:xfrm>
            <a:off x="4200514" y="1327392"/>
            <a:ext cx="360300" cy="3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1" name="Google Shape;1891;p42"/>
          <p:cNvSpPr txBox="1"/>
          <p:nvPr/>
        </p:nvSpPr>
        <p:spPr>
          <a:xfrm>
            <a:off x="4219928" y="1359763"/>
            <a:ext cx="2940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1</a:t>
            </a:r>
            <a:endParaRPr sz="2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892" name="Google Shape;1892;p42"/>
          <p:cNvSpPr/>
          <p:nvPr/>
        </p:nvSpPr>
        <p:spPr>
          <a:xfrm>
            <a:off x="4352914" y="3011767"/>
            <a:ext cx="360300" cy="3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3" name="Google Shape;1893;p42"/>
          <p:cNvSpPr txBox="1"/>
          <p:nvPr/>
        </p:nvSpPr>
        <p:spPr>
          <a:xfrm>
            <a:off x="4372328" y="3044138"/>
            <a:ext cx="2940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3</a:t>
            </a:r>
            <a:endParaRPr sz="2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894" name="Google Shape;1894;p42"/>
          <p:cNvSpPr/>
          <p:nvPr/>
        </p:nvSpPr>
        <p:spPr>
          <a:xfrm>
            <a:off x="5574414" y="1198942"/>
            <a:ext cx="360300" cy="3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5" name="Google Shape;1895;p42"/>
          <p:cNvSpPr txBox="1"/>
          <p:nvPr/>
        </p:nvSpPr>
        <p:spPr>
          <a:xfrm>
            <a:off x="5593828" y="1231313"/>
            <a:ext cx="2940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4</a:t>
            </a:r>
            <a:endParaRPr sz="2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896" name="Google Shape;1896;p42"/>
          <p:cNvSpPr/>
          <p:nvPr/>
        </p:nvSpPr>
        <p:spPr>
          <a:xfrm>
            <a:off x="5574414" y="1904692"/>
            <a:ext cx="360300" cy="3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7" name="Google Shape;1897;p42"/>
          <p:cNvSpPr txBox="1"/>
          <p:nvPr/>
        </p:nvSpPr>
        <p:spPr>
          <a:xfrm>
            <a:off x="5593828" y="1937063"/>
            <a:ext cx="2940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2</a:t>
            </a:r>
            <a:endParaRPr sz="2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pSp>
        <p:nvGrpSpPr>
          <p:cNvPr id="1898" name="Google Shape;1898;p42"/>
          <p:cNvGrpSpPr/>
          <p:nvPr/>
        </p:nvGrpSpPr>
        <p:grpSpPr>
          <a:xfrm>
            <a:off x="1381433" y="3051349"/>
            <a:ext cx="367273" cy="365341"/>
            <a:chOff x="4161575" y="4583100"/>
            <a:chExt cx="775000" cy="770925"/>
          </a:xfrm>
        </p:grpSpPr>
        <p:sp>
          <p:nvSpPr>
            <p:cNvPr id="1899" name="Google Shape;1899;p42"/>
            <p:cNvSpPr/>
            <p:nvPr/>
          </p:nvSpPr>
          <p:spPr>
            <a:xfrm>
              <a:off x="4427800" y="4583100"/>
              <a:ext cx="508775" cy="353900"/>
            </a:xfrm>
            <a:custGeom>
              <a:avLst/>
              <a:gdLst/>
              <a:ahLst/>
              <a:cxnLst/>
              <a:rect l="l" t="t" r="r" b="b"/>
              <a:pathLst>
                <a:path w="20351" h="14156" extrusionOk="0">
                  <a:moveTo>
                    <a:pt x="2063" y="0"/>
                  </a:moveTo>
                  <a:cubicBezTo>
                    <a:pt x="1062" y="0"/>
                    <a:pt x="59" y="688"/>
                    <a:pt x="31" y="1964"/>
                  </a:cubicBezTo>
                  <a:cubicBezTo>
                    <a:pt x="1" y="3289"/>
                    <a:pt x="1040" y="4038"/>
                    <a:pt x="2076" y="4038"/>
                  </a:cubicBezTo>
                  <a:cubicBezTo>
                    <a:pt x="2887" y="4038"/>
                    <a:pt x="3697" y="3578"/>
                    <a:pt x="3988" y="2575"/>
                  </a:cubicBezTo>
                  <a:lnTo>
                    <a:pt x="8159" y="2575"/>
                  </a:lnTo>
                  <a:lnTo>
                    <a:pt x="8159" y="13279"/>
                  </a:lnTo>
                  <a:lnTo>
                    <a:pt x="9168" y="13279"/>
                  </a:lnTo>
                  <a:lnTo>
                    <a:pt x="9168" y="9454"/>
                  </a:lnTo>
                  <a:lnTo>
                    <a:pt x="13312" y="9454"/>
                  </a:lnTo>
                  <a:lnTo>
                    <a:pt x="13312" y="11075"/>
                  </a:lnTo>
                  <a:lnTo>
                    <a:pt x="14481" y="11075"/>
                  </a:lnTo>
                  <a:lnTo>
                    <a:pt x="14481" y="14156"/>
                  </a:lnTo>
                  <a:lnTo>
                    <a:pt x="14693" y="14156"/>
                  </a:lnTo>
                  <a:lnTo>
                    <a:pt x="14693" y="11075"/>
                  </a:lnTo>
                  <a:lnTo>
                    <a:pt x="16101" y="11075"/>
                  </a:lnTo>
                  <a:lnTo>
                    <a:pt x="16101" y="14156"/>
                  </a:lnTo>
                  <a:lnTo>
                    <a:pt x="16287" y="14156"/>
                  </a:lnTo>
                  <a:lnTo>
                    <a:pt x="16287" y="11075"/>
                  </a:lnTo>
                  <a:lnTo>
                    <a:pt x="17695" y="11075"/>
                  </a:lnTo>
                  <a:lnTo>
                    <a:pt x="17695" y="14156"/>
                  </a:lnTo>
                  <a:lnTo>
                    <a:pt x="17881" y="14156"/>
                  </a:lnTo>
                  <a:lnTo>
                    <a:pt x="17881" y="11075"/>
                  </a:lnTo>
                  <a:lnTo>
                    <a:pt x="19315" y="11075"/>
                  </a:lnTo>
                  <a:lnTo>
                    <a:pt x="19315" y="14156"/>
                  </a:lnTo>
                  <a:lnTo>
                    <a:pt x="19501" y="14156"/>
                  </a:lnTo>
                  <a:lnTo>
                    <a:pt x="19501" y="11075"/>
                  </a:lnTo>
                  <a:lnTo>
                    <a:pt x="20351" y="11075"/>
                  </a:lnTo>
                  <a:lnTo>
                    <a:pt x="20351" y="6957"/>
                  </a:lnTo>
                  <a:lnTo>
                    <a:pt x="13338" y="6957"/>
                  </a:lnTo>
                  <a:lnTo>
                    <a:pt x="13338" y="8578"/>
                  </a:lnTo>
                  <a:lnTo>
                    <a:pt x="9168" y="8578"/>
                  </a:lnTo>
                  <a:lnTo>
                    <a:pt x="9168" y="2070"/>
                  </a:lnTo>
                  <a:cubicBezTo>
                    <a:pt x="9168" y="1804"/>
                    <a:pt x="8929" y="1565"/>
                    <a:pt x="8663" y="1565"/>
                  </a:cubicBezTo>
                  <a:lnTo>
                    <a:pt x="4015" y="1565"/>
                  </a:lnTo>
                  <a:cubicBezTo>
                    <a:pt x="3770" y="501"/>
                    <a:pt x="2918" y="0"/>
                    <a:pt x="206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42"/>
            <p:cNvSpPr/>
            <p:nvPr/>
          </p:nvSpPr>
          <p:spPr>
            <a:xfrm>
              <a:off x="4161575" y="4775525"/>
              <a:ext cx="758850" cy="415425"/>
            </a:xfrm>
            <a:custGeom>
              <a:avLst/>
              <a:gdLst/>
              <a:ahLst/>
              <a:cxnLst/>
              <a:rect l="l" t="t" r="r" b="b"/>
              <a:pathLst>
                <a:path w="30354" h="16617" extrusionOk="0">
                  <a:moveTo>
                    <a:pt x="1867" y="0"/>
                  </a:moveTo>
                  <a:cubicBezTo>
                    <a:pt x="866" y="0"/>
                    <a:pt x="0" y="1236"/>
                    <a:pt x="852" y="2209"/>
                  </a:cubicBezTo>
                  <a:lnTo>
                    <a:pt x="11822" y="13790"/>
                  </a:lnTo>
                  <a:lnTo>
                    <a:pt x="19578" y="13790"/>
                  </a:lnTo>
                  <a:lnTo>
                    <a:pt x="28078" y="16553"/>
                  </a:lnTo>
                  <a:cubicBezTo>
                    <a:pt x="28175" y="16591"/>
                    <a:pt x="28272" y="16616"/>
                    <a:pt x="28370" y="16616"/>
                  </a:cubicBezTo>
                  <a:cubicBezTo>
                    <a:pt x="28405" y="16616"/>
                    <a:pt x="28441" y="16613"/>
                    <a:pt x="28476" y="16606"/>
                  </a:cubicBezTo>
                  <a:lnTo>
                    <a:pt x="28503" y="16606"/>
                  </a:lnTo>
                  <a:cubicBezTo>
                    <a:pt x="28512" y="16606"/>
                    <a:pt x="28521" y="16606"/>
                    <a:pt x="28531" y="16606"/>
                  </a:cubicBezTo>
                  <a:cubicBezTo>
                    <a:pt x="30021" y="16606"/>
                    <a:pt x="30353" y="14478"/>
                    <a:pt x="28901" y="14029"/>
                  </a:cubicBezTo>
                  <a:lnTo>
                    <a:pt x="20003" y="11134"/>
                  </a:lnTo>
                  <a:lnTo>
                    <a:pt x="12964" y="11134"/>
                  </a:lnTo>
                  <a:lnTo>
                    <a:pt x="2791" y="403"/>
                  </a:lnTo>
                  <a:cubicBezTo>
                    <a:pt x="2501" y="119"/>
                    <a:pt x="2177" y="0"/>
                    <a:pt x="18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42"/>
            <p:cNvSpPr/>
            <p:nvPr/>
          </p:nvSpPr>
          <p:spPr>
            <a:xfrm>
              <a:off x="4356875" y="4805150"/>
              <a:ext cx="549825" cy="279950"/>
            </a:xfrm>
            <a:custGeom>
              <a:avLst/>
              <a:gdLst/>
              <a:ahLst/>
              <a:cxnLst/>
              <a:rect l="l" t="t" r="r" b="b"/>
              <a:pathLst>
                <a:path w="21993" h="11198" extrusionOk="0">
                  <a:moveTo>
                    <a:pt x="1894" y="0"/>
                  </a:moveTo>
                  <a:cubicBezTo>
                    <a:pt x="897" y="0"/>
                    <a:pt x="0" y="1212"/>
                    <a:pt x="849" y="2219"/>
                  </a:cubicBezTo>
                  <a:lnTo>
                    <a:pt x="5896" y="8143"/>
                  </a:lnTo>
                  <a:lnTo>
                    <a:pt x="13041" y="8143"/>
                  </a:lnTo>
                  <a:lnTo>
                    <a:pt x="19602" y="11091"/>
                  </a:lnTo>
                  <a:cubicBezTo>
                    <a:pt x="19761" y="11171"/>
                    <a:pt x="19947" y="11197"/>
                    <a:pt x="20160" y="11197"/>
                  </a:cubicBezTo>
                  <a:cubicBezTo>
                    <a:pt x="21568" y="11197"/>
                    <a:pt x="21993" y="9232"/>
                    <a:pt x="20691" y="8647"/>
                  </a:cubicBezTo>
                  <a:lnTo>
                    <a:pt x="13625" y="5486"/>
                  </a:lnTo>
                  <a:lnTo>
                    <a:pt x="7118" y="5486"/>
                  </a:lnTo>
                  <a:lnTo>
                    <a:pt x="2894" y="493"/>
                  </a:lnTo>
                  <a:cubicBezTo>
                    <a:pt x="2594" y="145"/>
                    <a:pt x="2238" y="0"/>
                    <a:pt x="18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42"/>
            <p:cNvSpPr/>
            <p:nvPr/>
          </p:nvSpPr>
          <p:spPr>
            <a:xfrm>
              <a:off x="4277825" y="4701900"/>
              <a:ext cx="123525" cy="105950"/>
            </a:xfrm>
            <a:custGeom>
              <a:avLst/>
              <a:gdLst/>
              <a:ahLst/>
              <a:cxnLst/>
              <a:rect l="l" t="t" r="r" b="b"/>
              <a:pathLst>
                <a:path w="4941" h="4238" extrusionOk="0">
                  <a:moveTo>
                    <a:pt x="2816" y="1"/>
                  </a:moveTo>
                  <a:cubicBezTo>
                    <a:pt x="930" y="1"/>
                    <a:pt x="0" y="2285"/>
                    <a:pt x="1328" y="3613"/>
                  </a:cubicBezTo>
                  <a:cubicBezTo>
                    <a:pt x="1759" y="4044"/>
                    <a:pt x="2291" y="4237"/>
                    <a:pt x="2812" y="4237"/>
                  </a:cubicBezTo>
                  <a:cubicBezTo>
                    <a:pt x="3898" y="4237"/>
                    <a:pt x="4941" y="3400"/>
                    <a:pt x="4941" y="2126"/>
                  </a:cubicBezTo>
                  <a:cubicBezTo>
                    <a:pt x="4941" y="957"/>
                    <a:pt x="3984" y="1"/>
                    <a:pt x="281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42"/>
            <p:cNvSpPr/>
            <p:nvPr/>
          </p:nvSpPr>
          <p:spPr>
            <a:xfrm>
              <a:off x="4273175" y="5137525"/>
              <a:ext cx="557825" cy="216500"/>
            </a:xfrm>
            <a:custGeom>
              <a:avLst/>
              <a:gdLst/>
              <a:ahLst/>
              <a:cxnLst/>
              <a:rect l="l" t="t" r="r" b="b"/>
              <a:pathLst>
                <a:path w="22313" h="8660" extrusionOk="0">
                  <a:moveTo>
                    <a:pt x="7411" y="1"/>
                  </a:moveTo>
                  <a:lnTo>
                    <a:pt x="7411" y="7916"/>
                  </a:lnTo>
                  <a:lnTo>
                    <a:pt x="0" y="7916"/>
                  </a:lnTo>
                  <a:lnTo>
                    <a:pt x="0" y="8660"/>
                  </a:lnTo>
                  <a:lnTo>
                    <a:pt x="22312" y="8660"/>
                  </a:lnTo>
                  <a:lnTo>
                    <a:pt x="22312" y="7916"/>
                  </a:lnTo>
                  <a:lnTo>
                    <a:pt x="14902" y="7916"/>
                  </a:lnTo>
                  <a:lnTo>
                    <a:pt x="1490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42"/>
            <p:cNvSpPr/>
            <p:nvPr/>
          </p:nvSpPr>
          <p:spPr>
            <a:xfrm>
              <a:off x="4432550" y="4598325"/>
              <a:ext cx="82350" cy="70375"/>
            </a:xfrm>
            <a:custGeom>
              <a:avLst/>
              <a:gdLst/>
              <a:ahLst/>
              <a:cxnLst/>
              <a:rect l="l" t="t" r="r" b="b"/>
              <a:pathLst>
                <a:path w="3294" h="2815" extrusionOk="0">
                  <a:moveTo>
                    <a:pt x="1886" y="0"/>
                  </a:moveTo>
                  <a:cubicBezTo>
                    <a:pt x="611" y="0"/>
                    <a:pt x="0" y="1514"/>
                    <a:pt x="877" y="2391"/>
                  </a:cubicBezTo>
                  <a:cubicBezTo>
                    <a:pt x="1170" y="2684"/>
                    <a:pt x="1528" y="2815"/>
                    <a:pt x="1878" y="2815"/>
                  </a:cubicBezTo>
                  <a:cubicBezTo>
                    <a:pt x="2604" y="2815"/>
                    <a:pt x="3294" y="2251"/>
                    <a:pt x="3294" y="1408"/>
                  </a:cubicBezTo>
                  <a:cubicBezTo>
                    <a:pt x="3294" y="638"/>
                    <a:pt x="2656" y="0"/>
                    <a:pt x="18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42"/>
            <p:cNvSpPr/>
            <p:nvPr/>
          </p:nvSpPr>
          <p:spPr>
            <a:xfrm>
              <a:off x="4785825" y="4791550"/>
              <a:ext cx="13950" cy="47175"/>
            </a:xfrm>
            <a:custGeom>
              <a:avLst/>
              <a:gdLst/>
              <a:ahLst/>
              <a:cxnLst/>
              <a:rect l="l" t="t" r="r" b="b"/>
              <a:pathLst>
                <a:path w="558" h="1887" extrusionOk="0">
                  <a:moveTo>
                    <a:pt x="0" y="1"/>
                  </a:moveTo>
                  <a:lnTo>
                    <a:pt x="0" y="1887"/>
                  </a:lnTo>
                  <a:lnTo>
                    <a:pt x="558" y="1887"/>
                  </a:lnTo>
                  <a:lnTo>
                    <a:pt x="5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42"/>
            <p:cNvSpPr/>
            <p:nvPr/>
          </p:nvSpPr>
          <p:spPr>
            <a:xfrm>
              <a:off x="4825650" y="4791550"/>
              <a:ext cx="13975" cy="47175"/>
            </a:xfrm>
            <a:custGeom>
              <a:avLst/>
              <a:gdLst/>
              <a:ahLst/>
              <a:cxnLst/>
              <a:rect l="l" t="t" r="r" b="b"/>
              <a:pathLst>
                <a:path w="559" h="1887" extrusionOk="0">
                  <a:moveTo>
                    <a:pt x="1" y="1"/>
                  </a:moveTo>
                  <a:lnTo>
                    <a:pt x="1" y="1887"/>
                  </a:lnTo>
                  <a:lnTo>
                    <a:pt x="559" y="1887"/>
                  </a:lnTo>
                  <a:lnTo>
                    <a:pt x="5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42"/>
            <p:cNvSpPr/>
            <p:nvPr/>
          </p:nvSpPr>
          <p:spPr>
            <a:xfrm>
              <a:off x="4866175" y="4791550"/>
              <a:ext cx="13975" cy="47175"/>
            </a:xfrm>
            <a:custGeom>
              <a:avLst/>
              <a:gdLst/>
              <a:ahLst/>
              <a:cxnLst/>
              <a:rect l="l" t="t" r="r" b="b"/>
              <a:pathLst>
                <a:path w="559" h="1887" extrusionOk="0">
                  <a:moveTo>
                    <a:pt x="0" y="1"/>
                  </a:moveTo>
                  <a:lnTo>
                    <a:pt x="0" y="1887"/>
                  </a:lnTo>
                  <a:lnTo>
                    <a:pt x="558" y="1887"/>
                  </a:lnTo>
                  <a:lnTo>
                    <a:pt x="5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42"/>
            <p:cNvSpPr/>
            <p:nvPr/>
          </p:nvSpPr>
          <p:spPr>
            <a:xfrm>
              <a:off x="4906000" y="4791550"/>
              <a:ext cx="13975" cy="47175"/>
            </a:xfrm>
            <a:custGeom>
              <a:avLst/>
              <a:gdLst/>
              <a:ahLst/>
              <a:cxnLst/>
              <a:rect l="l" t="t" r="r" b="b"/>
              <a:pathLst>
                <a:path w="559" h="1887" extrusionOk="0">
                  <a:moveTo>
                    <a:pt x="1" y="1"/>
                  </a:moveTo>
                  <a:lnTo>
                    <a:pt x="1" y="1887"/>
                  </a:lnTo>
                  <a:lnTo>
                    <a:pt x="559" y="1887"/>
                  </a:lnTo>
                  <a:lnTo>
                    <a:pt x="5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09" name="Google Shape;1909;p42"/>
          <p:cNvGrpSpPr/>
          <p:nvPr/>
        </p:nvGrpSpPr>
        <p:grpSpPr>
          <a:xfrm>
            <a:off x="6477425" y="2958840"/>
            <a:ext cx="2204400" cy="528900"/>
            <a:chOff x="462875" y="2922665"/>
            <a:chExt cx="2204400" cy="528900"/>
          </a:xfrm>
        </p:grpSpPr>
        <p:sp>
          <p:nvSpPr>
            <p:cNvPr id="1910" name="Google Shape;1910;p42"/>
            <p:cNvSpPr/>
            <p:nvPr/>
          </p:nvSpPr>
          <p:spPr>
            <a:xfrm>
              <a:off x="462875" y="3060335"/>
              <a:ext cx="2204400" cy="295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42"/>
            <p:cNvSpPr/>
            <p:nvPr/>
          </p:nvSpPr>
          <p:spPr>
            <a:xfrm>
              <a:off x="1300625" y="2922665"/>
              <a:ext cx="528900" cy="528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12" name="Google Shape;1912;p42"/>
          <p:cNvSpPr/>
          <p:nvPr/>
        </p:nvSpPr>
        <p:spPr>
          <a:xfrm>
            <a:off x="1440838" y="1340988"/>
            <a:ext cx="248457" cy="324072"/>
          </a:xfrm>
          <a:custGeom>
            <a:avLst/>
            <a:gdLst/>
            <a:ahLst/>
            <a:cxnLst/>
            <a:rect l="l" t="t" r="r" b="b"/>
            <a:pathLst>
              <a:path w="25314" h="33018" extrusionOk="0">
                <a:moveTo>
                  <a:pt x="7517" y="983"/>
                </a:moveTo>
                <a:cubicBezTo>
                  <a:pt x="8686" y="983"/>
                  <a:pt x="9695" y="1434"/>
                  <a:pt x="10572" y="1806"/>
                </a:cubicBezTo>
                <a:cubicBezTo>
                  <a:pt x="11236" y="2125"/>
                  <a:pt x="11927" y="2338"/>
                  <a:pt x="12670" y="2391"/>
                </a:cubicBezTo>
                <a:cubicBezTo>
                  <a:pt x="13387" y="2338"/>
                  <a:pt x="14105" y="2125"/>
                  <a:pt x="14742" y="1806"/>
                </a:cubicBezTo>
                <a:cubicBezTo>
                  <a:pt x="15645" y="1434"/>
                  <a:pt x="16628" y="1009"/>
                  <a:pt x="17823" y="1009"/>
                </a:cubicBezTo>
                <a:cubicBezTo>
                  <a:pt x="18992" y="1036"/>
                  <a:pt x="20161" y="1408"/>
                  <a:pt x="21144" y="2072"/>
                </a:cubicBezTo>
                <a:cubicBezTo>
                  <a:pt x="24119" y="3958"/>
                  <a:pt x="22498" y="8925"/>
                  <a:pt x="21303" y="12564"/>
                </a:cubicBezTo>
                <a:cubicBezTo>
                  <a:pt x="20825" y="13998"/>
                  <a:pt x="20426" y="15247"/>
                  <a:pt x="20347" y="16150"/>
                </a:cubicBezTo>
                <a:cubicBezTo>
                  <a:pt x="20267" y="17637"/>
                  <a:pt x="20320" y="19125"/>
                  <a:pt x="20480" y="20612"/>
                </a:cubicBezTo>
                <a:cubicBezTo>
                  <a:pt x="20666" y="22844"/>
                  <a:pt x="20851" y="25181"/>
                  <a:pt x="20347" y="26934"/>
                </a:cubicBezTo>
                <a:cubicBezTo>
                  <a:pt x="19869" y="28687"/>
                  <a:pt x="18726" y="30175"/>
                  <a:pt x="17876" y="31131"/>
                </a:cubicBezTo>
                <a:cubicBezTo>
                  <a:pt x="18116" y="29059"/>
                  <a:pt x="18381" y="25287"/>
                  <a:pt x="17345" y="22498"/>
                </a:cubicBezTo>
                <a:cubicBezTo>
                  <a:pt x="16150" y="19178"/>
                  <a:pt x="13998" y="17133"/>
                  <a:pt x="12670" y="17133"/>
                </a:cubicBezTo>
                <a:cubicBezTo>
                  <a:pt x="11342" y="17133"/>
                  <a:pt x="9191" y="19178"/>
                  <a:pt x="7995" y="22472"/>
                </a:cubicBezTo>
                <a:cubicBezTo>
                  <a:pt x="6959" y="25287"/>
                  <a:pt x="7198" y="29059"/>
                  <a:pt x="7464" y="31105"/>
                </a:cubicBezTo>
                <a:cubicBezTo>
                  <a:pt x="6614" y="30175"/>
                  <a:pt x="5445" y="28661"/>
                  <a:pt x="4967" y="26934"/>
                </a:cubicBezTo>
                <a:cubicBezTo>
                  <a:pt x="4489" y="25181"/>
                  <a:pt x="4675" y="22870"/>
                  <a:pt x="4861" y="20612"/>
                </a:cubicBezTo>
                <a:cubicBezTo>
                  <a:pt x="5020" y="19125"/>
                  <a:pt x="5073" y="17611"/>
                  <a:pt x="4994" y="16123"/>
                </a:cubicBezTo>
                <a:cubicBezTo>
                  <a:pt x="4914" y="15247"/>
                  <a:pt x="4489" y="13998"/>
                  <a:pt x="4038" y="12538"/>
                </a:cubicBezTo>
                <a:cubicBezTo>
                  <a:pt x="2842" y="8925"/>
                  <a:pt x="1195" y="3958"/>
                  <a:pt x="4197" y="2072"/>
                </a:cubicBezTo>
                <a:cubicBezTo>
                  <a:pt x="5180" y="1381"/>
                  <a:pt x="6322" y="1009"/>
                  <a:pt x="7517" y="983"/>
                </a:cubicBezTo>
                <a:close/>
                <a:moveTo>
                  <a:pt x="7491" y="0"/>
                </a:moveTo>
                <a:cubicBezTo>
                  <a:pt x="6136" y="27"/>
                  <a:pt x="4781" y="452"/>
                  <a:pt x="3639" y="1222"/>
                </a:cubicBezTo>
                <a:cubicBezTo>
                  <a:pt x="0" y="3506"/>
                  <a:pt x="1780" y="8925"/>
                  <a:pt x="3055" y="12856"/>
                </a:cubicBezTo>
                <a:cubicBezTo>
                  <a:pt x="3533" y="14238"/>
                  <a:pt x="3905" y="15433"/>
                  <a:pt x="3984" y="16230"/>
                </a:cubicBezTo>
                <a:cubicBezTo>
                  <a:pt x="4064" y="17664"/>
                  <a:pt x="4011" y="19098"/>
                  <a:pt x="3852" y="20533"/>
                </a:cubicBezTo>
                <a:cubicBezTo>
                  <a:pt x="3666" y="22870"/>
                  <a:pt x="3480" y="25287"/>
                  <a:pt x="4011" y="27200"/>
                </a:cubicBezTo>
                <a:cubicBezTo>
                  <a:pt x="4888" y="30414"/>
                  <a:pt x="7730" y="32805"/>
                  <a:pt x="7836" y="32884"/>
                </a:cubicBezTo>
                <a:cubicBezTo>
                  <a:pt x="7942" y="32964"/>
                  <a:pt x="8048" y="33017"/>
                  <a:pt x="8181" y="33017"/>
                </a:cubicBezTo>
                <a:cubicBezTo>
                  <a:pt x="8473" y="33017"/>
                  <a:pt x="8713" y="32725"/>
                  <a:pt x="8659" y="32406"/>
                </a:cubicBezTo>
                <a:cubicBezTo>
                  <a:pt x="8659" y="32353"/>
                  <a:pt x="7570" y="26536"/>
                  <a:pt x="8925" y="22817"/>
                </a:cubicBezTo>
                <a:cubicBezTo>
                  <a:pt x="10041" y="19736"/>
                  <a:pt x="11953" y="18089"/>
                  <a:pt x="12670" y="18089"/>
                </a:cubicBezTo>
                <a:cubicBezTo>
                  <a:pt x="13387" y="18089"/>
                  <a:pt x="15300" y="19709"/>
                  <a:pt x="16416" y="22817"/>
                </a:cubicBezTo>
                <a:cubicBezTo>
                  <a:pt x="17770" y="26536"/>
                  <a:pt x="16681" y="32353"/>
                  <a:pt x="16681" y="32406"/>
                </a:cubicBezTo>
                <a:cubicBezTo>
                  <a:pt x="16623" y="32737"/>
                  <a:pt x="16893" y="32997"/>
                  <a:pt x="17177" y="32997"/>
                </a:cubicBezTo>
                <a:cubicBezTo>
                  <a:pt x="17280" y="32997"/>
                  <a:pt x="17386" y="32962"/>
                  <a:pt x="17478" y="32884"/>
                </a:cubicBezTo>
                <a:cubicBezTo>
                  <a:pt x="17611" y="32778"/>
                  <a:pt x="20453" y="30414"/>
                  <a:pt x="21330" y="27173"/>
                </a:cubicBezTo>
                <a:cubicBezTo>
                  <a:pt x="21834" y="25261"/>
                  <a:pt x="21648" y="22844"/>
                  <a:pt x="21462" y="20533"/>
                </a:cubicBezTo>
                <a:cubicBezTo>
                  <a:pt x="21303" y="19098"/>
                  <a:pt x="21276" y="17637"/>
                  <a:pt x="21330" y="16203"/>
                </a:cubicBezTo>
                <a:cubicBezTo>
                  <a:pt x="21409" y="15433"/>
                  <a:pt x="21808" y="14238"/>
                  <a:pt x="22259" y="12856"/>
                </a:cubicBezTo>
                <a:cubicBezTo>
                  <a:pt x="23534" y="8925"/>
                  <a:pt x="25314" y="3506"/>
                  <a:pt x="21675" y="1222"/>
                </a:cubicBezTo>
                <a:cubicBezTo>
                  <a:pt x="20533" y="452"/>
                  <a:pt x="19205" y="27"/>
                  <a:pt x="17823" y="0"/>
                </a:cubicBezTo>
                <a:cubicBezTo>
                  <a:pt x="16628" y="27"/>
                  <a:pt x="15433" y="345"/>
                  <a:pt x="14370" y="877"/>
                </a:cubicBezTo>
                <a:cubicBezTo>
                  <a:pt x="13839" y="1142"/>
                  <a:pt x="13255" y="1328"/>
                  <a:pt x="12670" y="1381"/>
                </a:cubicBezTo>
                <a:cubicBezTo>
                  <a:pt x="12086" y="1328"/>
                  <a:pt x="11502" y="1142"/>
                  <a:pt x="10970" y="877"/>
                </a:cubicBezTo>
                <a:cubicBezTo>
                  <a:pt x="9881" y="345"/>
                  <a:pt x="8713" y="53"/>
                  <a:pt x="7491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13" name="Google Shape;1913;p42"/>
          <p:cNvGrpSpPr/>
          <p:nvPr/>
        </p:nvGrpSpPr>
        <p:grpSpPr>
          <a:xfrm>
            <a:off x="7417887" y="3058762"/>
            <a:ext cx="332894" cy="329752"/>
            <a:chOff x="1103625" y="3032475"/>
            <a:chExt cx="1018025" cy="1008725"/>
          </a:xfrm>
        </p:grpSpPr>
        <p:sp>
          <p:nvSpPr>
            <p:cNvPr id="1914" name="Google Shape;1914;p42"/>
            <p:cNvSpPr/>
            <p:nvPr/>
          </p:nvSpPr>
          <p:spPr>
            <a:xfrm>
              <a:off x="1103625" y="3103425"/>
              <a:ext cx="954950" cy="937775"/>
            </a:xfrm>
            <a:custGeom>
              <a:avLst/>
              <a:gdLst/>
              <a:ahLst/>
              <a:cxnLst/>
              <a:rect l="l" t="t" r="r" b="b"/>
              <a:pathLst>
                <a:path w="38198" h="37511" extrusionOk="0">
                  <a:moveTo>
                    <a:pt x="31225" y="994"/>
                  </a:moveTo>
                  <a:cubicBezTo>
                    <a:pt x="31875" y="994"/>
                    <a:pt x="32526" y="1239"/>
                    <a:pt x="33018" y="1731"/>
                  </a:cubicBezTo>
                  <a:lnTo>
                    <a:pt x="36125" y="4839"/>
                  </a:lnTo>
                  <a:cubicBezTo>
                    <a:pt x="36603" y="5317"/>
                    <a:pt x="36869" y="5954"/>
                    <a:pt x="36869" y="6645"/>
                  </a:cubicBezTo>
                  <a:cubicBezTo>
                    <a:pt x="36869" y="7309"/>
                    <a:pt x="36603" y="7973"/>
                    <a:pt x="36099" y="8451"/>
                  </a:cubicBezTo>
                  <a:lnTo>
                    <a:pt x="35435" y="9221"/>
                  </a:lnTo>
                  <a:lnTo>
                    <a:pt x="31796" y="5662"/>
                  </a:lnTo>
                  <a:lnTo>
                    <a:pt x="9802" y="27656"/>
                  </a:lnTo>
                  <a:lnTo>
                    <a:pt x="14610" y="32756"/>
                  </a:lnTo>
                  <a:lnTo>
                    <a:pt x="11954" y="35784"/>
                  </a:lnTo>
                  <a:cubicBezTo>
                    <a:pt x="11449" y="36275"/>
                    <a:pt x="10798" y="36521"/>
                    <a:pt x="10147" y="36521"/>
                  </a:cubicBezTo>
                  <a:cubicBezTo>
                    <a:pt x="9497" y="36521"/>
                    <a:pt x="8846" y="36275"/>
                    <a:pt x="8341" y="35784"/>
                  </a:cubicBezTo>
                  <a:lnTo>
                    <a:pt x="2073" y="29515"/>
                  </a:lnTo>
                  <a:cubicBezTo>
                    <a:pt x="1090" y="28532"/>
                    <a:pt x="1090" y="26939"/>
                    <a:pt x="2073" y="25956"/>
                  </a:cubicBezTo>
                  <a:lnTo>
                    <a:pt x="29432" y="1731"/>
                  </a:lnTo>
                  <a:cubicBezTo>
                    <a:pt x="29923" y="1239"/>
                    <a:pt x="30574" y="994"/>
                    <a:pt x="31225" y="994"/>
                  </a:cubicBezTo>
                  <a:close/>
                  <a:moveTo>
                    <a:pt x="31225" y="1"/>
                  </a:moveTo>
                  <a:cubicBezTo>
                    <a:pt x="30326" y="1"/>
                    <a:pt x="29428" y="340"/>
                    <a:pt x="28741" y="1014"/>
                  </a:cubicBezTo>
                  <a:lnTo>
                    <a:pt x="1382" y="25239"/>
                  </a:lnTo>
                  <a:cubicBezTo>
                    <a:pt x="1" y="26620"/>
                    <a:pt x="1" y="28851"/>
                    <a:pt x="1382" y="30232"/>
                  </a:cubicBezTo>
                  <a:lnTo>
                    <a:pt x="7651" y="36474"/>
                  </a:lnTo>
                  <a:cubicBezTo>
                    <a:pt x="8315" y="37138"/>
                    <a:pt x="9218" y="37510"/>
                    <a:pt x="10147" y="37510"/>
                  </a:cubicBezTo>
                  <a:cubicBezTo>
                    <a:pt x="11104" y="37510"/>
                    <a:pt x="12007" y="37138"/>
                    <a:pt x="12644" y="36474"/>
                  </a:cubicBezTo>
                  <a:lnTo>
                    <a:pt x="36842" y="9142"/>
                  </a:lnTo>
                  <a:cubicBezTo>
                    <a:pt x="38197" y="7761"/>
                    <a:pt x="38197" y="5503"/>
                    <a:pt x="36842" y="4148"/>
                  </a:cubicBezTo>
                  <a:lnTo>
                    <a:pt x="33735" y="1040"/>
                  </a:lnTo>
                  <a:cubicBezTo>
                    <a:pt x="33041" y="346"/>
                    <a:pt x="32132" y="1"/>
                    <a:pt x="3122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42"/>
            <p:cNvSpPr/>
            <p:nvPr/>
          </p:nvSpPr>
          <p:spPr>
            <a:xfrm>
              <a:off x="1342700" y="3925625"/>
              <a:ext cx="88325" cy="87675"/>
            </a:xfrm>
            <a:custGeom>
              <a:avLst/>
              <a:gdLst/>
              <a:ahLst/>
              <a:cxnLst/>
              <a:rect l="l" t="t" r="r" b="b"/>
              <a:pathLst>
                <a:path w="3533" h="3507" extrusionOk="0">
                  <a:moveTo>
                    <a:pt x="3134" y="0"/>
                  </a:moveTo>
                  <a:lnTo>
                    <a:pt x="0" y="3135"/>
                  </a:lnTo>
                  <a:lnTo>
                    <a:pt x="372" y="3507"/>
                  </a:lnTo>
                  <a:lnTo>
                    <a:pt x="3533" y="372"/>
                  </a:lnTo>
                  <a:lnTo>
                    <a:pt x="313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42"/>
            <p:cNvSpPr/>
            <p:nvPr/>
          </p:nvSpPr>
          <p:spPr>
            <a:xfrm>
              <a:off x="1322100" y="3905700"/>
              <a:ext cx="88350" cy="87675"/>
            </a:xfrm>
            <a:custGeom>
              <a:avLst/>
              <a:gdLst/>
              <a:ahLst/>
              <a:cxnLst/>
              <a:rect l="l" t="t" r="r" b="b"/>
              <a:pathLst>
                <a:path w="3534" h="3507" extrusionOk="0">
                  <a:moveTo>
                    <a:pt x="3162" y="1"/>
                  </a:moveTo>
                  <a:lnTo>
                    <a:pt x="1" y="3135"/>
                  </a:lnTo>
                  <a:lnTo>
                    <a:pt x="373" y="3507"/>
                  </a:lnTo>
                  <a:lnTo>
                    <a:pt x="3533" y="372"/>
                  </a:lnTo>
                  <a:lnTo>
                    <a:pt x="316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42"/>
            <p:cNvSpPr/>
            <p:nvPr/>
          </p:nvSpPr>
          <p:spPr>
            <a:xfrm>
              <a:off x="1302175" y="3885125"/>
              <a:ext cx="88350" cy="87675"/>
            </a:xfrm>
            <a:custGeom>
              <a:avLst/>
              <a:gdLst/>
              <a:ahLst/>
              <a:cxnLst/>
              <a:rect l="l" t="t" r="r" b="b"/>
              <a:pathLst>
                <a:path w="3534" h="3507" extrusionOk="0">
                  <a:moveTo>
                    <a:pt x="3162" y="0"/>
                  </a:moveTo>
                  <a:lnTo>
                    <a:pt x="1" y="3135"/>
                  </a:lnTo>
                  <a:lnTo>
                    <a:pt x="373" y="3506"/>
                  </a:lnTo>
                  <a:lnTo>
                    <a:pt x="3534" y="372"/>
                  </a:lnTo>
                  <a:lnTo>
                    <a:pt x="31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42"/>
            <p:cNvSpPr/>
            <p:nvPr/>
          </p:nvSpPr>
          <p:spPr>
            <a:xfrm>
              <a:off x="1282250" y="3864525"/>
              <a:ext cx="87700" cy="88350"/>
            </a:xfrm>
            <a:custGeom>
              <a:avLst/>
              <a:gdLst/>
              <a:ahLst/>
              <a:cxnLst/>
              <a:rect l="l" t="t" r="r" b="b"/>
              <a:pathLst>
                <a:path w="3508" h="3534" extrusionOk="0">
                  <a:moveTo>
                    <a:pt x="3135" y="1"/>
                  </a:moveTo>
                  <a:lnTo>
                    <a:pt x="1" y="3162"/>
                  </a:lnTo>
                  <a:lnTo>
                    <a:pt x="373" y="3534"/>
                  </a:lnTo>
                  <a:lnTo>
                    <a:pt x="3507" y="373"/>
                  </a:lnTo>
                  <a:lnTo>
                    <a:pt x="313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42"/>
            <p:cNvSpPr/>
            <p:nvPr/>
          </p:nvSpPr>
          <p:spPr>
            <a:xfrm>
              <a:off x="1261675" y="3844600"/>
              <a:ext cx="87675" cy="87700"/>
            </a:xfrm>
            <a:custGeom>
              <a:avLst/>
              <a:gdLst/>
              <a:ahLst/>
              <a:cxnLst/>
              <a:rect l="l" t="t" r="r" b="b"/>
              <a:pathLst>
                <a:path w="3507" h="3508" extrusionOk="0">
                  <a:moveTo>
                    <a:pt x="3135" y="1"/>
                  </a:moveTo>
                  <a:lnTo>
                    <a:pt x="1" y="3135"/>
                  </a:lnTo>
                  <a:lnTo>
                    <a:pt x="372" y="3507"/>
                  </a:lnTo>
                  <a:lnTo>
                    <a:pt x="3507" y="373"/>
                  </a:lnTo>
                  <a:lnTo>
                    <a:pt x="313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42"/>
            <p:cNvSpPr/>
            <p:nvPr/>
          </p:nvSpPr>
          <p:spPr>
            <a:xfrm>
              <a:off x="1241100" y="3824025"/>
              <a:ext cx="88325" cy="88350"/>
            </a:xfrm>
            <a:custGeom>
              <a:avLst/>
              <a:gdLst/>
              <a:ahLst/>
              <a:cxnLst/>
              <a:rect l="l" t="t" r="r" b="b"/>
              <a:pathLst>
                <a:path w="3533" h="3534" extrusionOk="0">
                  <a:moveTo>
                    <a:pt x="3161" y="0"/>
                  </a:moveTo>
                  <a:lnTo>
                    <a:pt x="0" y="3161"/>
                  </a:lnTo>
                  <a:lnTo>
                    <a:pt x="399" y="3533"/>
                  </a:lnTo>
                  <a:lnTo>
                    <a:pt x="3533" y="372"/>
                  </a:lnTo>
                  <a:lnTo>
                    <a:pt x="316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42"/>
            <p:cNvSpPr/>
            <p:nvPr/>
          </p:nvSpPr>
          <p:spPr>
            <a:xfrm>
              <a:off x="1221175" y="3804100"/>
              <a:ext cx="87675" cy="87675"/>
            </a:xfrm>
            <a:custGeom>
              <a:avLst/>
              <a:gdLst/>
              <a:ahLst/>
              <a:cxnLst/>
              <a:rect l="l" t="t" r="r" b="b"/>
              <a:pathLst>
                <a:path w="3507" h="3507" extrusionOk="0">
                  <a:moveTo>
                    <a:pt x="3135" y="1"/>
                  </a:moveTo>
                  <a:lnTo>
                    <a:pt x="0" y="3135"/>
                  </a:lnTo>
                  <a:lnTo>
                    <a:pt x="372" y="3507"/>
                  </a:lnTo>
                  <a:lnTo>
                    <a:pt x="3506" y="372"/>
                  </a:lnTo>
                  <a:lnTo>
                    <a:pt x="313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42"/>
            <p:cNvSpPr/>
            <p:nvPr/>
          </p:nvSpPr>
          <p:spPr>
            <a:xfrm>
              <a:off x="1200575" y="3783525"/>
              <a:ext cx="88350" cy="88325"/>
            </a:xfrm>
            <a:custGeom>
              <a:avLst/>
              <a:gdLst/>
              <a:ahLst/>
              <a:cxnLst/>
              <a:rect l="l" t="t" r="r" b="b"/>
              <a:pathLst>
                <a:path w="3534" h="3533" extrusionOk="0">
                  <a:moveTo>
                    <a:pt x="3135" y="0"/>
                  </a:moveTo>
                  <a:lnTo>
                    <a:pt x="1" y="3161"/>
                  </a:lnTo>
                  <a:lnTo>
                    <a:pt x="373" y="3533"/>
                  </a:lnTo>
                  <a:lnTo>
                    <a:pt x="3534" y="399"/>
                  </a:lnTo>
                  <a:lnTo>
                    <a:pt x="31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42"/>
            <p:cNvSpPr/>
            <p:nvPr/>
          </p:nvSpPr>
          <p:spPr>
            <a:xfrm>
              <a:off x="1180650" y="3763600"/>
              <a:ext cx="87700" cy="87675"/>
            </a:xfrm>
            <a:custGeom>
              <a:avLst/>
              <a:gdLst/>
              <a:ahLst/>
              <a:cxnLst/>
              <a:rect l="l" t="t" r="r" b="b"/>
              <a:pathLst>
                <a:path w="3508" h="3507" extrusionOk="0">
                  <a:moveTo>
                    <a:pt x="3135" y="0"/>
                  </a:moveTo>
                  <a:lnTo>
                    <a:pt x="1" y="3135"/>
                  </a:lnTo>
                  <a:lnTo>
                    <a:pt x="373" y="3506"/>
                  </a:lnTo>
                  <a:lnTo>
                    <a:pt x="3507" y="372"/>
                  </a:lnTo>
                  <a:lnTo>
                    <a:pt x="31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42"/>
            <p:cNvSpPr/>
            <p:nvPr/>
          </p:nvSpPr>
          <p:spPr>
            <a:xfrm>
              <a:off x="1160075" y="3743000"/>
              <a:ext cx="88350" cy="88350"/>
            </a:xfrm>
            <a:custGeom>
              <a:avLst/>
              <a:gdLst/>
              <a:ahLst/>
              <a:cxnLst/>
              <a:rect l="l" t="t" r="r" b="b"/>
              <a:pathLst>
                <a:path w="3534" h="3534" extrusionOk="0">
                  <a:moveTo>
                    <a:pt x="3135" y="1"/>
                  </a:moveTo>
                  <a:lnTo>
                    <a:pt x="0" y="3162"/>
                  </a:lnTo>
                  <a:lnTo>
                    <a:pt x="372" y="3534"/>
                  </a:lnTo>
                  <a:lnTo>
                    <a:pt x="3533" y="399"/>
                  </a:lnTo>
                  <a:lnTo>
                    <a:pt x="313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42"/>
            <p:cNvSpPr/>
            <p:nvPr/>
          </p:nvSpPr>
          <p:spPr>
            <a:xfrm>
              <a:off x="1139500" y="3723075"/>
              <a:ext cx="88325" cy="88350"/>
            </a:xfrm>
            <a:custGeom>
              <a:avLst/>
              <a:gdLst/>
              <a:ahLst/>
              <a:cxnLst/>
              <a:rect l="l" t="t" r="r" b="b"/>
              <a:pathLst>
                <a:path w="3533" h="3534" extrusionOk="0">
                  <a:moveTo>
                    <a:pt x="3161" y="1"/>
                  </a:moveTo>
                  <a:lnTo>
                    <a:pt x="0" y="3135"/>
                  </a:lnTo>
                  <a:lnTo>
                    <a:pt x="398" y="3534"/>
                  </a:lnTo>
                  <a:lnTo>
                    <a:pt x="3533" y="373"/>
                  </a:lnTo>
                  <a:lnTo>
                    <a:pt x="316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42"/>
            <p:cNvSpPr/>
            <p:nvPr/>
          </p:nvSpPr>
          <p:spPr>
            <a:xfrm>
              <a:off x="1950975" y="3032475"/>
              <a:ext cx="170675" cy="170675"/>
            </a:xfrm>
            <a:custGeom>
              <a:avLst/>
              <a:gdLst/>
              <a:ahLst/>
              <a:cxnLst/>
              <a:rect l="l" t="t" r="r" b="b"/>
              <a:pathLst>
                <a:path w="6827" h="6827" extrusionOk="0">
                  <a:moveTo>
                    <a:pt x="4941" y="664"/>
                  </a:moveTo>
                  <a:lnTo>
                    <a:pt x="5073" y="824"/>
                  </a:lnTo>
                  <a:lnTo>
                    <a:pt x="930" y="4303"/>
                  </a:lnTo>
                  <a:lnTo>
                    <a:pt x="797" y="4170"/>
                  </a:lnTo>
                  <a:lnTo>
                    <a:pt x="4941" y="664"/>
                  </a:lnTo>
                  <a:close/>
                  <a:moveTo>
                    <a:pt x="5472" y="1195"/>
                  </a:moveTo>
                  <a:lnTo>
                    <a:pt x="5605" y="1328"/>
                  </a:lnTo>
                  <a:lnTo>
                    <a:pt x="1780" y="5180"/>
                  </a:lnTo>
                  <a:lnTo>
                    <a:pt x="1647" y="5020"/>
                  </a:lnTo>
                  <a:lnTo>
                    <a:pt x="5472" y="1195"/>
                  </a:lnTo>
                  <a:close/>
                  <a:moveTo>
                    <a:pt x="5977" y="1727"/>
                  </a:moveTo>
                  <a:lnTo>
                    <a:pt x="6109" y="1860"/>
                  </a:lnTo>
                  <a:lnTo>
                    <a:pt x="2656" y="6030"/>
                  </a:lnTo>
                  <a:lnTo>
                    <a:pt x="2497" y="5897"/>
                  </a:lnTo>
                  <a:lnTo>
                    <a:pt x="5977" y="1727"/>
                  </a:lnTo>
                  <a:close/>
                  <a:moveTo>
                    <a:pt x="4755" y="0"/>
                  </a:moveTo>
                  <a:lnTo>
                    <a:pt x="0" y="3905"/>
                  </a:lnTo>
                  <a:lnTo>
                    <a:pt x="2895" y="6827"/>
                  </a:lnTo>
                  <a:lnTo>
                    <a:pt x="6827" y="2045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42"/>
            <p:cNvSpPr/>
            <p:nvPr/>
          </p:nvSpPr>
          <p:spPr>
            <a:xfrm>
              <a:off x="1992125" y="3062350"/>
              <a:ext cx="98975" cy="99625"/>
            </a:xfrm>
            <a:custGeom>
              <a:avLst/>
              <a:gdLst/>
              <a:ahLst/>
              <a:cxnLst/>
              <a:rect l="l" t="t" r="r" b="b"/>
              <a:pathLst>
                <a:path w="3959" h="3985" extrusionOk="0">
                  <a:moveTo>
                    <a:pt x="3826" y="0"/>
                  </a:moveTo>
                  <a:lnTo>
                    <a:pt x="1" y="3825"/>
                  </a:lnTo>
                  <a:lnTo>
                    <a:pt x="134" y="3985"/>
                  </a:lnTo>
                  <a:lnTo>
                    <a:pt x="3959" y="160"/>
                  </a:lnTo>
                  <a:lnTo>
                    <a:pt x="38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42"/>
            <p:cNvSpPr/>
            <p:nvPr/>
          </p:nvSpPr>
          <p:spPr>
            <a:xfrm>
              <a:off x="2013375" y="3076300"/>
              <a:ext cx="91000" cy="106925"/>
            </a:xfrm>
            <a:custGeom>
              <a:avLst/>
              <a:gdLst/>
              <a:ahLst/>
              <a:cxnLst/>
              <a:rect l="l" t="t" r="r" b="b"/>
              <a:pathLst>
                <a:path w="3640" h="4277" extrusionOk="0">
                  <a:moveTo>
                    <a:pt x="3481" y="0"/>
                  </a:moveTo>
                  <a:lnTo>
                    <a:pt x="1" y="4144"/>
                  </a:lnTo>
                  <a:lnTo>
                    <a:pt x="160" y="4277"/>
                  </a:lnTo>
                  <a:lnTo>
                    <a:pt x="3640" y="107"/>
                  </a:lnTo>
                  <a:lnTo>
                    <a:pt x="34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42"/>
            <p:cNvSpPr/>
            <p:nvPr/>
          </p:nvSpPr>
          <p:spPr>
            <a:xfrm>
              <a:off x="1970875" y="3049075"/>
              <a:ext cx="106950" cy="91000"/>
            </a:xfrm>
            <a:custGeom>
              <a:avLst/>
              <a:gdLst/>
              <a:ahLst/>
              <a:cxnLst/>
              <a:rect l="l" t="t" r="r" b="b"/>
              <a:pathLst>
                <a:path w="4278" h="3640" extrusionOk="0">
                  <a:moveTo>
                    <a:pt x="4145" y="0"/>
                  </a:moveTo>
                  <a:lnTo>
                    <a:pt x="1" y="3506"/>
                  </a:lnTo>
                  <a:lnTo>
                    <a:pt x="134" y="3639"/>
                  </a:lnTo>
                  <a:lnTo>
                    <a:pt x="4277" y="160"/>
                  </a:lnTo>
                  <a:lnTo>
                    <a:pt x="41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30" name="Google Shape;1930;p42"/>
          <p:cNvGrpSpPr/>
          <p:nvPr/>
        </p:nvGrpSpPr>
        <p:grpSpPr>
          <a:xfrm>
            <a:off x="6482150" y="1207012"/>
            <a:ext cx="2204400" cy="528900"/>
            <a:chOff x="462875" y="2922665"/>
            <a:chExt cx="2204400" cy="528900"/>
          </a:xfrm>
        </p:grpSpPr>
        <p:sp>
          <p:nvSpPr>
            <p:cNvPr id="1931" name="Google Shape;1931;p42"/>
            <p:cNvSpPr/>
            <p:nvPr/>
          </p:nvSpPr>
          <p:spPr>
            <a:xfrm>
              <a:off x="462875" y="3060335"/>
              <a:ext cx="2204400" cy="295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42"/>
            <p:cNvSpPr/>
            <p:nvPr/>
          </p:nvSpPr>
          <p:spPr>
            <a:xfrm>
              <a:off x="1300625" y="2922665"/>
              <a:ext cx="528900" cy="528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33" name="Google Shape;1933;p42"/>
          <p:cNvGrpSpPr/>
          <p:nvPr/>
        </p:nvGrpSpPr>
        <p:grpSpPr>
          <a:xfrm>
            <a:off x="7475922" y="1312602"/>
            <a:ext cx="228102" cy="314496"/>
            <a:chOff x="2607050" y="4030850"/>
            <a:chExt cx="284950" cy="392875"/>
          </a:xfrm>
        </p:grpSpPr>
        <p:sp>
          <p:nvSpPr>
            <p:cNvPr id="1934" name="Google Shape;1934;p42"/>
            <p:cNvSpPr/>
            <p:nvPr/>
          </p:nvSpPr>
          <p:spPr>
            <a:xfrm>
              <a:off x="2779300" y="4273325"/>
              <a:ext cx="112700" cy="150400"/>
            </a:xfrm>
            <a:custGeom>
              <a:avLst/>
              <a:gdLst/>
              <a:ahLst/>
              <a:cxnLst/>
              <a:rect l="l" t="t" r="r" b="b"/>
              <a:pathLst>
                <a:path w="4508" h="6016" extrusionOk="0">
                  <a:moveTo>
                    <a:pt x="3318" y="1"/>
                  </a:moveTo>
                  <a:lnTo>
                    <a:pt x="1" y="6016"/>
                  </a:lnTo>
                  <a:lnTo>
                    <a:pt x="4507" y="6016"/>
                  </a:lnTo>
                  <a:lnTo>
                    <a:pt x="4507" y="2343"/>
                  </a:lnTo>
                  <a:cubicBezTo>
                    <a:pt x="4501" y="1414"/>
                    <a:pt x="4064" y="545"/>
                    <a:pt x="33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42"/>
            <p:cNvSpPr/>
            <p:nvPr/>
          </p:nvSpPr>
          <p:spPr>
            <a:xfrm>
              <a:off x="2607050" y="4273325"/>
              <a:ext cx="112700" cy="150250"/>
            </a:xfrm>
            <a:custGeom>
              <a:avLst/>
              <a:gdLst/>
              <a:ahLst/>
              <a:cxnLst/>
              <a:rect l="l" t="t" r="r" b="b"/>
              <a:pathLst>
                <a:path w="4508" h="6010" extrusionOk="0">
                  <a:moveTo>
                    <a:pt x="1189" y="1"/>
                  </a:moveTo>
                  <a:cubicBezTo>
                    <a:pt x="444" y="545"/>
                    <a:pt x="1" y="1414"/>
                    <a:pt x="1" y="2343"/>
                  </a:cubicBezTo>
                  <a:lnTo>
                    <a:pt x="1" y="6010"/>
                  </a:lnTo>
                  <a:lnTo>
                    <a:pt x="4507" y="6010"/>
                  </a:lnTo>
                  <a:lnTo>
                    <a:pt x="1189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42"/>
            <p:cNvSpPr/>
            <p:nvPr/>
          </p:nvSpPr>
          <p:spPr>
            <a:xfrm>
              <a:off x="2666050" y="4030850"/>
              <a:ext cx="166950" cy="61100"/>
            </a:xfrm>
            <a:custGeom>
              <a:avLst/>
              <a:gdLst/>
              <a:ahLst/>
              <a:cxnLst/>
              <a:rect l="l" t="t" r="r" b="b"/>
              <a:pathLst>
                <a:path w="6678" h="2444" extrusionOk="0">
                  <a:moveTo>
                    <a:pt x="3336" y="1"/>
                  </a:moveTo>
                  <a:cubicBezTo>
                    <a:pt x="1124" y="1"/>
                    <a:pt x="231" y="752"/>
                    <a:pt x="0" y="2443"/>
                  </a:cubicBezTo>
                  <a:lnTo>
                    <a:pt x="2053" y="2443"/>
                  </a:lnTo>
                  <a:cubicBezTo>
                    <a:pt x="2135" y="1793"/>
                    <a:pt x="2685" y="1314"/>
                    <a:pt x="3336" y="1308"/>
                  </a:cubicBezTo>
                  <a:cubicBezTo>
                    <a:pt x="3992" y="1308"/>
                    <a:pt x="4542" y="1793"/>
                    <a:pt x="4625" y="2443"/>
                  </a:cubicBezTo>
                  <a:lnTo>
                    <a:pt x="6677" y="2443"/>
                  </a:lnTo>
                  <a:cubicBezTo>
                    <a:pt x="6447" y="752"/>
                    <a:pt x="5554" y="1"/>
                    <a:pt x="333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42"/>
            <p:cNvSpPr/>
            <p:nvPr/>
          </p:nvSpPr>
          <p:spPr>
            <a:xfrm>
              <a:off x="2712475" y="4068125"/>
              <a:ext cx="64775" cy="55475"/>
            </a:xfrm>
            <a:custGeom>
              <a:avLst/>
              <a:gdLst/>
              <a:ahLst/>
              <a:cxnLst/>
              <a:rect l="l" t="t" r="r" b="b"/>
              <a:pathLst>
                <a:path w="2591" h="2219" extrusionOk="0">
                  <a:moveTo>
                    <a:pt x="1475" y="724"/>
                  </a:moveTo>
                  <a:cubicBezTo>
                    <a:pt x="1672" y="724"/>
                    <a:pt x="1863" y="877"/>
                    <a:pt x="1863" y="1106"/>
                  </a:cubicBezTo>
                  <a:cubicBezTo>
                    <a:pt x="1863" y="1319"/>
                    <a:pt x="1692" y="1490"/>
                    <a:pt x="1479" y="1490"/>
                  </a:cubicBezTo>
                  <a:cubicBezTo>
                    <a:pt x="1142" y="1490"/>
                    <a:pt x="970" y="1076"/>
                    <a:pt x="1213" y="834"/>
                  </a:cubicBezTo>
                  <a:cubicBezTo>
                    <a:pt x="1289" y="758"/>
                    <a:pt x="1383" y="724"/>
                    <a:pt x="1475" y="724"/>
                  </a:cubicBezTo>
                  <a:close/>
                  <a:moveTo>
                    <a:pt x="1479" y="0"/>
                  </a:moveTo>
                  <a:cubicBezTo>
                    <a:pt x="491" y="0"/>
                    <a:pt x="0" y="1195"/>
                    <a:pt x="698" y="1893"/>
                  </a:cubicBezTo>
                  <a:cubicBezTo>
                    <a:pt x="924" y="2118"/>
                    <a:pt x="1201" y="2219"/>
                    <a:pt x="1472" y="2219"/>
                  </a:cubicBezTo>
                  <a:cubicBezTo>
                    <a:pt x="2043" y="2219"/>
                    <a:pt x="2591" y="1775"/>
                    <a:pt x="2591" y="1106"/>
                  </a:cubicBezTo>
                  <a:cubicBezTo>
                    <a:pt x="2591" y="497"/>
                    <a:pt x="2094" y="0"/>
                    <a:pt x="147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42"/>
            <p:cNvSpPr/>
            <p:nvPr/>
          </p:nvSpPr>
          <p:spPr>
            <a:xfrm>
              <a:off x="2655850" y="4100200"/>
              <a:ext cx="187200" cy="129400"/>
            </a:xfrm>
            <a:custGeom>
              <a:avLst/>
              <a:gdLst/>
              <a:ahLst/>
              <a:cxnLst/>
              <a:rect l="l" t="t" r="r" b="b"/>
              <a:pathLst>
                <a:path w="7488" h="5176" extrusionOk="0">
                  <a:moveTo>
                    <a:pt x="373" y="0"/>
                  </a:moveTo>
                  <a:cubicBezTo>
                    <a:pt x="349" y="231"/>
                    <a:pt x="343" y="479"/>
                    <a:pt x="343" y="740"/>
                  </a:cubicBezTo>
                  <a:cubicBezTo>
                    <a:pt x="343" y="846"/>
                    <a:pt x="349" y="953"/>
                    <a:pt x="355" y="1053"/>
                  </a:cubicBezTo>
                  <a:cubicBezTo>
                    <a:pt x="337" y="1047"/>
                    <a:pt x="320" y="1044"/>
                    <a:pt x="302" y="1044"/>
                  </a:cubicBezTo>
                  <a:cubicBezTo>
                    <a:pt x="284" y="1044"/>
                    <a:pt x="266" y="1047"/>
                    <a:pt x="249" y="1053"/>
                  </a:cubicBezTo>
                  <a:cubicBezTo>
                    <a:pt x="36" y="1118"/>
                    <a:pt x="0" y="1621"/>
                    <a:pt x="172" y="2177"/>
                  </a:cubicBezTo>
                  <a:cubicBezTo>
                    <a:pt x="327" y="2698"/>
                    <a:pt x="602" y="3069"/>
                    <a:pt x="807" y="3069"/>
                  </a:cubicBezTo>
                  <a:cubicBezTo>
                    <a:pt x="820" y="3069"/>
                    <a:pt x="833" y="3067"/>
                    <a:pt x="846" y="3064"/>
                  </a:cubicBezTo>
                  <a:cubicBezTo>
                    <a:pt x="1449" y="4330"/>
                    <a:pt x="2520" y="5175"/>
                    <a:pt x="3744" y="5175"/>
                  </a:cubicBezTo>
                  <a:cubicBezTo>
                    <a:pt x="4968" y="5175"/>
                    <a:pt x="6045" y="4330"/>
                    <a:pt x="6642" y="3064"/>
                  </a:cubicBezTo>
                  <a:cubicBezTo>
                    <a:pt x="6654" y="3067"/>
                    <a:pt x="6666" y="3068"/>
                    <a:pt x="6678" y="3068"/>
                  </a:cubicBezTo>
                  <a:cubicBezTo>
                    <a:pt x="6888" y="3068"/>
                    <a:pt x="7171" y="2691"/>
                    <a:pt x="7322" y="2177"/>
                  </a:cubicBezTo>
                  <a:cubicBezTo>
                    <a:pt x="7488" y="1633"/>
                    <a:pt x="7458" y="1118"/>
                    <a:pt x="7245" y="1053"/>
                  </a:cubicBezTo>
                  <a:cubicBezTo>
                    <a:pt x="7227" y="1047"/>
                    <a:pt x="7210" y="1044"/>
                    <a:pt x="7192" y="1044"/>
                  </a:cubicBezTo>
                  <a:cubicBezTo>
                    <a:pt x="7174" y="1044"/>
                    <a:pt x="7156" y="1047"/>
                    <a:pt x="7139" y="1053"/>
                  </a:cubicBezTo>
                  <a:cubicBezTo>
                    <a:pt x="7145" y="953"/>
                    <a:pt x="7151" y="846"/>
                    <a:pt x="7151" y="740"/>
                  </a:cubicBezTo>
                  <a:cubicBezTo>
                    <a:pt x="7151" y="479"/>
                    <a:pt x="7139" y="231"/>
                    <a:pt x="7121" y="0"/>
                  </a:cubicBezTo>
                  <a:lnTo>
                    <a:pt x="5033" y="0"/>
                  </a:lnTo>
                  <a:cubicBezTo>
                    <a:pt x="4950" y="651"/>
                    <a:pt x="4395" y="1130"/>
                    <a:pt x="3744" y="1130"/>
                  </a:cubicBezTo>
                  <a:cubicBezTo>
                    <a:pt x="3093" y="1130"/>
                    <a:pt x="2543" y="651"/>
                    <a:pt x="246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42"/>
            <p:cNvSpPr/>
            <p:nvPr/>
          </p:nvSpPr>
          <p:spPr>
            <a:xfrm>
              <a:off x="2647725" y="4259300"/>
              <a:ext cx="203450" cy="164425"/>
            </a:xfrm>
            <a:custGeom>
              <a:avLst/>
              <a:gdLst/>
              <a:ahLst/>
              <a:cxnLst/>
              <a:rect l="l" t="t" r="r" b="b"/>
              <a:pathLst>
                <a:path w="8138" h="6577" extrusionOk="0">
                  <a:moveTo>
                    <a:pt x="1278" y="0"/>
                  </a:moveTo>
                  <a:cubicBezTo>
                    <a:pt x="834" y="0"/>
                    <a:pt x="396" y="101"/>
                    <a:pt x="0" y="302"/>
                  </a:cubicBezTo>
                  <a:lnTo>
                    <a:pt x="3460" y="6577"/>
                  </a:lnTo>
                  <a:lnTo>
                    <a:pt x="4678" y="6577"/>
                  </a:lnTo>
                  <a:lnTo>
                    <a:pt x="8138" y="296"/>
                  </a:lnTo>
                  <a:cubicBezTo>
                    <a:pt x="7742" y="101"/>
                    <a:pt x="7304" y="0"/>
                    <a:pt x="6860" y="0"/>
                  </a:cubicBezTo>
                  <a:lnTo>
                    <a:pt x="5920" y="0"/>
                  </a:lnTo>
                  <a:lnTo>
                    <a:pt x="5920" y="2685"/>
                  </a:lnTo>
                  <a:cubicBezTo>
                    <a:pt x="5920" y="2939"/>
                    <a:pt x="5713" y="3146"/>
                    <a:pt x="5459" y="3146"/>
                  </a:cubicBezTo>
                  <a:lnTo>
                    <a:pt x="2679" y="3146"/>
                  </a:lnTo>
                  <a:cubicBezTo>
                    <a:pt x="2431" y="3146"/>
                    <a:pt x="2224" y="2939"/>
                    <a:pt x="2224" y="2685"/>
                  </a:cubicBezTo>
                  <a:lnTo>
                    <a:pt x="222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42"/>
            <p:cNvSpPr/>
            <p:nvPr/>
          </p:nvSpPr>
          <p:spPr>
            <a:xfrm>
              <a:off x="2708475" y="4233425"/>
              <a:ext cx="81950" cy="37575"/>
            </a:xfrm>
            <a:custGeom>
              <a:avLst/>
              <a:gdLst/>
              <a:ahLst/>
              <a:cxnLst/>
              <a:rect l="l" t="t" r="r" b="b"/>
              <a:pathLst>
                <a:path w="3278" h="1503" extrusionOk="0">
                  <a:moveTo>
                    <a:pt x="468" y="0"/>
                  </a:moveTo>
                  <a:lnTo>
                    <a:pt x="468" y="1035"/>
                  </a:lnTo>
                  <a:lnTo>
                    <a:pt x="1" y="1035"/>
                  </a:lnTo>
                  <a:lnTo>
                    <a:pt x="1" y="1502"/>
                  </a:lnTo>
                  <a:cubicBezTo>
                    <a:pt x="71" y="1459"/>
                    <a:pt x="146" y="1431"/>
                    <a:pt x="227" y="1431"/>
                  </a:cubicBezTo>
                  <a:cubicBezTo>
                    <a:pt x="234" y="1431"/>
                    <a:pt x="242" y="1431"/>
                    <a:pt x="249" y="1431"/>
                  </a:cubicBezTo>
                  <a:lnTo>
                    <a:pt x="3029" y="1431"/>
                  </a:lnTo>
                  <a:cubicBezTo>
                    <a:pt x="3036" y="1431"/>
                    <a:pt x="3044" y="1431"/>
                    <a:pt x="3051" y="1431"/>
                  </a:cubicBezTo>
                  <a:cubicBezTo>
                    <a:pt x="3133" y="1431"/>
                    <a:pt x="3212" y="1459"/>
                    <a:pt x="3277" y="1502"/>
                  </a:cubicBezTo>
                  <a:lnTo>
                    <a:pt x="3277" y="1035"/>
                  </a:lnTo>
                  <a:lnTo>
                    <a:pt x="2816" y="1035"/>
                  </a:lnTo>
                  <a:lnTo>
                    <a:pt x="2816" y="0"/>
                  </a:lnTo>
                  <a:cubicBezTo>
                    <a:pt x="2443" y="180"/>
                    <a:pt x="2041" y="271"/>
                    <a:pt x="1640" y="271"/>
                  </a:cubicBezTo>
                  <a:cubicBezTo>
                    <a:pt x="1238" y="271"/>
                    <a:pt x="838" y="180"/>
                    <a:pt x="46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p43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Dental Infographics</a:t>
            </a:r>
            <a:endParaRPr/>
          </a:p>
        </p:txBody>
      </p:sp>
      <p:sp>
        <p:nvSpPr>
          <p:cNvPr id="1946" name="Google Shape;1946;p43"/>
          <p:cNvSpPr/>
          <p:nvPr/>
        </p:nvSpPr>
        <p:spPr>
          <a:xfrm>
            <a:off x="457200" y="1693204"/>
            <a:ext cx="4195803" cy="2474524"/>
          </a:xfrm>
          <a:custGeom>
            <a:avLst/>
            <a:gdLst/>
            <a:ahLst/>
            <a:cxnLst/>
            <a:rect l="l" t="t" r="r" b="b"/>
            <a:pathLst>
              <a:path w="32642" h="19251" extrusionOk="0">
                <a:moveTo>
                  <a:pt x="2846" y="1"/>
                </a:moveTo>
                <a:lnTo>
                  <a:pt x="2909" y="210"/>
                </a:lnTo>
                <a:lnTo>
                  <a:pt x="3035" y="273"/>
                </a:lnTo>
                <a:lnTo>
                  <a:pt x="2993" y="356"/>
                </a:lnTo>
                <a:lnTo>
                  <a:pt x="2909" y="440"/>
                </a:lnTo>
                <a:lnTo>
                  <a:pt x="2930" y="545"/>
                </a:lnTo>
                <a:lnTo>
                  <a:pt x="2993" y="586"/>
                </a:lnTo>
                <a:lnTo>
                  <a:pt x="2972" y="649"/>
                </a:lnTo>
                <a:lnTo>
                  <a:pt x="2909" y="733"/>
                </a:lnTo>
                <a:lnTo>
                  <a:pt x="2951" y="775"/>
                </a:lnTo>
                <a:lnTo>
                  <a:pt x="2951" y="858"/>
                </a:lnTo>
                <a:lnTo>
                  <a:pt x="2993" y="900"/>
                </a:lnTo>
                <a:lnTo>
                  <a:pt x="2909" y="1047"/>
                </a:lnTo>
                <a:lnTo>
                  <a:pt x="2825" y="1089"/>
                </a:lnTo>
                <a:lnTo>
                  <a:pt x="2763" y="1256"/>
                </a:lnTo>
                <a:lnTo>
                  <a:pt x="2721" y="1298"/>
                </a:lnTo>
                <a:lnTo>
                  <a:pt x="2721" y="1423"/>
                </a:lnTo>
                <a:lnTo>
                  <a:pt x="2637" y="1486"/>
                </a:lnTo>
                <a:lnTo>
                  <a:pt x="2616" y="1591"/>
                </a:lnTo>
                <a:lnTo>
                  <a:pt x="2470" y="1674"/>
                </a:lnTo>
                <a:lnTo>
                  <a:pt x="2386" y="1633"/>
                </a:lnTo>
                <a:lnTo>
                  <a:pt x="2344" y="1570"/>
                </a:lnTo>
                <a:lnTo>
                  <a:pt x="2428" y="1465"/>
                </a:lnTo>
                <a:lnTo>
                  <a:pt x="2449" y="1507"/>
                </a:lnTo>
                <a:lnTo>
                  <a:pt x="2532" y="1465"/>
                </a:lnTo>
                <a:lnTo>
                  <a:pt x="2553" y="1528"/>
                </a:lnTo>
                <a:lnTo>
                  <a:pt x="2595" y="1486"/>
                </a:lnTo>
                <a:lnTo>
                  <a:pt x="2595" y="1361"/>
                </a:lnTo>
                <a:lnTo>
                  <a:pt x="2658" y="1214"/>
                </a:lnTo>
                <a:lnTo>
                  <a:pt x="2742" y="1151"/>
                </a:lnTo>
                <a:lnTo>
                  <a:pt x="2742" y="1047"/>
                </a:lnTo>
                <a:lnTo>
                  <a:pt x="2700" y="1068"/>
                </a:lnTo>
                <a:lnTo>
                  <a:pt x="2553" y="1172"/>
                </a:lnTo>
                <a:lnTo>
                  <a:pt x="2512" y="1214"/>
                </a:lnTo>
                <a:lnTo>
                  <a:pt x="2428" y="1214"/>
                </a:lnTo>
                <a:lnTo>
                  <a:pt x="2428" y="1172"/>
                </a:lnTo>
                <a:lnTo>
                  <a:pt x="2532" y="1068"/>
                </a:lnTo>
                <a:lnTo>
                  <a:pt x="2658" y="1005"/>
                </a:lnTo>
                <a:lnTo>
                  <a:pt x="2700" y="963"/>
                </a:lnTo>
                <a:lnTo>
                  <a:pt x="2658" y="879"/>
                </a:lnTo>
                <a:lnTo>
                  <a:pt x="2616" y="879"/>
                </a:lnTo>
                <a:lnTo>
                  <a:pt x="2532" y="900"/>
                </a:lnTo>
                <a:lnTo>
                  <a:pt x="2470" y="796"/>
                </a:lnTo>
                <a:lnTo>
                  <a:pt x="2407" y="754"/>
                </a:lnTo>
                <a:lnTo>
                  <a:pt x="2135" y="754"/>
                </a:lnTo>
                <a:lnTo>
                  <a:pt x="2009" y="649"/>
                </a:lnTo>
                <a:lnTo>
                  <a:pt x="1716" y="419"/>
                </a:lnTo>
                <a:lnTo>
                  <a:pt x="1696" y="440"/>
                </a:lnTo>
                <a:lnTo>
                  <a:pt x="1675" y="545"/>
                </a:lnTo>
                <a:lnTo>
                  <a:pt x="1591" y="754"/>
                </a:lnTo>
                <a:lnTo>
                  <a:pt x="1591" y="858"/>
                </a:lnTo>
                <a:lnTo>
                  <a:pt x="1654" y="1068"/>
                </a:lnTo>
                <a:lnTo>
                  <a:pt x="1591" y="1382"/>
                </a:lnTo>
                <a:lnTo>
                  <a:pt x="1612" y="1507"/>
                </a:lnTo>
                <a:lnTo>
                  <a:pt x="1591" y="1674"/>
                </a:lnTo>
                <a:lnTo>
                  <a:pt x="1612" y="1737"/>
                </a:lnTo>
                <a:lnTo>
                  <a:pt x="1675" y="1737"/>
                </a:lnTo>
                <a:lnTo>
                  <a:pt x="1696" y="1800"/>
                </a:lnTo>
                <a:lnTo>
                  <a:pt x="1654" y="1884"/>
                </a:lnTo>
                <a:lnTo>
                  <a:pt x="1591" y="1884"/>
                </a:lnTo>
                <a:lnTo>
                  <a:pt x="1570" y="1946"/>
                </a:lnTo>
                <a:lnTo>
                  <a:pt x="1591" y="2009"/>
                </a:lnTo>
                <a:lnTo>
                  <a:pt x="1696" y="2030"/>
                </a:lnTo>
                <a:lnTo>
                  <a:pt x="1654" y="2135"/>
                </a:lnTo>
                <a:lnTo>
                  <a:pt x="1654" y="2239"/>
                </a:lnTo>
                <a:lnTo>
                  <a:pt x="1591" y="2323"/>
                </a:lnTo>
                <a:lnTo>
                  <a:pt x="1549" y="2302"/>
                </a:lnTo>
                <a:lnTo>
                  <a:pt x="1507" y="2344"/>
                </a:lnTo>
                <a:lnTo>
                  <a:pt x="1507" y="2428"/>
                </a:lnTo>
                <a:lnTo>
                  <a:pt x="1675" y="2449"/>
                </a:lnTo>
                <a:lnTo>
                  <a:pt x="1821" y="2470"/>
                </a:lnTo>
                <a:lnTo>
                  <a:pt x="1926" y="2553"/>
                </a:lnTo>
                <a:lnTo>
                  <a:pt x="2072" y="2553"/>
                </a:lnTo>
                <a:lnTo>
                  <a:pt x="2114" y="2637"/>
                </a:lnTo>
                <a:lnTo>
                  <a:pt x="2135" y="2783"/>
                </a:lnTo>
                <a:lnTo>
                  <a:pt x="2093" y="2658"/>
                </a:lnTo>
                <a:lnTo>
                  <a:pt x="1988" y="2574"/>
                </a:lnTo>
                <a:lnTo>
                  <a:pt x="1905" y="2616"/>
                </a:lnTo>
                <a:lnTo>
                  <a:pt x="1821" y="2553"/>
                </a:lnTo>
                <a:lnTo>
                  <a:pt x="1612" y="2532"/>
                </a:lnTo>
                <a:lnTo>
                  <a:pt x="1570" y="2470"/>
                </a:lnTo>
                <a:lnTo>
                  <a:pt x="1507" y="2511"/>
                </a:lnTo>
                <a:lnTo>
                  <a:pt x="1507" y="2616"/>
                </a:lnTo>
                <a:lnTo>
                  <a:pt x="1403" y="2763"/>
                </a:lnTo>
                <a:lnTo>
                  <a:pt x="1403" y="2846"/>
                </a:lnTo>
                <a:lnTo>
                  <a:pt x="1403" y="2930"/>
                </a:lnTo>
                <a:lnTo>
                  <a:pt x="1340" y="3076"/>
                </a:lnTo>
                <a:lnTo>
                  <a:pt x="1277" y="3202"/>
                </a:lnTo>
                <a:lnTo>
                  <a:pt x="1131" y="3558"/>
                </a:lnTo>
                <a:lnTo>
                  <a:pt x="1089" y="3809"/>
                </a:lnTo>
                <a:lnTo>
                  <a:pt x="942" y="4102"/>
                </a:lnTo>
                <a:lnTo>
                  <a:pt x="921" y="4415"/>
                </a:lnTo>
                <a:lnTo>
                  <a:pt x="838" y="4541"/>
                </a:lnTo>
                <a:lnTo>
                  <a:pt x="733" y="4667"/>
                </a:lnTo>
                <a:lnTo>
                  <a:pt x="649" y="4855"/>
                </a:lnTo>
                <a:lnTo>
                  <a:pt x="608" y="4939"/>
                </a:lnTo>
                <a:lnTo>
                  <a:pt x="566" y="5043"/>
                </a:lnTo>
                <a:lnTo>
                  <a:pt x="419" y="5231"/>
                </a:lnTo>
                <a:lnTo>
                  <a:pt x="356" y="5336"/>
                </a:lnTo>
                <a:lnTo>
                  <a:pt x="398" y="5566"/>
                </a:lnTo>
                <a:lnTo>
                  <a:pt x="336" y="5776"/>
                </a:lnTo>
                <a:lnTo>
                  <a:pt x="336" y="5922"/>
                </a:lnTo>
                <a:lnTo>
                  <a:pt x="419" y="6027"/>
                </a:lnTo>
                <a:lnTo>
                  <a:pt x="356" y="6110"/>
                </a:lnTo>
                <a:lnTo>
                  <a:pt x="336" y="6194"/>
                </a:lnTo>
                <a:lnTo>
                  <a:pt x="398" y="6340"/>
                </a:lnTo>
                <a:lnTo>
                  <a:pt x="356" y="6592"/>
                </a:lnTo>
                <a:lnTo>
                  <a:pt x="315" y="6717"/>
                </a:lnTo>
                <a:lnTo>
                  <a:pt x="231" y="6759"/>
                </a:lnTo>
                <a:lnTo>
                  <a:pt x="252" y="6843"/>
                </a:lnTo>
                <a:lnTo>
                  <a:pt x="294" y="6864"/>
                </a:lnTo>
                <a:lnTo>
                  <a:pt x="231" y="7031"/>
                </a:lnTo>
                <a:lnTo>
                  <a:pt x="84" y="7136"/>
                </a:lnTo>
                <a:lnTo>
                  <a:pt x="1" y="7261"/>
                </a:lnTo>
                <a:lnTo>
                  <a:pt x="1" y="7387"/>
                </a:lnTo>
                <a:lnTo>
                  <a:pt x="105" y="7554"/>
                </a:lnTo>
                <a:lnTo>
                  <a:pt x="210" y="7763"/>
                </a:lnTo>
                <a:lnTo>
                  <a:pt x="210" y="7993"/>
                </a:lnTo>
                <a:lnTo>
                  <a:pt x="189" y="8119"/>
                </a:lnTo>
                <a:lnTo>
                  <a:pt x="126" y="8203"/>
                </a:lnTo>
                <a:lnTo>
                  <a:pt x="126" y="8286"/>
                </a:lnTo>
                <a:lnTo>
                  <a:pt x="147" y="8370"/>
                </a:lnTo>
                <a:lnTo>
                  <a:pt x="189" y="8496"/>
                </a:lnTo>
                <a:lnTo>
                  <a:pt x="126" y="8579"/>
                </a:lnTo>
                <a:lnTo>
                  <a:pt x="105" y="8642"/>
                </a:lnTo>
                <a:lnTo>
                  <a:pt x="126" y="8726"/>
                </a:lnTo>
                <a:lnTo>
                  <a:pt x="356" y="9102"/>
                </a:lnTo>
                <a:lnTo>
                  <a:pt x="398" y="9207"/>
                </a:lnTo>
                <a:lnTo>
                  <a:pt x="356" y="9270"/>
                </a:lnTo>
                <a:lnTo>
                  <a:pt x="398" y="9353"/>
                </a:lnTo>
                <a:lnTo>
                  <a:pt x="524" y="9479"/>
                </a:lnTo>
                <a:lnTo>
                  <a:pt x="545" y="9542"/>
                </a:lnTo>
                <a:lnTo>
                  <a:pt x="628" y="9542"/>
                </a:lnTo>
                <a:lnTo>
                  <a:pt x="628" y="9437"/>
                </a:lnTo>
                <a:lnTo>
                  <a:pt x="628" y="9312"/>
                </a:lnTo>
                <a:lnTo>
                  <a:pt x="712" y="9333"/>
                </a:lnTo>
                <a:lnTo>
                  <a:pt x="733" y="9312"/>
                </a:lnTo>
                <a:lnTo>
                  <a:pt x="733" y="9353"/>
                </a:lnTo>
                <a:lnTo>
                  <a:pt x="838" y="9353"/>
                </a:lnTo>
                <a:lnTo>
                  <a:pt x="859" y="9416"/>
                </a:lnTo>
                <a:lnTo>
                  <a:pt x="984" y="9437"/>
                </a:lnTo>
                <a:lnTo>
                  <a:pt x="880" y="9437"/>
                </a:lnTo>
                <a:lnTo>
                  <a:pt x="817" y="9479"/>
                </a:lnTo>
                <a:lnTo>
                  <a:pt x="754" y="9437"/>
                </a:lnTo>
                <a:lnTo>
                  <a:pt x="712" y="9437"/>
                </a:lnTo>
                <a:lnTo>
                  <a:pt x="712" y="9521"/>
                </a:lnTo>
                <a:lnTo>
                  <a:pt x="754" y="9542"/>
                </a:lnTo>
                <a:lnTo>
                  <a:pt x="754" y="9688"/>
                </a:lnTo>
                <a:lnTo>
                  <a:pt x="817" y="9793"/>
                </a:lnTo>
                <a:lnTo>
                  <a:pt x="838" y="9835"/>
                </a:lnTo>
                <a:lnTo>
                  <a:pt x="733" y="9793"/>
                </a:lnTo>
                <a:lnTo>
                  <a:pt x="670" y="9688"/>
                </a:lnTo>
                <a:lnTo>
                  <a:pt x="649" y="9646"/>
                </a:lnTo>
                <a:lnTo>
                  <a:pt x="608" y="9688"/>
                </a:lnTo>
                <a:lnTo>
                  <a:pt x="608" y="9772"/>
                </a:lnTo>
                <a:lnTo>
                  <a:pt x="545" y="9835"/>
                </a:lnTo>
                <a:lnTo>
                  <a:pt x="566" y="9877"/>
                </a:lnTo>
                <a:lnTo>
                  <a:pt x="545" y="9981"/>
                </a:lnTo>
                <a:lnTo>
                  <a:pt x="545" y="10086"/>
                </a:lnTo>
                <a:lnTo>
                  <a:pt x="608" y="10107"/>
                </a:lnTo>
                <a:lnTo>
                  <a:pt x="628" y="10211"/>
                </a:lnTo>
                <a:lnTo>
                  <a:pt x="733" y="10274"/>
                </a:lnTo>
                <a:lnTo>
                  <a:pt x="775" y="10358"/>
                </a:lnTo>
                <a:lnTo>
                  <a:pt x="775" y="10421"/>
                </a:lnTo>
                <a:lnTo>
                  <a:pt x="712" y="10504"/>
                </a:lnTo>
                <a:lnTo>
                  <a:pt x="649" y="10504"/>
                </a:lnTo>
                <a:lnTo>
                  <a:pt x="649" y="10567"/>
                </a:lnTo>
                <a:lnTo>
                  <a:pt x="670" y="10672"/>
                </a:lnTo>
                <a:lnTo>
                  <a:pt x="670" y="10797"/>
                </a:lnTo>
                <a:lnTo>
                  <a:pt x="712" y="10839"/>
                </a:lnTo>
                <a:lnTo>
                  <a:pt x="775" y="10923"/>
                </a:lnTo>
                <a:lnTo>
                  <a:pt x="817" y="11111"/>
                </a:lnTo>
                <a:lnTo>
                  <a:pt x="942" y="11362"/>
                </a:lnTo>
                <a:lnTo>
                  <a:pt x="1026" y="11509"/>
                </a:lnTo>
                <a:lnTo>
                  <a:pt x="1068" y="11530"/>
                </a:lnTo>
                <a:lnTo>
                  <a:pt x="1047" y="11571"/>
                </a:lnTo>
                <a:lnTo>
                  <a:pt x="1047" y="11613"/>
                </a:lnTo>
                <a:lnTo>
                  <a:pt x="1152" y="11718"/>
                </a:lnTo>
                <a:lnTo>
                  <a:pt x="1172" y="11843"/>
                </a:lnTo>
                <a:lnTo>
                  <a:pt x="1152" y="11990"/>
                </a:lnTo>
                <a:lnTo>
                  <a:pt x="1131" y="12094"/>
                </a:lnTo>
                <a:lnTo>
                  <a:pt x="1089" y="12136"/>
                </a:lnTo>
                <a:lnTo>
                  <a:pt x="1131" y="12199"/>
                </a:lnTo>
                <a:lnTo>
                  <a:pt x="1172" y="12262"/>
                </a:lnTo>
                <a:lnTo>
                  <a:pt x="1382" y="12262"/>
                </a:lnTo>
                <a:lnTo>
                  <a:pt x="1486" y="12283"/>
                </a:lnTo>
                <a:lnTo>
                  <a:pt x="1591" y="12346"/>
                </a:lnTo>
                <a:lnTo>
                  <a:pt x="1675" y="12366"/>
                </a:lnTo>
                <a:lnTo>
                  <a:pt x="1821" y="12366"/>
                </a:lnTo>
                <a:lnTo>
                  <a:pt x="1884" y="12450"/>
                </a:lnTo>
                <a:lnTo>
                  <a:pt x="1884" y="12555"/>
                </a:lnTo>
                <a:lnTo>
                  <a:pt x="2030" y="12618"/>
                </a:lnTo>
                <a:lnTo>
                  <a:pt x="2135" y="12618"/>
                </a:lnTo>
                <a:lnTo>
                  <a:pt x="2281" y="12680"/>
                </a:lnTo>
                <a:lnTo>
                  <a:pt x="2302" y="12722"/>
                </a:lnTo>
                <a:lnTo>
                  <a:pt x="2302" y="12827"/>
                </a:lnTo>
                <a:lnTo>
                  <a:pt x="2344" y="12869"/>
                </a:lnTo>
                <a:lnTo>
                  <a:pt x="2407" y="12827"/>
                </a:lnTo>
                <a:lnTo>
                  <a:pt x="2470" y="12827"/>
                </a:lnTo>
                <a:lnTo>
                  <a:pt x="2616" y="12973"/>
                </a:lnTo>
                <a:lnTo>
                  <a:pt x="2805" y="13245"/>
                </a:lnTo>
                <a:lnTo>
                  <a:pt x="2825" y="13434"/>
                </a:lnTo>
                <a:lnTo>
                  <a:pt x="2805" y="13559"/>
                </a:lnTo>
                <a:lnTo>
                  <a:pt x="2805" y="13664"/>
                </a:lnTo>
                <a:lnTo>
                  <a:pt x="4185" y="13643"/>
                </a:lnTo>
                <a:lnTo>
                  <a:pt x="4206" y="13706"/>
                </a:lnTo>
                <a:lnTo>
                  <a:pt x="4206" y="13747"/>
                </a:lnTo>
                <a:lnTo>
                  <a:pt x="6131" y="14647"/>
                </a:lnTo>
                <a:lnTo>
                  <a:pt x="7784" y="14689"/>
                </a:lnTo>
                <a:lnTo>
                  <a:pt x="7826" y="14480"/>
                </a:lnTo>
                <a:lnTo>
                  <a:pt x="8747" y="14501"/>
                </a:lnTo>
                <a:lnTo>
                  <a:pt x="8872" y="14584"/>
                </a:lnTo>
                <a:lnTo>
                  <a:pt x="8935" y="14710"/>
                </a:lnTo>
                <a:lnTo>
                  <a:pt x="8998" y="14773"/>
                </a:lnTo>
                <a:lnTo>
                  <a:pt x="9019" y="14815"/>
                </a:lnTo>
                <a:lnTo>
                  <a:pt x="9082" y="14815"/>
                </a:lnTo>
                <a:lnTo>
                  <a:pt x="9123" y="14898"/>
                </a:lnTo>
                <a:lnTo>
                  <a:pt x="9103" y="14961"/>
                </a:lnTo>
                <a:lnTo>
                  <a:pt x="9207" y="14982"/>
                </a:lnTo>
                <a:lnTo>
                  <a:pt x="9270" y="15066"/>
                </a:lnTo>
                <a:lnTo>
                  <a:pt x="9270" y="15107"/>
                </a:lnTo>
                <a:lnTo>
                  <a:pt x="9228" y="15170"/>
                </a:lnTo>
                <a:lnTo>
                  <a:pt x="9312" y="15191"/>
                </a:lnTo>
                <a:lnTo>
                  <a:pt x="9395" y="15233"/>
                </a:lnTo>
                <a:lnTo>
                  <a:pt x="9437" y="15317"/>
                </a:lnTo>
                <a:lnTo>
                  <a:pt x="9458" y="15442"/>
                </a:lnTo>
                <a:lnTo>
                  <a:pt x="9500" y="15484"/>
                </a:lnTo>
                <a:lnTo>
                  <a:pt x="9521" y="15505"/>
                </a:lnTo>
                <a:lnTo>
                  <a:pt x="9542" y="15526"/>
                </a:lnTo>
                <a:lnTo>
                  <a:pt x="9626" y="15610"/>
                </a:lnTo>
                <a:lnTo>
                  <a:pt x="9626" y="15693"/>
                </a:lnTo>
                <a:lnTo>
                  <a:pt x="9605" y="15714"/>
                </a:lnTo>
                <a:lnTo>
                  <a:pt x="9521" y="15735"/>
                </a:lnTo>
                <a:lnTo>
                  <a:pt x="9521" y="15756"/>
                </a:lnTo>
                <a:lnTo>
                  <a:pt x="9626" y="15903"/>
                </a:lnTo>
                <a:lnTo>
                  <a:pt x="9709" y="15965"/>
                </a:lnTo>
                <a:lnTo>
                  <a:pt x="9730" y="16070"/>
                </a:lnTo>
                <a:lnTo>
                  <a:pt x="9730" y="16112"/>
                </a:lnTo>
                <a:lnTo>
                  <a:pt x="9751" y="16112"/>
                </a:lnTo>
                <a:lnTo>
                  <a:pt x="9793" y="16133"/>
                </a:lnTo>
                <a:lnTo>
                  <a:pt x="9835" y="16133"/>
                </a:lnTo>
                <a:lnTo>
                  <a:pt x="9877" y="16154"/>
                </a:lnTo>
                <a:lnTo>
                  <a:pt x="9919" y="16216"/>
                </a:lnTo>
                <a:lnTo>
                  <a:pt x="9919" y="16237"/>
                </a:lnTo>
                <a:lnTo>
                  <a:pt x="9960" y="16279"/>
                </a:lnTo>
                <a:lnTo>
                  <a:pt x="10023" y="16279"/>
                </a:lnTo>
                <a:lnTo>
                  <a:pt x="10149" y="16342"/>
                </a:lnTo>
                <a:lnTo>
                  <a:pt x="10170" y="16384"/>
                </a:lnTo>
                <a:lnTo>
                  <a:pt x="10253" y="16426"/>
                </a:lnTo>
                <a:lnTo>
                  <a:pt x="10379" y="16467"/>
                </a:lnTo>
                <a:lnTo>
                  <a:pt x="10400" y="16530"/>
                </a:lnTo>
                <a:lnTo>
                  <a:pt x="10463" y="16530"/>
                </a:lnTo>
                <a:lnTo>
                  <a:pt x="10504" y="16488"/>
                </a:lnTo>
                <a:lnTo>
                  <a:pt x="10504" y="16467"/>
                </a:lnTo>
                <a:lnTo>
                  <a:pt x="10609" y="16384"/>
                </a:lnTo>
                <a:lnTo>
                  <a:pt x="10672" y="16384"/>
                </a:lnTo>
                <a:lnTo>
                  <a:pt x="10672" y="16342"/>
                </a:lnTo>
                <a:lnTo>
                  <a:pt x="10672" y="16321"/>
                </a:lnTo>
                <a:lnTo>
                  <a:pt x="10714" y="16237"/>
                </a:lnTo>
                <a:lnTo>
                  <a:pt x="10797" y="16070"/>
                </a:lnTo>
                <a:lnTo>
                  <a:pt x="10839" y="16028"/>
                </a:lnTo>
                <a:lnTo>
                  <a:pt x="10923" y="16007"/>
                </a:lnTo>
                <a:lnTo>
                  <a:pt x="10965" y="16007"/>
                </a:lnTo>
                <a:lnTo>
                  <a:pt x="10986" y="16028"/>
                </a:lnTo>
                <a:lnTo>
                  <a:pt x="11027" y="16028"/>
                </a:lnTo>
                <a:lnTo>
                  <a:pt x="11069" y="15944"/>
                </a:lnTo>
                <a:lnTo>
                  <a:pt x="11174" y="15944"/>
                </a:lnTo>
                <a:lnTo>
                  <a:pt x="11279" y="15965"/>
                </a:lnTo>
                <a:lnTo>
                  <a:pt x="11383" y="15944"/>
                </a:lnTo>
                <a:lnTo>
                  <a:pt x="11404" y="15965"/>
                </a:lnTo>
                <a:lnTo>
                  <a:pt x="11425" y="16007"/>
                </a:lnTo>
                <a:lnTo>
                  <a:pt x="11509" y="16007"/>
                </a:lnTo>
                <a:lnTo>
                  <a:pt x="11592" y="16028"/>
                </a:lnTo>
                <a:lnTo>
                  <a:pt x="11634" y="16133"/>
                </a:lnTo>
                <a:lnTo>
                  <a:pt x="11739" y="16216"/>
                </a:lnTo>
                <a:lnTo>
                  <a:pt x="11844" y="16363"/>
                </a:lnTo>
                <a:lnTo>
                  <a:pt x="11864" y="16467"/>
                </a:lnTo>
                <a:lnTo>
                  <a:pt x="11927" y="16530"/>
                </a:lnTo>
                <a:lnTo>
                  <a:pt x="11927" y="16593"/>
                </a:lnTo>
                <a:lnTo>
                  <a:pt x="11927" y="16760"/>
                </a:lnTo>
                <a:lnTo>
                  <a:pt x="12011" y="16781"/>
                </a:lnTo>
                <a:lnTo>
                  <a:pt x="12032" y="16865"/>
                </a:lnTo>
                <a:lnTo>
                  <a:pt x="12116" y="17074"/>
                </a:lnTo>
                <a:lnTo>
                  <a:pt x="12157" y="17095"/>
                </a:lnTo>
                <a:lnTo>
                  <a:pt x="12178" y="17179"/>
                </a:lnTo>
                <a:lnTo>
                  <a:pt x="12262" y="17221"/>
                </a:lnTo>
                <a:lnTo>
                  <a:pt x="12283" y="17325"/>
                </a:lnTo>
                <a:lnTo>
                  <a:pt x="12346" y="17430"/>
                </a:lnTo>
                <a:lnTo>
                  <a:pt x="12450" y="17514"/>
                </a:lnTo>
                <a:lnTo>
                  <a:pt x="12429" y="17618"/>
                </a:lnTo>
                <a:lnTo>
                  <a:pt x="12429" y="17723"/>
                </a:lnTo>
                <a:lnTo>
                  <a:pt x="12429" y="17786"/>
                </a:lnTo>
                <a:lnTo>
                  <a:pt x="12429" y="17807"/>
                </a:lnTo>
                <a:lnTo>
                  <a:pt x="12555" y="18141"/>
                </a:lnTo>
                <a:lnTo>
                  <a:pt x="12534" y="18309"/>
                </a:lnTo>
                <a:lnTo>
                  <a:pt x="12576" y="18351"/>
                </a:lnTo>
                <a:lnTo>
                  <a:pt x="12597" y="18351"/>
                </a:lnTo>
                <a:lnTo>
                  <a:pt x="12660" y="18372"/>
                </a:lnTo>
                <a:lnTo>
                  <a:pt x="12743" y="18372"/>
                </a:lnTo>
                <a:lnTo>
                  <a:pt x="12806" y="18413"/>
                </a:lnTo>
                <a:lnTo>
                  <a:pt x="12911" y="18518"/>
                </a:lnTo>
                <a:lnTo>
                  <a:pt x="13099" y="18560"/>
                </a:lnTo>
                <a:lnTo>
                  <a:pt x="13204" y="18644"/>
                </a:lnTo>
                <a:lnTo>
                  <a:pt x="13308" y="18644"/>
                </a:lnTo>
                <a:lnTo>
                  <a:pt x="13329" y="18727"/>
                </a:lnTo>
                <a:lnTo>
                  <a:pt x="13392" y="18748"/>
                </a:lnTo>
                <a:lnTo>
                  <a:pt x="13476" y="18581"/>
                </a:lnTo>
                <a:lnTo>
                  <a:pt x="13496" y="18455"/>
                </a:lnTo>
                <a:lnTo>
                  <a:pt x="13476" y="18372"/>
                </a:lnTo>
                <a:lnTo>
                  <a:pt x="13476" y="18120"/>
                </a:lnTo>
                <a:lnTo>
                  <a:pt x="13413" y="18037"/>
                </a:lnTo>
                <a:lnTo>
                  <a:pt x="13496" y="17911"/>
                </a:lnTo>
                <a:lnTo>
                  <a:pt x="13538" y="17723"/>
                </a:lnTo>
                <a:lnTo>
                  <a:pt x="13622" y="17618"/>
                </a:lnTo>
                <a:lnTo>
                  <a:pt x="13580" y="17409"/>
                </a:lnTo>
                <a:lnTo>
                  <a:pt x="13685" y="17367"/>
                </a:lnTo>
                <a:lnTo>
                  <a:pt x="13789" y="17284"/>
                </a:lnTo>
                <a:lnTo>
                  <a:pt x="13727" y="17200"/>
                </a:lnTo>
                <a:lnTo>
                  <a:pt x="13831" y="17074"/>
                </a:lnTo>
                <a:lnTo>
                  <a:pt x="13894" y="17095"/>
                </a:lnTo>
                <a:lnTo>
                  <a:pt x="13999" y="17053"/>
                </a:lnTo>
                <a:lnTo>
                  <a:pt x="13957" y="16907"/>
                </a:lnTo>
                <a:lnTo>
                  <a:pt x="13957" y="16907"/>
                </a:lnTo>
                <a:lnTo>
                  <a:pt x="14040" y="16970"/>
                </a:lnTo>
                <a:lnTo>
                  <a:pt x="14145" y="16907"/>
                </a:lnTo>
                <a:lnTo>
                  <a:pt x="14103" y="16865"/>
                </a:lnTo>
                <a:lnTo>
                  <a:pt x="14208" y="16781"/>
                </a:lnTo>
                <a:lnTo>
                  <a:pt x="14250" y="16802"/>
                </a:lnTo>
                <a:lnTo>
                  <a:pt x="14312" y="16781"/>
                </a:lnTo>
                <a:lnTo>
                  <a:pt x="14375" y="16865"/>
                </a:lnTo>
                <a:lnTo>
                  <a:pt x="14271" y="16949"/>
                </a:lnTo>
                <a:lnTo>
                  <a:pt x="14354" y="16949"/>
                </a:lnTo>
                <a:lnTo>
                  <a:pt x="14459" y="16844"/>
                </a:lnTo>
                <a:lnTo>
                  <a:pt x="14543" y="16844"/>
                </a:lnTo>
                <a:lnTo>
                  <a:pt x="14794" y="16739"/>
                </a:lnTo>
                <a:lnTo>
                  <a:pt x="14982" y="16551"/>
                </a:lnTo>
                <a:lnTo>
                  <a:pt x="15066" y="16551"/>
                </a:lnTo>
                <a:lnTo>
                  <a:pt x="15108" y="16488"/>
                </a:lnTo>
                <a:lnTo>
                  <a:pt x="15087" y="16384"/>
                </a:lnTo>
                <a:lnTo>
                  <a:pt x="15108" y="16258"/>
                </a:lnTo>
                <a:lnTo>
                  <a:pt x="15045" y="16112"/>
                </a:lnTo>
                <a:lnTo>
                  <a:pt x="15087" y="16175"/>
                </a:lnTo>
                <a:lnTo>
                  <a:pt x="15170" y="16175"/>
                </a:lnTo>
                <a:lnTo>
                  <a:pt x="15275" y="16070"/>
                </a:lnTo>
                <a:lnTo>
                  <a:pt x="15275" y="16028"/>
                </a:lnTo>
                <a:lnTo>
                  <a:pt x="15317" y="16133"/>
                </a:lnTo>
                <a:lnTo>
                  <a:pt x="15254" y="16237"/>
                </a:lnTo>
                <a:lnTo>
                  <a:pt x="15275" y="16321"/>
                </a:lnTo>
                <a:lnTo>
                  <a:pt x="15275" y="16426"/>
                </a:lnTo>
                <a:lnTo>
                  <a:pt x="15401" y="16384"/>
                </a:lnTo>
                <a:lnTo>
                  <a:pt x="15484" y="16258"/>
                </a:lnTo>
                <a:lnTo>
                  <a:pt x="15568" y="16258"/>
                </a:lnTo>
                <a:lnTo>
                  <a:pt x="15631" y="16216"/>
                </a:lnTo>
                <a:lnTo>
                  <a:pt x="15840" y="16154"/>
                </a:lnTo>
                <a:lnTo>
                  <a:pt x="16007" y="16154"/>
                </a:lnTo>
                <a:lnTo>
                  <a:pt x="16258" y="16237"/>
                </a:lnTo>
                <a:lnTo>
                  <a:pt x="16321" y="16279"/>
                </a:lnTo>
                <a:lnTo>
                  <a:pt x="16635" y="16321"/>
                </a:lnTo>
                <a:lnTo>
                  <a:pt x="16740" y="16279"/>
                </a:lnTo>
                <a:lnTo>
                  <a:pt x="16740" y="16237"/>
                </a:lnTo>
                <a:lnTo>
                  <a:pt x="16740" y="16154"/>
                </a:lnTo>
                <a:lnTo>
                  <a:pt x="16844" y="16133"/>
                </a:lnTo>
                <a:lnTo>
                  <a:pt x="16928" y="16154"/>
                </a:lnTo>
                <a:lnTo>
                  <a:pt x="16865" y="16216"/>
                </a:lnTo>
                <a:lnTo>
                  <a:pt x="16928" y="16237"/>
                </a:lnTo>
                <a:lnTo>
                  <a:pt x="16991" y="16216"/>
                </a:lnTo>
                <a:lnTo>
                  <a:pt x="17053" y="16258"/>
                </a:lnTo>
                <a:lnTo>
                  <a:pt x="17053" y="16342"/>
                </a:lnTo>
                <a:lnTo>
                  <a:pt x="17074" y="16384"/>
                </a:lnTo>
                <a:lnTo>
                  <a:pt x="17200" y="16363"/>
                </a:lnTo>
                <a:lnTo>
                  <a:pt x="17242" y="16426"/>
                </a:lnTo>
                <a:lnTo>
                  <a:pt x="17158" y="16488"/>
                </a:lnTo>
                <a:lnTo>
                  <a:pt x="17095" y="16551"/>
                </a:lnTo>
                <a:lnTo>
                  <a:pt x="17179" y="16572"/>
                </a:lnTo>
                <a:lnTo>
                  <a:pt x="17263" y="16551"/>
                </a:lnTo>
                <a:lnTo>
                  <a:pt x="17346" y="16593"/>
                </a:lnTo>
                <a:lnTo>
                  <a:pt x="17493" y="16656"/>
                </a:lnTo>
                <a:lnTo>
                  <a:pt x="17556" y="16572"/>
                </a:lnTo>
                <a:lnTo>
                  <a:pt x="17618" y="16530"/>
                </a:lnTo>
                <a:lnTo>
                  <a:pt x="17723" y="16593"/>
                </a:lnTo>
                <a:lnTo>
                  <a:pt x="17786" y="16656"/>
                </a:lnTo>
                <a:lnTo>
                  <a:pt x="17870" y="16635"/>
                </a:lnTo>
                <a:lnTo>
                  <a:pt x="17870" y="16467"/>
                </a:lnTo>
                <a:lnTo>
                  <a:pt x="17807" y="16363"/>
                </a:lnTo>
                <a:lnTo>
                  <a:pt x="17911" y="16363"/>
                </a:lnTo>
                <a:lnTo>
                  <a:pt x="18016" y="16488"/>
                </a:lnTo>
                <a:lnTo>
                  <a:pt x="18100" y="16530"/>
                </a:lnTo>
                <a:lnTo>
                  <a:pt x="18142" y="16593"/>
                </a:lnTo>
                <a:lnTo>
                  <a:pt x="18204" y="16593"/>
                </a:lnTo>
                <a:lnTo>
                  <a:pt x="18288" y="16635"/>
                </a:lnTo>
                <a:lnTo>
                  <a:pt x="18288" y="16760"/>
                </a:lnTo>
                <a:lnTo>
                  <a:pt x="18309" y="16677"/>
                </a:lnTo>
                <a:lnTo>
                  <a:pt x="18414" y="16656"/>
                </a:lnTo>
                <a:lnTo>
                  <a:pt x="18414" y="16635"/>
                </a:lnTo>
                <a:lnTo>
                  <a:pt x="18288" y="16530"/>
                </a:lnTo>
                <a:lnTo>
                  <a:pt x="18100" y="16447"/>
                </a:lnTo>
                <a:lnTo>
                  <a:pt x="18037" y="16363"/>
                </a:lnTo>
                <a:lnTo>
                  <a:pt x="18037" y="16258"/>
                </a:lnTo>
                <a:lnTo>
                  <a:pt x="18225" y="16175"/>
                </a:lnTo>
                <a:lnTo>
                  <a:pt x="18288" y="16154"/>
                </a:lnTo>
                <a:lnTo>
                  <a:pt x="18183" y="16112"/>
                </a:lnTo>
                <a:lnTo>
                  <a:pt x="18121" y="16049"/>
                </a:lnTo>
                <a:lnTo>
                  <a:pt x="18100" y="16049"/>
                </a:lnTo>
                <a:lnTo>
                  <a:pt x="18016" y="16112"/>
                </a:lnTo>
                <a:lnTo>
                  <a:pt x="17932" y="16154"/>
                </a:lnTo>
                <a:lnTo>
                  <a:pt x="17932" y="16070"/>
                </a:lnTo>
                <a:lnTo>
                  <a:pt x="18037" y="15944"/>
                </a:lnTo>
                <a:lnTo>
                  <a:pt x="18246" y="15861"/>
                </a:lnTo>
                <a:lnTo>
                  <a:pt x="18330" y="15798"/>
                </a:lnTo>
                <a:lnTo>
                  <a:pt x="18665" y="15735"/>
                </a:lnTo>
                <a:lnTo>
                  <a:pt x="18811" y="15756"/>
                </a:lnTo>
                <a:lnTo>
                  <a:pt x="18874" y="15735"/>
                </a:lnTo>
                <a:lnTo>
                  <a:pt x="18958" y="15735"/>
                </a:lnTo>
                <a:lnTo>
                  <a:pt x="19020" y="15651"/>
                </a:lnTo>
                <a:lnTo>
                  <a:pt x="19062" y="15547"/>
                </a:lnTo>
                <a:lnTo>
                  <a:pt x="19146" y="15547"/>
                </a:lnTo>
                <a:lnTo>
                  <a:pt x="19125" y="15631"/>
                </a:lnTo>
                <a:lnTo>
                  <a:pt x="19125" y="15714"/>
                </a:lnTo>
                <a:lnTo>
                  <a:pt x="19250" y="15819"/>
                </a:lnTo>
                <a:lnTo>
                  <a:pt x="19334" y="15756"/>
                </a:lnTo>
                <a:lnTo>
                  <a:pt x="19481" y="15756"/>
                </a:lnTo>
                <a:lnTo>
                  <a:pt x="19585" y="15735"/>
                </a:lnTo>
                <a:lnTo>
                  <a:pt x="19648" y="15798"/>
                </a:lnTo>
                <a:lnTo>
                  <a:pt x="19815" y="15756"/>
                </a:lnTo>
                <a:lnTo>
                  <a:pt x="19878" y="15798"/>
                </a:lnTo>
                <a:lnTo>
                  <a:pt x="20004" y="15714"/>
                </a:lnTo>
                <a:lnTo>
                  <a:pt x="20108" y="15714"/>
                </a:lnTo>
                <a:lnTo>
                  <a:pt x="20129" y="15735"/>
                </a:lnTo>
                <a:lnTo>
                  <a:pt x="20087" y="15756"/>
                </a:lnTo>
                <a:lnTo>
                  <a:pt x="19962" y="15756"/>
                </a:lnTo>
                <a:lnTo>
                  <a:pt x="19920" y="15798"/>
                </a:lnTo>
                <a:lnTo>
                  <a:pt x="20087" y="15819"/>
                </a:lnTo>
                <a:lnTo>
                  <a:pt x="20213" y="15819"/>
                </a:lnTo>
                <a:lnTo>
                  <a:pt x="20318" y="15903"/>
                </a:lnTo>
                <a:lnTo>
                  <a:pt x="20401" y="15944"/>
                </a:lnTo>
                <a:lnTo>
                  <a:pt x="20338" y="15861"/>
                </a:lnTo>
                <a:lnTo>
                  <a:pt x="20338" y="15819"/>
                </a:lnTo>
                <a:lnTo>
                  <a:pt x="20401" y="15819"/>
                </a:lnTo>
                <a:lnTo>
                  <a:pt x="20422" y="15861"/>
                </a:lnTo>
                <a:lnTo>
                  <a:pt x="20527" y="15944"/>
                </a:lnTo>
                <a:lnTo>
                  <a:pt x="20506" y="16007"/>
                </a:lnTo>
                <a:lnTo>
                  <a:pt x="20443" y="15944"/>
                </a:lnTo>
                <a:lnTo>
                  <a:pt x="20422" y="15965"/>
                </a:lnTo>
                <a:lnTo>
                  <a:pt x="20548" y="16049"/>
                </a:lnTo>
                <a:lnTo>
                  <a:pt x="20610" y="16133"/>
                </a:lnTo>
                <a:lnTo>
                  <a:pt x="20652" y="16175"/>
                </a:lnTo>
                <a:lnTo>
                  <a:pt x="20631" y="16216"/>
                </a:lnTo>
                <a:lnTo>
                  <a:pt x="20610" y="16154"/>
                </a:lnTo>
                <a:lnTo>
                  <a:pt x="20590" y="16216"/>
                </a:lnTo>
                <a:lnTo>
                  <a:pt x="20610" y="16258"/>
                </a:lnTo>
                <a:lnTo>
                  <a:pt x="20799" y="16237"/>
                </a:lnTo>
                <a:lnTo>
                  <a:pt x="20903" y="16216"/>
                </a:lnTo>
                <a:lnTo>
                  <a:pt x="21029" y="16070"/>
                </a:lnTo>
                <a:lnTo>
                  <a:pt x="21113" y="16070"/>
                </a:lnTo>
                <a:lnTo>
                  <a:pt x="21113" y="16049"/>
                </a:lnTo>
                <a:lnTo>
                  <a:pt x="21175" y="15965"/>
                </a:lnTo>
                <a:lnTo>
                  <a:pt x="21280" y="15965"/>
                </a:lnTo>
                <a:lnTo>
                  <a:pt x="21364" y="16007"/>
                </a:lnTo>
                <a:lnTo>
                  <a:pt x="21489" y="16049"/>
                </a:lnTo>
                <a:lnTo>
                  <a:pt x="21552" y="16258"/>
                </a:lnTo>
                <a:lnTo>
                  <a:pt x="21636" y="16321"/>
                </a:lnTo>
                <a:lnTo>
                  <a:pt x="21657" y="16321"/>
                </a:lnTo>
                <a:lnTo>
                  <a:pt x="21678" y="16447"/>
                </a:lnTo>
                <a:lnTo>
                  <a:pt x="21761" y="16488"/>
                </a:lnTo>
                <a:lnTo>
                  <a:pt x="21803" y="16488"/>
                </a:lnTo>
                <a:lnTo>
                  <a:pt x="21803" y="16551"/>
                </a:lnTo>
                <a:lnTo>
                  <a:pt x="21866" y="16635"/>
                </a:lnTo>
                <a:lnTo>
                  <a:pt x="21950" y="16656"/>
                </a:lnTo>
                <a:lnTo>
                  <a:pt x="22012" y="16781"/>
                </a:lnTo>
                <a:lnTo>
                  <a:pt x="21991" y="16907"/>
                </a:lnTo>
                <a:lnTo>
                  <a:pt x="21908" y="17179"/>
                </a:lnTo>
                <a:lnTo>
                  <a:pt x="21803" y="17409"/>
                </a:lnTo>
                <a:lnTo>
                  <a:pt x="21803" y="17493"/>
                </a:lnTo>
                <a:lnTo>
                  <a:pt x="21887" y="17597"/>
                </a:lnTo>
                <a:lnTo>
                  <a:pt x="21908" y="17576"/>
                </a:lnTo>
                <a:lnTo>
                  <a:pt x="21971" y="17493"/>
                </a:lnTo>
                <a:lnTo>
                  <a:pt x="21971" y="17430"/>
                </a:lnTo>
                <a:lnTo>
                  <a:pt x="21991" y="17388"/>
                </a:lnTo>
                <a:lnTo>
                  <a:pt x="22075" y="17430"/>
                </a:lnTo>
                <a:lnTo>
                  <a:pt x="22096" y="17535"/>
                </a:lnTo>
                <a:lnTo>
                  <a:pt x="21950" y="17744"/>
                </a:lnTo>
                <a:lnTo>
                  <a:pt x="21971" y="17807"/>
                </a:lnTo>
                <a:lnTo>
                  <a:pt x="21991" y="17911"/>
                </a:lnTo>
                <a:lnTo>
                  <a:pt x="22054" y="18016"/>
                </a:lnTo>
                <a:lnTo>
                  <a:pt x="22075" y="18058"/>
                </a:lnTo>
                <a:lnTo>
                  <a:pt x="22117" y="18037"/>
                </a:lnTo>
                <a:lnTo>
                  <a:pt x="22159" y="18141"/>
                </a:lnTo>
                <a:lnTo>
                  <a:pt x="22201" y="18100"/>
                </a:lnTo>
                <a:lnTo>
                  <a:pt x="22201" y="18058"/>
                </a:lnTo>
                <a:lnTo>
                  <a:pt x="22222" y="18100"/>
                </a:lnTo>
                <a:lnTo>
                  <a:pt x="22368" y="18058"/>
                </a:lnTo>
                <a:lnTo>
                  <a:pt x="22368" y="18058"/>
                </a:lnTo>
                <a:lnTo>
                  <a:pt x="22263" y="18141"/>
                </a:lnTo>
                <a:lnTo>
                  <a:pt x="22222" y="18246"/>
                </a:lnTo>
                <a:lnTo>
                  <a:pt x="22201" y="18309"/>
                </a:lnTo>
                <a:lnTo>
                  <a:pt x="22201" y="18351"/>
                </a:lnTo>
                <a:lnTo>
                  <a:pt x="22368" y="18455"/>
                </a:lnTo>
                <a:lnTo>
                  <a:pt x="22368" y="18581"/>
                </a:lnTo>
                <a:lnTo>
                  <a:pt x="22368" y="18748"/>
                </a:lnTo>
                <a:lnTo>
                  <a:pt x="22410" y="18769"/>
                </a:lnTo>
                <a:lnTo>
                  <a:pt x="22494" y="18769"/>
                </a:lnTo>
                <a:lnTo>
                  <a:pt x="22535" y="18853"/>
                </a:lnTo>
                <a:lnTo>
                  <a:pt x="22515" y="18957"/>
                </a:lnTo>
                <a:lnTo>
                  <a:pt x="22682" y="19062"/>
                </a:lnTo>
                <a:lnTo>
                  <a:pt x="22598" y="19083"/>
                </a:lnTo>
                <a:lnTo>
                  <a:pt x="22724" y="19146"/>
                </a:lnTo>
                <a:lnTo>
                  <a:pt x="22787" y="19188"/>
                </a:lnTo>
                <a:lnTo>
                  <a:pt x="22891" y="19250"/>
                </a:lnTo>
                <a:lnTo>
                  <a:pt x="22996" y="19188"/>
                </a:lnTo>
                <a:lnTo>
                  <a:pt x="23100" y="19167"/>
                </a:lnTo>
                <a:lnTo>
                  <a:pt x="23100" y="18999"/>
                </a:lnTo>
                <a:lnTo>
                  <a:pt x="23163" y="18895"/>
                </a:lnTo>
                <a:lnTo>
                  <a:pt x="23226" y="18769"/>
                </a:lnTo>
                <a:lnTo>
                  <a:pt x="23331" y="18560"/>
                </a:lnTo>
                <a:lnTo>
                  <a:pt x="23310" y="18455"/>
                </a:lnTo>
                <a:lnTo>
                  <a:pt x="23351" y="18413"/>
                </a:lnTo>
                <a:lnTo>
                  <a:pt x="23351" y="18225"/>
                </a:lnTo>
                <a:lnTo>
                  <a:pt x="23331" y="18162"/>
                </a:lnTo>
                <a:lnTo>
                  <a:pt x="23414" y="18120"/>
                </a:lnTo>
                <a:lnTo>
                  <a:pt x="23351" y="17932"/>
                </a:lnTo>
                <a:lnTo>
                  <a:pt x="23247" y="17848"/>
                </a:lnTo>
                <a:lnTo>
                  <a:pt x="23205" y="17493"/>
                </a:lnTo>
                <a:lnTo>
                  <a:pt x="23142" y="17430"/>
                </a:lnTo>
                <a:lnTo>
                  <a:pt x="23163" y="17263"/>
                </a:lnTo>
                <a:lnTo>
                  <a:pt x="23205" y="17116"/>
                </a:lnTo>
                <a:lnTo>
                  <a:pt x="23163" y="17011"/>
                </a:lnTo>
                <a:lnTo>
                  <a:pt x="23100" y="16907"/>
                </a:lnTo>
                <a:lnTo>
                  <a:pt x="23038" y="16656"/>
                </a:lnTo>
                <a:lnTo>
                  <a:pt x="22996" y="16551"/>
                </a:lnTo>
                <a:lnTo>
                  <a:pt x="22954" y="16279"/>
                </a:lnTo>
                <a:lnTo>
                  <a:pt x="22912" y="16133"/>
                </a:lnTo>
                <a:lnTo>
                  <a:pt x="22933" y="15903"/>
                </a:lnTo>
                <a:lnTo>
                  <a:pt x="22912" y="15714"/>
                </a:lnTo>
                <a:lnTo>
                  <a:pt x="22933" y="15379"/>
                </a:lnTo>
                <a:lnTo>
                  <a:pt x="22933" y="15170"/>
                </a:lnTo>
                <a:lnTo>
                  <a:pt x="23038" y="15003"/>
                </a:lnTo>
                <a:lnTo>
                  <a:pt x="23121" y="14856"/>
                </a:lnTo>
                <a:lnTo>
                  <a:pt x="23226" y="14815"/>
                </a:lnTo>
                <a:lnTo>
                  <a:pt x="23268" y="14752"/>
                </a:lnTo>
                <a:lnTo>
                  <a:pt x="23331" y="14752"/>
                </a:lnTo>
                <a:lnTo>
                  <a:pt x="23414" y="14605"/>
                </a:lnTo>
                <a:lnTo>
                  <a:pt x="23414" y="14543"/>
                </a:lnTo>
                <a:lnTo>
                  <a:pt x="23372" y="14501"/>
                </a:lnTo>
                <a:lnTo>
                  <a:pt x="23414" y="14480"/>
                </a:lnTo>
                <a:lnTo>
                  <a:pt x="23540" y="14480"/>
                </a:lnTo>
                <a:lnTo>
                  <a:pt x="23561" y="14396"/>
                </a:lnTo>
                <a:lnTo>
                  <a:pt x="23665" y="14396"/>
                </a:lnTo>
                <a:lnTo>
                  <a:pt x="23686" y="14354"/>
                </a:lnTo>
                <a:lnTo>
                  <a:pt x="23875" y="14333"/>
                </a:lnTo>
                <a:lnTo>
                  <a:pt x="23937" y="14250"/>
                </a:lnTo>
                <a:lnTo>
                  <a:pt x="24063" y="14250"/>
                </a:lnTo>
                <a:lnTo>
                  <a:pt x="24084" y="14187"/>
                </a:lnTo>
                <a:lnTo>
                  <a:pt x="24168" y="14187"/>
                </a:lnTo>
                <a:lnTo>
                  <a:pt x="24209" y="14229"/>
                </a:lnTo>
                <a:lnTo>
                  <a:pt x="24314" y="14082"/>
                </a:lnTo>
                <a:lnTo>
                  <a:pt x="24314" y="14040"/>
                </a:lnTo>
                <a:lnTo>
                  <a:pt x="24377" y="14040"/>
                </a:lnTo>
                <a:lnTo>
                  <a:pt x="24481" y="13957"/>
                </a:lnTo>
                <a:lnTo>
                  <a:pt x="24481" y="13873"/>
                </a:lnTo>
                <a:lnTo>
                  <a:pt x="24691" y="13601"/>
                </a:lnTo>
                <a:lnTo>
                  <a:pt x="24795" y="13496"/>
                </a:lnTo>
                <a:lnTo>
                  <a:pt x="24984" y="13496"/>
                </a:lnTo>
                <a:lnTo>
                  <a:pt x="25025" y="13517"/>
                </a:lnTo>
                <a:lnTo>
                  <a:pt x="25088" y="13517"/>
                </a:lnTo>
                <a:lnTo>
                  <a:pt x="25193" y="13329"/>
                </a:lnTo>
                <a:lnTo>
                  <a:pt x="25465" y="13099"/>
                </a:lnTo>
                <a:lnTo>
                  <a:pt x="25737" y="12931"/>
                </a:lnTo>
                <a:lnTo>
                  <a:pt x="25862" y="12910"/>
                </a:lnTo>
                <a:lnTo>
                  <a:pt x="25925" y="12890"/>
                </a:lnTo>
                <a:lnTo>
                  <a:pt x="25988" y="12890"/>
                </a:lnTo>
                <a:lnTo>
                  <a:pt x="25988" y="12910"/>
                </a:lnTo>
                <a:lnTo>
                  <a:pt x="26092" y="12910"/>
                </a:lnTo>
                <a:lnTo>
                  <a:pt x="26197" y="12785"/>
                </a:lnTo>
                <a:lnTo>
                  <a:pt x="26155" y="12785"/>
                </a:lnTo>
                <a:lnTo>
                  <a:pt x="26134" y="12722"/>
                </a:lnTo>
                <a:lnTo>
                  <a:pt x="26030" y="12827"/>
                </a:lnTo>
                <a:lnTo>
                  <a:pt x="25883" y="12806"/>
                </a:lnTo>
                <a:lnTo>
                  <a:pt x="25820" y="12722"/>
                </a:lnTo>
                <a:lnTo>
                  <a:pt x="25925" y="12785"/>
                </a:lnTo>
                <a:lnTo>
                  <a:pt x="26051" y="12701"/>
                </a:lnTo>
                <a:lnTo>
                  <a:pt x="26030" y="12680"/>
                </a:lnTo>
                <a:lnTo>
                  <a:pt x="26092" y="12618"/>
                </a:lnTo>
                <a:lnTo>
                  <a:pt x="26051" y="12555"/>
                </a:lnTo>
                <a:lnTo>
                  <a:pt x="25925" y="12513"/>
                </a:lnTo>
                <a:lnTo>
                  <a:pt x="25862" y="12471"/>
                </a:lnTo>
                <a:lnTo>
                  <a:pt x="25946" y="12471"/>
                </a:lnTo>
                <a:lnTo>
                  <a:pt x="26030" y="12492"/>
                </a:lnTo>
                <a:lnTo>
                  <a:pt x="26092" y="12471"/>
                </a:lnTo>
                <a:lnTo>
                  <a:pt x="26092" y="12387"/>
                </a:lnTo>
                <a:lnTo>
                  <a:pt x="26155" y="12513"/>
                </a:lnTo>
                <a:lnTo>
                  <a:pt x="26239" y="12492"/>
                </a:lnTo>
                <a:lnTo>
                  <a:pt x="26302" y="12555"/>
                </a:lnTo>
                <a:lnTo>
                  <a:pt x="26364" y="12513"/>
                </a:lnTo>
                <a:lnTo>
                  <a:pt x="26385" y="12408"/>
                </a:lnTo>
                <a:lnTo>
                  <a:pt x="26511" y="12304"/>
                </a:lnTo>
                <a:lnTo>
                  <a:pt x="26553" y="12304"/>
                </a:lnTo>
                <a:lnTo>
                  <a:pt x="26574" y="12199"/>
                </a:lnTo>
                <a:lnTo>
                  <a:pt x="26553" y="12094"/>
                </a:lnTo>
                <a:lnTo>
                  <a:pt x="26511" y="12094"/>
                </a:lnTo>
                <a:lnTo>
                  <a:pt x="26448" y="12241"/>
                </a:lnTo>
                <a:lnTo>
                  <a:pt x="26448" y="12283"/>
                </a:lnTo>
                <a:lnTo>
                  <a:pt x="26385" y="12262"/>
                </a:lnTo>
                <a:lnTo>
                  <a:pt x="26364" y="12094"/>
                </a:lnTo>
                <a:lnTo>
                  <a:pt x="26344" y="12074"/>
                </a:lnTo>
                <a:lnTo>
                  <a:pt x="26092" y="12094"/>
                </a:lnTo>
                <a:lnTo>
                  <a:pt x="25967" y="12157"/>
                </a:lnTo>
                <a:lnTo>
                  <a:pt x="25988" y="12074"/>
                </a:lnTo>
                <a:lnTo>
                  <a:pt x="25988" y="11927"/>
                </a:lnTo>
                <a:lnTo>
                  <a:pt x="26051" y="11885"/>
                </a:lnTo>
                <a:lnTo>
                  <a:pt x="26092" y="11990"/>
                </a:lnTo>
                <a:lnTo>
                  <a:pt x="26176" y="12032"/>
                </a:lnTo>
                <a:lnTo>
                  <a:pt x="26239" y="11969"/>
                </a:lnTo>
                <a:lnTo>
                  <a:pt x="26385" y="11948"/>
                </a:lnTo>
                <a:lnTo>
                  <a:pt x="26406" y="11885"/>
                </a:lnTo>
                <a:lnTo>
                  <a:pt x="26490" y="11885"/>
                </a:lnTo>
                <a:lnTo>
                  <a:pt x="26511" y="11843"/>
                </a:lnTo>
                <a:lnTo>
                  <a:pt x="26490" y="11718"/>
                </a:lnTo>
                <a:lnTo>
                  <a:pt x="26448" y="11655"/>
                </a:lnTo>
                <a:lnTo>
                  <a:pt x="26469" y="11613"/>
                </a:lnTo>
                <a:lnTo>
                  <a:pt x="26511" y="11634"/>
                </a:lnTo>
                <a:lnTo>
                  <a:pt x="26574" y="11530"/>
                </a:lnTo>
                <a:lnTo>
                  <a:pt x="26511" y="11425"/>
                </a:lnTo>
                <a:lnTo>
                  <a:pt x="26469" y="11362"/>
                </a:lnTo>
                <a:lnTo>
                  <a:pt x="26385" y="11404"/>
                </a:lnTo>
                <a:lnTo>
                  <a:pt x="26302" y="11362"/>
                </a:lnTo>
                <a:lnTo>
                  <a:pt x="26260" y="11237"/>
                </a:lnTo>
                <a:lnTo>
                  <a:pt x="26176" y="11237"/>
                </a:lnTo>
                <a:lnTo>
                  <a:pt x="26092" y="11195"/>
                </a:lnTo>
                <a:lnTo>
                  <a:pt x="26030" y="11111"/>
                </a:lnTo>
                <a:lnTo>
                  <a:pt x="26030" y="11111"/>
                </a:lnTo>
                <a:lnTo>
                  <a:pt x="26092" y="11153"/>
                </a:lnTo>
                <a:lnTo>
                  <a:pt x="26260" y="11153"/>
                </a:lnTo>
                <a:lnTo>
                  <a:pt x="26302" y="11257"/>
                </a:lnTo>
                <a:lnTo>
                  <a:pt x="26385" y="11299"/>
                </a:lnTo>
                <a:lnTo>
                  <a:pt x="26406" y="11216"/>
                </a:lnTo>
                <a:lnTo>
                  <a:pt x="26281" y="11090"/>
                </a:lnTo>
                <a:lnTo>
                  <a:pt x="26385" y="11111"/>
                </a:lnTo>
                <a:lnTo>
                  <a:pt x="26406" y="11048"/>
                </a:lnTo>
                <a:lnTo>
                  <a:pt x="26448" y="11027"/>
                </a:lnTo>
                <a:lnTo>
                  <a:pt x="26406" y="10944"/>
                </a:lnTo>
                <a:lnTo>
                  <a:pt x="26281" y="10881"/>
                </a:lnTo>
                <a:lnTo>
                  <a:pt x="26239" y="10713"/>
                </a:lnTo>
                <a:lnTo>
                  <a:pt x="26281" y="10734"/>
                </a:lnTo>
                <a:lnTo>
                  <a:pt x="26344" y="10839"/>
                </a:lnTo>
                <a:lnTo>
                  <a:pt x="26406" y="10839"/>
                </a:lnTo>
                <a:lnTo>
                  <a:pt x="26448" y="10734"/>
                </a:lnTo>
                <a:lnTo>
                  <a:pt x="26448" y="10630"/>
                </a:lnTo>
                <a:lnTo>
                  <a:pt x="26344" y="10588"/>
                </a:lnTo>
                <a:lnTo>
                  <a:pt x="26197" y="10421"/>
                </a:lnTo>
                <a:lnTo>
                  <a:pt x="26092" y="10379"/>
                </a:lnTo>
                <a:lnTo>
                  <a:pt x="26030" y="10274"/>
                </a:lnTo>
                <a:lnTo>
                  <a:pt x="25946" y="10253"/>
                </a:lnTo>
                <a:lnTo>
                  <a:pt x="25946" y="10149"/>
                </a:lnTo>
                <a:lnTo>
                  <a:pt x="26030" y="10044"/>
                </a:lnTo>
                <a:lnTo>
                  <a:pt x="25967" y="10149"/>
                </a:lnTo>
                <a:lnTo>
                  <a:pt x="25988" y="10190"/>
                </a:lnTo>
                <a:lnTo>
                  <a:pt x="26051" y="10211"/>
                </a:lnTo>
                <a:lnTo>
                  <a:pt x="26134" y="10316"/>
                </a:lnTo>
                <a:lnTo>
                  <a:pt x="26239" y="10358"/>
                </a:lnTo>
                <a:lnTo>
                  <a:pt x="26364" y="10504"/>
                </a:lnTo>
                <a:lnTo>
                  <a:pt x="26385" y="10504"/>
                </a:lnTo>
                <a:lnTo>
                  <a:pt x="26406" y="10274"/>
                </a:lnTo>
                <a:lnTo>
                  <a:pt x="26406" y="10169"/>
                </a:lnTo>
                <a:lnTo>
                  <a:pt x="26406" y="10086"/>
                </a:lnTo>
                <a:lnTo>
                  <a:pt x="26385" y="10044"/>
                </a:lnTo>
                <a:lnTo>
                  <a:pt x="26406" y="9856"/>
                </a:lnTo>
                <a:lnTo>
                  <a:pt x="26448" y="9793"/>
                </a:lnTo>
                <a:lnTo>
                  <a:pt x="26409" y="9728"/>
                </a:lnTo>
                <a:lnTo>
                  <a:pt x="26409" y="9728"/>
                </a:lnTo>
                <a:lnTo>
                  <a:pt x="26490" y="9667"/>
                </a:lnTo>
                <a:lnTo>
                  <a:pt x="26616" y="9563"/>
                </a:lnTo>
                <a:lnTo>
                  <a:pt x="26657" y="9458"/>
                </a:lnTo>
                <a:lnTo>
                  <a:pt x="26657" y="9437"/>
                </a:lnTo>
                <a:lnTo>
                  <a:pt x="26678" y="9458"/>
                </a:lnTo>
                <a:lnTo>
                  <a:pt x="26657" y="9584"/>
                </a:lnTo>
                <a:lnTo>
                  <a:pt x="26678" y="9625"/>
                </a:lnTo>
                <a:lnTo>
                  <a:pt x="26574" y="9667"/>
                </a:lnTo>
                <a:lnTo>
                  <a:pt x="26511" y="9793"/>
                </a:lnTo>
                <a:lnTo>
                  <a:pt x="26595" y="9960"/>
                </a:lnTo>
                <a:lnTo>
                  <a:pt x="26574" y="10107"/>
                </a:lnTo>
                <a:lnTo>
                  <a:pt x="26490" y="10253"/>
                </a:lnTo>
                <a:lnTo>
                  <a:pt x="26490" y="10358"/>
                </a:lnTo>
                <a:lnTo>
                  <a:pt x="26595" y="10462"/>
                </a:lnTo>
                <a:lnTo>
                  <a:pt x="26616" y="10400"/>
                </a:lnTo>
                <a:lnTo>
                  <a:pt x="26657" y="10462"/>
                </a:lnTo>
                <a:lnTo>
                  <a:pt x="26699" y="10462"/>
                </a:lnTo>
                <a:lnTo>
                  <a:pt x="26699" y="10483"/>
                </a:lnTo>
                <a:lnTo>
                  <a:pt x="26678" y="10525"/>
                </a:lnTo>
                <a:lnTo>
                  <a:pt x="26699" y="10609"/>
                </a:lnTo>
                <a:lnTo>
                  <a:pt x="26825" y="10609"/>
                </a:lnTo>
                <a:lnTo>
                  <a:pt x="26762" y="10672"/>
                </a:lnTo>
                <a:lnTo>
                  <a:pt x="26762" y="10693"/>
                </a:lnTo>
                <a:lnTo>
                  <a:pt x="26699" y="10797"/>
                </a:lnTo>
                <a:lnTo>
                  <a:pt x="26699" y="10881"/>
                </a:lnTo>
                <a:lnTo>
                  <a:pt x="26657" y="10985"/>
                </a:lnTo>
                <a:lnTo>
                  <a:pt x="26616" y="11111"/>
                </a:lnTo>
                <a:lnTo>
                  <a:pt x="26616" y="11216"/>
                </a:lnTo>
                <a:lnTo>
                  <a:pt x="26657" y="11153"/>
                </a:lnTo>
                <a:lnTo>
                  <a:pt x="26678" y="11111"/>
                </a:lnTo>
                <a:lnTo>
                  <a:pt x="26783" y="10902"/>
                </a:lnTo>
                <a:lnTo>
                  <a:pt x="26804" y="10944"/>
                </a:lnTo>
                <a:lnTo>
                  <a:pt x="26804" y="11006"/>
                </a:lnTo>
                <a:lnTo>
                  <a:pt x="26825" y="10944"/>
                </a:lnTo>
                <a:lnTo>
                  <a:pt x="26825" y="10881"/>
                </a:lnTo>
                <a:lnTo>
                  <a:pt x="26909" y="10776"/>
                </a:lnTo>
                <a:lnTo>
                  <a:pt x="26992" y="10525"/>
                </a:lnTo>
                <a:lnTo>
                  <a:pt x="27118" y="10462"/>
                </a:lnTo>
                <a:lnTo>
                  <a:pt x="27222" y="10253"/>
                </a:lnTo>
                <a:lnTo>
                  <a:pt x="27222" y="10086"/>
                </a:lnTo>
                <a:lnTo>
                  <a:pt x="27139" y="9897"/>
                </a:lnTo>
                <a:lnTo>
                  <a:pt x="27097" y="9856"/>
                </a:lnTo>
                <a:lnTo>
                  <a:pt x="27076" y="9688"/>
                </a:lnTo>
                <a:lnTo>
                  <a:pt x="27013" y="9625"/>
                </a:lnTo>
                <a:lnTo>
                  <a:pt x="27013" y="9521"/>
                </a:lnTo>
                <a:lnTo>
                  <a:pt x="27076" y="9416"/>
                </a:lnTo>
                <a:lnTo>
                  <a:pt x="27181" y="9312"/>
                </a:lnTo>
                <a:lnTo>
                  <a:pt x="27306" y="9249"/>
                </a:lnTo>
                <a:lnTo>
                  <a:pt x="27118" y="9458"/>
                </a:lnTo>
                <a:lnTo>
                  <a:pt x="27076" y="9542"/>
                </a:lnTo>
                <a:lnTo>
                  <a:pt x="27118" y="9625"/>
                </a:lnTo>
                <a:lnTo>
                  <a:pt x="27243" y="9751"/>
                </a:lnTo>
                <a:lnTo>
                  <a:pt x="27327" y="9730"/>
                </a:lnTo>
                <a:lnTo>
                  <a:pt x="27390" y="9772"/>
                </a:lnTo>
                <a:lnTo>
                  <a:pt x="27327" y="9939"/>
                </a:lnTo>
                <a:lnTo>
                  <a:pt x="27327" y="9939"/>
                </a:lnTo>
                <a:lnTo>
                  <a:pt x="27411" y="9877"/>
                </a:lnTo>
                <a:lnTo>
                  <a:pt x="27432" y="9897"/>
                </a:lnTo>
                <a:lnTo>
                  <a:pt x="27515" y="9793"/>
                </a:lnTo>
                <a:lnTo>
                  <a:pt x="27515" y="9730"/>
                </a:lnTo>
                <a:lnTo>
                  <a:pt x="27557" y="9730"/>
                </a:lnTo>
                <a:lnTo>
                  <a:pt x="27620" y="9646"/>
                </a:lnTo>
                <a:lnTo>
                  <a:pt x="27704" y="9625"/>
                </a:lnTo>
                <a:lnTo>
                  <a:pt x="27745" y="9458"/>
                </a:lnTo>
                <a:lnTo>
                  <a:pt x="27808" y="9374"/>
                </a:lnTo>
                <a:lnTo>
                  <a:pt x="27850" y="9374"/>
                </a:lnTo>
                <a:lnTo>
                  <a:pt x="27913" y="9270"/>
                </a:lnTo>
                <a:lnTo>
                  <a:pt x="27934" y="9207"/>
                </a:lnTo>
                <a:lnTo>
                  <a:pt x="27934" y="9144"/>
                </a:lnTo>
                <a:lnTo>
                  <a:pt x="27976" y="9040"/>
                </a:lnTo>
                <a:lnTo>
                  <a:pt x="27976" y="8998"/>
                </a:lnTo>
                <a:lnTo>
                  <a:pt x="28038" y="8914"/>
                </a:lnTo>
                <a:lnTo>
                  <a:pt x="28017" y="8830"/>
                </a:lnTo>
                <a:lnTo>
                  <a:pt x="27955" y="8789"/>
                </a:lnTo>
                <a:lnTo>
                  <a:pt x="27913" y="8705"/>
                </a:lnTo>
                <a:lnTo>
                  <a:pt x="28059" y="8621"/>
                </a:lnTo>
                <a:lnTo>
                  <a:pt x="28059" y="8537"/>
                </a:lnTo>
                <a:lnTo>
                  <a:pt x="28164" y="8475"/>
                </a:lnTo>
                <a:lnTo>
                  <a:pt x="28248" y="8433"/>
                </a:lnTo>
                <a:lnTo>
                  <a:pt x="28436" y="8328"/>
                </a:lnTo>
                <a:lnTo>
                  <a:pt x="28561" y="8328"/>
                </a:lnTo>
                <a:lnTo>
                  <a:pt x="28750" y="8203"/>
                </a:lnTo>
                <a:lnTo>
                  <a:pt x="28813" y="8203"/>
                </a:lnTo>
                <a:lnTo>
                  <a:pt x="28854" y="8224"/>
                </a:lnTo>
                <a:lnTo>
                  <a:pt x="29085" y="8203"/>
                </a:lnTo>
                <a:lnTo>
                  <a:pt x="29189" y="8265"/>
                </a:lnTo>
                <a:lnTo>
                  <a:pt x="29336" y="8203"/>
                </a:lnTo>
                <a:lnTo>
                  <a:pt x="29587" y="8203"/>
                </a:lnTo>
                <a:lnTo>
                  <a:pt x="29629" y="8182"/>
                </a:lnTo>
                <a:lnTo>
                  <a:pt x="29608" y="8119"/>
                </a:lnTo>
                <a:lnTo>
                  <a:pt x="29608" y="7972"/>
                </a:lnTo>
                <a:lnTo>
                  <a:pt x="29608" y="7847"/>
                </a:lnTo>
                <a:lnTo>
                  <a:pt x="29733" y="7952"/>
                </a:lnTo>
                <a:lnTo>
                  <a:pt x="29733" y="8077"/>
                </a:lnTo>
                <a:lnTo>
                  <a:pt x="29712" y="8161"/>
                </a:lnTo>
                <a:lnTo>
                  <a:pt x="29796" y="8161"/>
                </a:lnTo>
                <a:lnTo>
                  <a:pt x="29901" y="8056"/>
                </a:lnTo>
                <a:lnTo>
                  <a:pt x="30005" y="7868"/>
                </a:lnTo>
                <a:lnTo>
                  <a:pt x="30047" y="7972"/>
                </a:lnTo>
                <a:lnTo>
                  <a:pt x="30047" y="8056"/>
                </a:lnTo>
                <a:lnTo>
                  <a:pt x="30131" y="8077"/>
                </a:lnTo>
                <a:lnTo>
                  <a:pt x="30382" y="7952"/>
                </a:lnTo>
                <a:lnTo>
                  <a:pt x="30466" y="7805"/>
                </a:lnTo>
                <a:lnTo>
                  <a:pt x="30424" y="7596"/>
                </a:lnTo>
                <a:lnTo>
                  <a:pt x="30361" y="7638"/>
                </a:lnTo>
                <a:lnTo>
                  <a:pt x="30361" y="7742"/>
                </a:lnTo>
                <a:lnTo>
                  <a:pt x="30319" y="7868"/>
                </a:lnTo>
                <a:lnTo>
                  <a:pt x="30152" y="7868"/>
                </a:lnTo>
                <a:lnTo>
                  <a:pt x="30131" y="7763"/>
                </a:lnTo>
                <a:lnTo>
                  <a:pt x="30068" y="7575"/>
                </a:lnTo>
                <a:lnTo>
                  <a:pt x="29922" y="7491"/>
                </a:lnTo>
                <a:lnTo>
                  <a:pt x="29922" y="7449"/>
                </a:lnTo>
                <a:lnTo>
                  <a:pt x="30131" y="7261"/>
                </a:lnTo>
                <a:lnTo>
                  <a:pt x="30131" y="7177"/>
                </a:lnTo>
                <a:lnTo>
                  <a:pt x="30047" y="7177"/>
                </a:lnTo>
                <a:lnTo>
                  <a:pt x="30047" y="7115"/>
                </a:lnTo>
                <a:lnTo>
                  <a:pt x="30131" y="7052"/>
                </a:lnTo>
                <a:lnTo>
                  <a:pt x="30152" y="6968"/>
                </a:lnTo>
                <a:lnTo>
                  <a:pt x="30214" y="6905"/>
                </a:lnTo>
                <a:lnTo>
                  <a:pt x="30277" y="6696"/>
                </a:lnTo>
                <a:lnTo>
                  <a:pt x="30486" y="6529"/>
                </a:lnTo>
                <a:lnTo>
                  <a:pt x="30570" y="6382"/>
                </a:lnTo>
                <a:lnTo>
                  <a:pt x="30633" y="6382"/>
                </a:lnTo>
                <a:lnTo>
                  <a:pt x="30696" y="6278"/>
                </a:lnTo>
                <a:lnTo>
                  <a:pt x="30696" y="6340"/>
                </a:lnTo>
                <a:lnTo>
                  <a:pt x="30779" y="6382"/>
                </a:lnTo>
                <a:lnTo>
                  <a:pt x="30842" y="6299"/>
                </a:lnTo>
                <a:lnTo>
                  <a:pt x="30905" y="6173"/>
                </a:lnTo>
                <a:lnTo>
                  <a:pt x="30905" y="6299"/>
                </a:lnTo>
                <a:lnTo>
                  <a:pt x="30989" y="6299"/>
                </a:lnTo>
                <a:lnTo>
                  <a:pt x="31051" y="6173"/>
                </a:lnTo>
                <a:lnTo>
                  <a:pt x="31093" y="6215"/>
                </a:lnTo>
                <a:lnTo>
                  <a:pt x="31156" y="6173"/>
                </a:lnTo>
                <a:lnTo>
                  <a:pt x="31261" y="6006"/>
                </a:lnTo>
                <a:lnTo>
                  <a:pt x="31407" y="5796"/>
                </a:lnTo>
                <a:lnTo>
                  <a:pt x="31386" y="5922"/>
                </a:lnTo>
                <a:lnTo>
                  <a:pt x="31407" y="6006"/>
                </a:lnTo>
                <a:lnTo>
                  <a:pt x="31512" y="6006"/>
                </a:lnTo>
                <a:lnTo>
                  <a:pt x="31616" y="5880"/>
                </a:lnTo>
                <a:lnTo>
                  <a:pt x="31742" y="5880"/>
                </a:lnTo>
                <a:lnTo>
                  <a:pt x="31784" y="6006"/>
                </a:lnTo>
                <a:lnTo>
                  <a:pt x="31846" y="6006"/>
                </a:lnTo>
                <a:lnTo>
                  <a:pt x="31951" y="5880"/>
                </a:lnTo>
                <a:lnTo>
                  <a:pt x="32035" y="5922"/>
                </a:lnTo>
                <a:lnTo>
                  <a:pt x="32098" y="5901"/>
                </a:lnTo>
                <a:lnTo>
                  <a:pt x="32202" y="5817"/>
                </a:lnTo>
                <a:lnTo>
                  <a:pt x="32307" y="5817"/>
                </a:lnTo>
                <a:lnTo>
                  <a:pt x="32432" y="5755"/>
                </a:lnTo>
                <a:lnTo>
                  <a:pt x="32474" y="5817"/>
                </a:lnTo>
                <a:lnTo>
                  <a:pt x="32558" y="5796"/>
                </a:lnTo>
                <a:lnTo>
                  <a:pt x="32642" y="5713"/>
                </a:lnTo>
                <a:lnTo>
                  <a:pt x="32537" y="5650"/>
                </a:lnTo>
                <a:lnTo>
                  <a:pt x="32474" y="5713"/>
                </a:lnTo>
                <a:lnTo>
                  <a:pt x="32411" y="5650"/>
                </a:lnTo>
                <a:lnTo>
                  <a:pt x="32453" y="5504"/>
                </a:lnTo>
                <a:lnTo>
                  <a:pt x="32223" y="5378"/>
                </a:lnTo>
                <a:lnTo>
                  <a:pt x="32202" y="5357"/>
                </a:lnTo>
                <a:lnTo>
                  <a:pt x="32223" y="5294"/>
                </a:lnTo>
                <a:lnTo>
                  <a:pt x="32223" y="5252"/>
                </a:lnTo>
                <a:lnTo>
                  <a:pt x="32223" y="5169"/>
                </a:lnTo>
                <a:lnTo>
                  <a:pt x="32244" y="5085"/>
                </a:lnTo>
                <a:lnTo>
                  <a:pt x="32202" y="5022"/>
                </a:lnTo>
                <a:lnTo>
                  <a:pt x="32139" y="4959"/>
                </a:lnTo>
                <a:lnTo>
                  <a:pt x="32098" y="4939"/>
                </a:lnTo>
                <a:lnTo>
                  <a:pt x="32118" y="4855"/>
                </a:lnTo>
                <a:lnTo>
                  <a:pt x="32244" y="4123"/>
                </a:lnTo>
                <a:lnTo>
                  <a:pt x="32244" y="3934"/>
                </a:lnTo>
                <a:lnTo>
                  <a:pt x="32014" y="3725"/>
                </a:lnTo>
                <a:lnTo>
                  <a:pt x="31951" y="3788"/>
                </a:lnTo>
                <a:lnTo>
                  <a:pt x="31805" y="3725"/>
                </a:lnTo>
                <a:lnTo>
                  <a:pt x="31700" y="3767"/>
                </a:lnTo>
                <a:lnTo>
                  <a:pt x="31616" y="3683"/>
                </a:lnTo>
                <a:lnTo>
                  <a:pt x="31533" y="3662"/>
                </a:lnTo>
                <a:lnTo>
                  <a:pt x="31512" y="3662"/>
                </a:lnTo>
                <a:lnTo>
                  <a:pt x="31407" y="3767"/>
                </a:lnTo>
                <a:lnTo>
                  <a:pt x="31365" y="3830"/>
                </a:lnTo>
                <a:lnTo>
                  <a:pt x="31156" y="4081"/>
                </a:lnTo>
                <a:lnTo>
                  <a:pt x="31072" y="4206"/>
                </a:lnTo>
                <a:lnTo>
                  <a:pt x="31072" y="4311"/>
                </a:lnTo>
                <a:lnTo>
                  <a:pt x="30905" y="4395"/>
                </a:lnTo>
                <a:lnTo>
                  <a:pt x="30905" y="4520"/>
                </a:lnTo>
                <a:lnTo>
                  <a:pt x="30863" y="4625"/>
                </a:lnTo>
                <a:lnTo>
                  <a:pt x="30696" y="4813"/>
                </a:lnTo>
                <a:lnTo>
                  <a:pt x="30633" y="4834"/>
                </a:lnTo>
                <a:lnTo>
                  <a:pt x="30445" y="5043"/>
                </a:lnTo>
                <a:lnTo>
                  <a:pt x="30424" y="5127"/>
                </a:lnTo>
                <a:lnTo>
                  <a:pt x="30340" y="5169"/>
                </a:lnTo>
                <a:lnTo>
                  <a:pt x="30235" y="5148"/>
                </a:lnTo>
                <a:lnTo>
                  <a:pt x="30173" y="5148"/>
                </a:lnTo>
                <a:lnTo>
                  <a:pt x="30131" y="5190"/>
                </a:lnTo>
                <a:lnTo>
                  <a:pt x="30068" y="5190"/>
                </a:lnTo>
                <a:lnTo>
                  <a:pt x="29942" y="5336"/>
                </a:lnTo>
                <a:lnTo>
                  <a:pt x="28269" y="5294"/>
                </a:lnTo>
                <a:lnTo>
                  <a:pt x="28059" y="5336"/>
                </a:lnTo>
                <a:lnTo>
                  <a:pt x="27955" y="5441"/>
                </a:lnTo>
                <a:lnTo>
                  <a:pt x="27829" y="5483"/>
                </a:lnTo>
                <a:lnTo>
                  <a:pt x="27704" y="5566"/>
                </a:lnTo>
                <a:lnTo>
                  <a:pt x="27453" y="5817"/>
                </a:lnTo>
                <a:lnTo>
                  <a:pt x="27285" y="5859"/>
                </a:lnTo>
                <a:lnTo>
                  <a:pt x="27181" y="5922"/>
                </a:lnTo>
                <a:lnTo>
                  <a:pt x="26699" y="6299"/>
                </a:lnTo>
                <a:lnTo>
                  <a:pt x="25611" y="6612"/>
                </a:lnTo>
                <a:lnTo>
                  <a:pt x="25569" y="6864"/>
                </a:lnTo>
                <a:lnTo>
                  <a:pt x="25318" y="6968"/>
                </a:lnTo>
                <a:lnTo>
                  <a:pt x="23331" y="7491"/>
                </a:lnTo>
                <a:lnTo>
                  <a:pt x="23247" y="7324"/>
                </a:lnTo>
                <a:lnTo>
                  <a:pt x="23351" y="7177"/>
                </a:lnTo>
                <a:lnTo>
                  <a:pt x="23561" y="7073"/>
                </a:lnTo>
                <a:lnTo>
                  <a:pt x="23665" y="6947"/>
                </a:lnTo>
                <a:lnTo>
                  <a:pt x="23728" y="6822"/>
                </a:lnTo>
                <a:lnTo>
                  <a:pt x="23770" y="6696"/>
                </a:lnTo>
                <a:lnTo>
                  <a:pt x="23833" y="5922"/>
                </a:lnTo>
                <a:lnTo>
                  <a:pt x="23456" y="4143"/>
                </a:lnTo>
                <a:lnTo>
                  <a:pt x="23100" y="3871"/>
                </a:lnTo>
                <a:lnTo>
                  <a:pt x="22954" y="3683"/>
                </a:lnTo>
                <a:lnTo>
                  <a:pt x="20652" y="2616"/>
                </a:lnTo>
                <a:lnTo>
                  <a:pt x="20548" y="2553"/>
                </a:lnTo>
                <a:lnTo>
                  <a:pt x="20422" y="2511"/>
                </a:lnTo>
                <a:lnTo>
                  <a:pt x="20380" y="2449"/>
                </a:lnTo>
                <a:lnTo>
                  <a:pt x="20087" y="2449"/>
                </a:lnTo>
                <a:lnTo>
                  <a:pt x="20066" y="2344"/>
                </a:lnTo>
                <a:lnTo>
                  <a:pt x="19983" y="2302"/>
                </a:lnTo>
                <a:lnTo>
                  <a:pt x="19899" y="2344"/>
                </a:lnTo>
                <a:lnTo>
                  <a:pt x="19711" y="2344"/>
                </a:lnTo>
                <a:lnTo>
                  <a:pt x="19606" y="2323"/>
                </a:lnTo>
                <a:lnTo>
                  <a:pt x="19543" y="2239"/>
                </a:lnTo>
                <a:lnTo>
                  <a:pt x="19439" y="2198"/>
                </a:lnTo>
                <a:lnTo>
                  <a:pt x="19230" y="2135"/>
                </a:lnTo>
                <a:lnTo>
                  <a:pt x="19167" y="2009"/>
                </a:lnTo>
                <a:lnTo>
                  <a:pt x="19083" y="2009"/>
                </a:lnTo>
                <a:lnTo>
                  <a:pt x="18958" y="1905"/>
                </a:lnTo>
                <a:lnTo>
                  <a:pt x="18853" y="1905"/>
                </a:lnTo>
                <a:lnTo>
                  <a:pt x="18769" y="1884"/>
                </a:lnTo>
                <a:lnTo>
                  <a:pt x="18644" y="1905"/>
                </a:lnTo>
                <a:lnTo>
                  <a:pt x="18623" y="1926"/>
                </a:lnTo>
                <a:lnTo>
                  <a:pt x="18560" y="1842"/>
                </a:lnTo>
                <a:lnTo>
                  <a:pt x="18434" y="1821"/>
                </a:lnTo>
                <a:lnTo>
                  <a:pt x="18414" y="1800"/>
                </a:lnTo>
                <a:lnTo>
                  <a:pt x="18309" y="1737"/>
                </a:lnTo>
                <a:lnTo>
                  <a:pt x="18288" y="1716"/>
                </a:lnTo>
                <a:lnTo>
                  <a:pt x="18204" y="1633"/>
                </a:lnTo>
                <a:lnTo>
                  <a:pt x="18204" y="1612"/>
                </a:lnTo>
                <a:lnTo>
                  <a:pt x="18079" y="1507"/>
                </a:lnTo>
                <a:lnTo>
                  <a:pt x="17932" y="1507"/>
                </a:lnTo>
                <a:lnTo>
                  <a:pt x="17807" y="1486"/>
                </a:lnTo>
                <a:lnTo>
                  <a:pt x="2846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7" name="Google Shape;1947;p43"/>
          <p:cNvSpPr txBox="1"/>
          <p:nvPr/>
        </p:nvSpPr>
        <p:spPr>
          <a:xfrm>
            <a:off x="5177225" y="1860510"/>
            <a:ext cx="28443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 and the smallest one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8" name="Google Shape;1948;p43"/>
          <p:cNvSpPr txBox="1"/>
          <p:nvPr/>
        </p:nvSpPr>
        <p:spPr>
          <a:xfrm>
            <a:off x="5177225" y="2993662"/>
            <a:ext cx="28443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 cold place, not hot. It’s full of iron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9" name="Google Shape;1949;p43"/>
          <p:cNvSpPr txBox="1"/>
          <p:nvPr/>
        </p:nvSpPr>
        <p:spPr>
          <a:xfrm>
            <a:off x="5177225" y="4112460"/>
            <a:ext cx="28443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Yes, this is the ringed one. It’s a gas giant, composed of hydrogen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0" name="Google Shape;1950;p43"/>
          <p:cNvSpPr/>
          <p:nvPr/>
        </p:nvSpPr>
        <p:spPr>
          <a:xfrm>
            <a:off x="3771256" y="2196587"/>
            <a:ext cx="659100" cy="65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1" name="Google Shape;1951;p43"/>
          <p:cNvSpPr/>
          <p:nvPr/>
        </p:nvSpPr>
        <p:spPr>
          <a:xfrm>
            <a:off x="1683701" y="1567075"/>
            <a:ext cx="659100" cy="65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2" name="Google Shape;1952;p43"/>
          <p:cNvSpPr/>
          <p:nvPr/>
        </p:nvSpPr>
        <p:spPr>
          <a:xfrm>
            <a:off x="2915017" y="3508631"/>
            <a:ext cx="659100" cy="65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3" name="Google Shape;1953;p43"/>
          <p:cNvSpPr txBox="1"/>
          <p:nvPr/>
        </p:nvSpPr>
        <p:spPr>
          <a:xfrm>
            <a:off x="3846140" y="2255785"/>
            <a:ext cx="537300" cy="5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 Black"/>
                <a:ea typeface="Roboto Black"/>
                <a:cs typeface="Roboto Black"/>
                <a:sym typeface="Roboto Black"/>
              </a:rPr>
              <a:t>2</a:t>
            </a:r>
            <a:endParaRPr sz="2000">
              <a:solidFill>
                <a:schemeClr val="dk2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954" name="Google Shape;1954;p43"/>
          <p:cNvSpPr txBox="1"/>
          <p:nvPr/>
        </p:nvSpPr>
        <p:spPr>
          <a:xfrm>
            <a:off x="1744548" y="1626272"/>
            <a:ext cx="537300" cy="5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 Black"/>
                <a:ea typeface="Roboto Black"/>
                <a:cs typeface="Roboto Black"/>
                <a:sym typeface="Roboto Black"/>
              </a:rPr>
              <a:t>1</a:t>
            </a:r>
            <a:endParaRPr sz="2000">
              <a:solidFill>
                <a:schemeClr val="dk2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955" name="Google Shape;1955;p43"/>
          <p:cNvSpPr txBox="1"/>
          <p:nvPr/>
        </p:nvSpPr>
        <p:spPr>
          <a:xfrm>
            <a:off x="2975863" y="3567828"/>
            <a:ext cx="537300" cy="5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 Black"/>
                <a:ea typeface="Roboto Black"/>
                <a:cs typeface="Roboto Black"/>
                <a:sym typeface="Roboto Black"/>
              </a:rPr>
              <a:t>3</a:t>
            </a:r>
            <a:endParaRPr sz="2000">
              <a:solidFill>
                <a:schemeClr val="dk2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956" name="Google Shape;1956;p43"/>
          <p:cNvSpPr/>
          <p:nvPr/>
        </p:nvSpPr>
        <p:spPr>
          <a:xfrm>
            <a:off x="8136329" y="1757700"/>
            <a:ext cx="530700" cy="530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7" name="Google Shape;1957;p43"/>
          <p:cNvSpPr txBox="1"/>
          <p:nvPr/>
        </p:nvSpPr>
        <p:spPr>
          <a:xfrm>
            <a:off x="8196643" y="1805379"/>
            <a:ext cx="4329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1</a:t>
            </a:r>
            <a:endParaRPr sz="2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958" name="Google Shape;1958;p43"/>
          <p:cNvSpPr/>
          <p:nvPr/>
        </p:nvSpPr>
        <p:spPr>
          <a:xfrm>
            <a:off x="8143775" y="2894650"/>
            <a:ext cx="524100" cy="524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9" name="Google Shape;1959;p43"/>
          <p:cNvSpPr txBox="1"/>
          <p:nvPr/>
        </p:nvSpPr>
        <p:spPr>
          <a:xfrm>
            <a:off x="8203322" y="2941732"/>
            <a:ext cx="4272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2</a:t>
            </a:r>
            <a:endParaRPr sz="2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960" name="Google Shape;1960;p43"/>
          <p:cNvSpPr/>
          <p:nvPr/>
        </p:nvSpPr>
        <p:spPr>
          <a:xfrm>
            <a:off x="8138834" y="4007821"/>
            <a:ext cx="523800" cy="523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1" name="Google Shape;1961;p43"/>
          <p:cNvSpPr txBox="1"/>
          <p:nvPr/>
        </p:nvSpPr>
        <p:spPr>
          <a:xfrm>
            <a:off x="8198352" y="4054872"/>
            <a:ext cx="4272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3</a:t>
            </a:r>
            <a:endParaRPr sz="2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pSp>
        <p:nvGrpSpPr>
          <p:cNvPr id="1962" name="Google Shape;1962;p43"/>
          <p:cNvGrpSpPr/>
          <p:nvPr/>
        </p:nvGrpSpPr>
        <p:grpSpPr>
          <a:xfrm>
            <a:off x="1554835" y="2496374"/>
            <a:ext cx="916923" cy="695847"/>
            <a:chOff x="1118775" y="4048075"/>
            <a:chExt cx="426575" cy="323725"/>
          </a:xfrm>
        </p:grpSpPr>
        <p:sp>
          <p:nvSpPr>
            <p:cNvPr id="1963" name="Google Shape;1963;p43"/>
            <p:cNvSpPr/>
            <p:nvPr/>
          </p:nvSpPr>
          <p:spPr>
            <a:xfrm>
              <a:off x="1310075" y="4075500"/>
              <a:ext cx="235275" cy="296300"/>
            </a:xfrm>
            <a:custGeom>
              <a:avLst/>
              <a:gdLst/>
              <a:ahLst/>
              <a:cxnLst/>
              <a:rect l="l" t="t" r="r" b="b"/>
              <a:pathLst>
                <a:path w="9411" h="11852" extrusionOk="0">
                  <a:moveTo>
                    <a:pt x="2982" y="1"/>
                  </a:moveTo>
                  <a:cubicBezTo>
                    <a:pt x="2479" y="1"/>
                    <a:pt x="1982" y="155"/>
                    <a:pt x="1480" y="474"/>
                  </a:cubicBezTo>
                  <a:cubicBezTo>
                    <a:pt x="1" y="1408"/>
                    <a:pt x="669" y="3466"/>
                    <a:pt x="1113" y="4827"/>
                  </a:cubicBezTo>
                  <a:cubicBezTo>
                    <a:pt x="1255" y="5252"/>
                    <a:pt x="1385" y="5649"/>
                    <a:pt x="1403" y="5862"/>
                  </a:cubicBezTo>
                  <a:cubicBezTo>
                    <a:pt x="1438" y="6240"/>
                    <a:pt x="1403" y="6725"/>
                    <a:pt x="1355" y="7240"/>
                  </a:cubicBezTo>
                  <a:cubicBezTo>
                    <a:pt x="1296" y="8050"/>
                    <a:pt x="1225" y="8896"/>
                    <a:pt x="1420" y="9605"/>
                  </a:cubicBezTo>
                  <a:cubicBezTo>
                    <a:pt x="1746" y="10806"/>
                    <a:pt x="2792" y="11681"/>
                    <a:pt x="2834" y="11717"/>
                  </a:cubicBezTo>
                  <a:cubicBezTo>
                    <a:pt x="2928" y="11794"/>
                    <a:pt x="3047" y="11841"/>
                    <a:pt x="3171" y="11847"/>
                  </a:cubicBezTo>
                  <a:lnTo>
                    <a:pt x="3201" y="11847"/>
                  </a:lnTo>
                  <a:cubicBezTo>
                    <a:pt x="3520" y="11847"/>
                    <a:pt x="3774" y="11587"/>
                    <a:pt x="3774" y="11273"/>
                  </a:cubicBezTo>
                  <a:cubicBezTo>
                    <a:pt x="3774" y="11220"/>
                    <a:pt x="3768" y="11173"/>
                    <a:pt x="3756" y="11125"/>
                  </a:cubicBezTo>
                  <a:cubicBezTo>
                    <a:pt x="3709" y="10835"/>
                    <a:pt x="3461" y="9215"/>
                    <a:pt x="3827" y="8174"/>
                  </a:cubicBezTo>
                  <a:cubicBezTo>
                    <a:pt x="4111" y="7405"/>
                    <a:pt x="4525" y="6991"/>
                    <a:pt x="4703" y="6891"/>
                  </a:cubicBezTo>
                  <a:cubicBezTo>
                    <a:pt x="4880" y="6997"/>
                    <a:pt x="5294" y="7405"/>
                    <a:pt x="5572" y="8174"/>
                  </a:cubicBezTo>
                  <a:cubicBezTo>
                    <a:pt x="5980" y="9310"/>
                    <a:pt x="5643" y="11149"/>
                    <a:pt x="5643" y="11167"/>
                  </a:cubicBezTo>
                  <a:cubicBezTo>
                    <a:pt x="5570" y="11554"/>
                    <a:pt x="5876" y="11851"/>
                    <a:pt x="6208" y="11851"/>
                  </a:cubicBezTo>
                  <a:cubicBezTo>
                    <a:pt x="6332" y="11851"/>
                    <a:pt x="6459" y="11810"/>
                    <a:pt x="6572" y="11717"/>
                  </a:cubicBezTo>
                  <a:cubicBezTo>
                    <a:pt x="6613" y="11681"/>
                    <a:pt x="7660" y="10806"/>
                    <a:pt x="7985" y="9605"/>
                  </a:cubicBezTo>
                  <a:cubicBezTo>
                    <a:pt x="8180" y="8896"/>
                    <a:pt x="8109" y="8050"/>
                    <a:pt x="8044" y="7240"/>
                  </a:cubicBezTo>
                  <a:cubicBezTo>
                    <a:pt x="8009" y="6725"/>
                    <a:pt x="7967" y="6246"/>
                    <a:pt x="8003" y="5868"/>
                  </a:cubicBezTo>
                  <a:cubicBezTo>
                    <a:pt x="8026" y="5649"/>
                    <a:pt x="8157" y="5252"/>
                    <a:pt x="8293" y="4827"/>
                  </a:cubicBezTo>
                  <a:cubicBezTo>
                    <a:pt x="8736" y="3466"/>
                    <a:pt x="9410" y="1408"/>
                    <a:pt x="7932" y="474"/>
                  </a:cubicBezTo>
                  <a:cubicBezTo>
                    <a:pt x="7423" y="155"/>
                    <a:pt x="6932" y="1"/>
                    <a:pt x="6424" y="1"/>
                  </a:cubicBezTo>
                  <a:cubicBezTo>
                    <a:pt x="5880" y="1"/>
                    <a:pt x="5436" y="184"/>
                    <a:pt x="5111" y="326"/>
                  </a:cubicBezTo>
                  <a:cubicBezTo>
                    <a:pt x="4963" y="385"/>
                    <a:pt x="4780" y="468"/>
                    <a:pt x="4703" y="468"/>
                  </a:cubicBezTo>
                  <a:cubicBezTo>
                    <a:pt x="4632" y="468"/>
                    <a:pt x="4443" y="385"/>
                    <a:pt x="4295" y="326"/>
                  </a:cubicBezTo>
                  <a:cubicBezTo>
                    <a:pt x="3969" y="184"/>
                    <a:pt x="3526" y="1"/>
                    <a:pt x="29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43"/>
            <p:cNvSpPr/>
            <p:nvPr/>
          </p:nvSpPr>
          <p:spPr>
            <a:xfrm>
              <a:off x="1444350" y="4092575"/>
              <a:ext cx="78225" cy="83500"/>
            </a:xfrm>
            <a:custGeom>
              <a:avLst/>
              <a:gdLst/>
              <a:ahLst/>
              <a:cxnLst/>
              <a:rect l="l" t="t" r="r" b="b"/>
              <a:pathLst>
                <a:path w="3129" h="3340" extrusionOk="0">
                  <a:moveTo>
                    <a:pt x="1425" y="1"/>
                  </a:moveTo>
                  <a:cubicBezTo>
                    <a:pt x="1364" y="1"/>
                    <a:pt x="1301" y="9"/>
                    <a:pt x="1236" y="27"/>
                  </a:cubicBezTo>
                  <a:cubicBezTo>
                    <a:pt x="0" y="370"/>
                    <a:pt x="1981" y="1311"/>
                    <a:pt x="2377" y="3339"/>
                  </a:cubicBezTo>
                  <a:cubicBezTo>
                    <a:pt x="3129" y="2874"/>
                    <a:pt x="2546" y="1"/>
                    <a:pt x="14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43"/>
            <p:cNvSpPr/>
            <p:nvPr/>
          </p:nvSpPr>
          <p:spPr>
            <a:xfrm>
              <a:off x="1118775" y="4048075"/>
              <a:ext cx="307550" cy="297550"/>
            </a:xfrm>
            <a:custGeom>
              <a:avLst/>
              <a:gdLst/>
              <a:ahLst/>
              <a:cxnLst/>
              <a:rect l="l" t="t" r="r" b="b"/>
              <a:pathLst>
                <a:path w="12302" h="11902" extrusionOk="0">
                  <a:moveTo>
                    <a:pt x="7550" y="1"/>
                  </a:moveTo>
                  <a:cubicBezTo>
                    <a:pt x="6003" y="1"/>
                    <a:pt x="4551" y="814"/>
                    <a:pt x="3750" y="2168"/>
                  </a:cubicBezTo>
                  <a:cubicBezTo>
                    <a:pt x="2874" y="3641"/>
                    <a:pt x="2928" y="5486"/>
                    <a:pt x="3886" y="6905"/>
                  </a:cubicBezTo>
                  <a:lnTo>
                    <a:pt x="325" y="10472"/>
                  </a:lnTo>
                  <a:cubicBezTo>
                    <a:pt x="0" y="10803"/>
                    <a:pt x="0" y="11329"/>
                    <a:pt x="325" y="11654"/>
                  </a:cubicBezTo>
                  <a:cubicBezTo>
                    <a:pt x="490" y="11819"/>
                    <a:pt x="706" y="11901"/>
                    <a:pt x="923" y="11901"/>
                  </a:cubicBezTo>
                  <a:cubicBezTo>
                    <a:pt x="1135" y="11901"/>
                    <a:pt x="1347" y="11822"/>
                    <a:pt x="1508" y="11660"/>
                  </a:cubicBezTo>
                  <a:lnTo>
                    <a:pt x="5074" y="8100"/>
                  </a:lnTo>
                  <a:cubicBezTo>
                    <a:pt x="5830" y="8607"/>
                    <a:pt x="6694" y="8856"/>
                    <a:pt x="7553" y="8856"/>
                  </a:cubicBezTo>
                  <a:cubicBezTo>
                    <a:pt x="8697" y="8856"/>
                    <a:pt x="9832" y="8414"/>
                    <a:pt x="10687" y="7556"/>
                  </a:cubicBezTo>
                  <a:cubicBezTo>
                    <a:pt x="11899" y="6344"/>
                    <a:pt x="12301" y="4540"/>
                    <a:pt x="11722" y="2931"/>
                  </a:cubicBezTo>
                  <a:cubicBezTo>
                    <a:pt x="11142" y="1317"/>
                    <a:pt x="9687" y="181"/>
                    <a:pt x="7978" y="21"/>
                  </a:cubicBezTo>
                  <a:cubicBezTo>
                    <a:pt x="7835" y="7"/>
                    <a:pt x="7692" y="1"/>
                    <a:pt x="75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43"/>
            <p:cNvSpPr/>
            <p:nvPr/>
          </p:nvSpPr>
          <p:spPr>
            <a:xfrm>
              <a:off x="1225675" y="4076625"/>
              <a:ext cx="172125" cy="164225"/>
            </a:xfrm>
            <a:custGeom>
              <a:avLst/>
              <a:gdLst/>
              <a:ahLst/>
              <a:cxnLst/>
              <a:rect l="l" t="t" r="r" b="b"/>
              <a:pathLst>
                <a:path w="6885" h="6569" extrusionOk="0">
                  <a:moveTo>
                    <a:pt x="3284" y="0"/>
                  </a:moveTo>
                  <a:cubicBezTo>
                    <a:pt x="2860" y="0"/>
                    <a:pt x="2431" y="83"/>
                    <a:pt x="2023" y="251"/>
                  </a:cubicBezTo>
                  <a:cubicBezTo>
                    <a:pt x="798" y="760"/>
                    <a:pt x="0" y="1955"/>
                    <a:pt x="0" y="3285"/>
                  </a:cubicBezTo>
                  <a:cubicBezTo>
                    <a:pt x="0" y="4610"/>
                    <a:pt x="798" y="5811"/>
                    <a:pt x="2023" y="6319"/>
                  </a:cubicBezTo>
                  <a:cubicBezTo>
                    <a:pt x="2429" y="6487"/>
                    <a:pt x="2855" y="6569"/>
                    <a:pt x="3278" y="6569"/>
                  </a:cubicBezTo>
                  <a:cubicBezTo>
                    <a:pt x="4134" y="6569"/>
                    <a:pt x="4975" y="6234"/>
                    <a:pt x="5601" y="5604"/>
                  </a:cubicBezTo>
                  <a:cubicBezTo>
                    <a:pt x="6884" y="4320"/>
                    <a:pt x="6884" y="2245"/>
                    <a:pt x="5601" y="961"/>
                  </a:cubicBezTo>
                  <a:cubicBezTo>
                    <a:pt x="4977" y="333"/>
                    <a:pt x="4139" y="0"/>
                    <a:pt x="32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7" name="Google Shape;1967;p43"/>
          <p:cNvSpPr txBox="1"/>
          <p:nvPr/>
        </p:nvSpPr>
        <p:spPr>
          <a:xfrm>
            <a:off x="5177300" y="2750545"/>
            <a:ext cx="2844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GINGIVITIS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968" name="Google Shape;1968;p43"/>
          <p:cNvSpPr txBox="1"/>
          <p:nvPr/>
        </p:nvSpPr>
        <p:spPr>
          <a:xfrm>
            <a:off x="5177225" y="1615542"/>
            <a:ext cx="2844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CAVIETIS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969" name="Google Shape;1969;p43"/>
          <p:cNvSpPr txBox="1"/>
          <p:nvPr/>
        </p:nvSpPr>
        <p:spPr>
          <a:xfrm>
            <a:off x="5177221" y="3871192"/>
            <a:ext cx="2844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PERIODONTITIS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44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Dental Infographics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5" name="Google Shape;1975;p44"/>
          <p:cNvSpPr txBox="1"/>
          <p:nvPr/>
        </p:nvSpPr>
        <p:spPr>
          <a:xfrm>
            <a:off x="1171325" y="2964895"/>
            <a:ext cx="18693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CAVITIES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976" name="Google Shape;1976;p44"/>
          <p:cNvSpPr txBox="1"/>
          <p:nvPr/>
        </p:nvSpPr>
        <p:spPr>
          <a:xfrm>
            <a:off x="3637350" y="2959001"/>
            <a:ext cx="18693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ORTHODONTICS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977" name="Google Shape;1977;p44"/>
          <p:cNvSpPr txBox="1"/>
          <p:nvPr/>
        </p:nvSpPr>
        <p:spPr>
          <a:xfrm>
            <a:off x="6116325" y="2964901"/>
            <a:ext cx="18693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DENTAL HEALTH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978" name="Google Shape;1978;p44"/>
          <p:cNvSpPr txBox="1"/>
          <p:nvPr/>
        </p:nvSpPr>
        <p:spPr>
          <a:xfrm>
            <a:off x="1143428" y="3314503"/>
            <a:ext cx="1896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a cold place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9" name="Google Shape;1979;p44"/>
          <p:cNvSpPr txBox="1"/>
          <p:nvPr/>
        </p:nvSpPr>
        <p:spPr>
          <a:xfrm>
            <a:off x="3619065" y="3314478"/>
            <a:ext cx="1896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0" name="Google Shape;1980;p44"/>
          <p:cNvSpPr txBox="1"/>
          <p:nvPr/>
        </p:nvSpPr>
        <p:spPr>
          <a:xfrm>
            <a:off x="6097355" y="3314504"/>
            <a:ext cx="1896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1" name="Google Shape;1981;p44"/>
          <p:cNvSpPr/>
          <p:nvPr/>
        </p:nvSpPr>
        <p:spPr>
          <a:xfrm>
            <a:off x="1648073" y="1943522"/>
            <a:ext cx="448763" cy="231546"/>
          </a:xfrm>
          <a:custGeom>
            <a:avLst/>
            <a:gdLst/>
            <a:ahLst/>
            <a:cxnLst/>
            <a:rect l="l" t="t" r="r" b="b"/>
            <a:pathLst>
              <a:path w="9380" h="4840" extrusionOk="0">
                <a:moveTo>
                  <a:pt x="0" y="1"/>
                </a:moveTo>
                <a:cubicBezTo>
                  <a:pt x="316" y="2814"/>
                  <a:pt x="3033" y="4743"/>
                  <a:pt x="9380" y="4839"/>
                </a:cubicBezTo>
                <a:lnTo>
                  <a:pt x="938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2" name="Google Shape;1982;p44"/>
          <p:cNvSpPr/>
          <p:nvPr/>
        </p:nvSpPr>
        <p:spPr>
          <a:xfrm>
            <a:off x="2096779" y="1943091"/>
            <a:ext cx="435367" cy="231976"/>
          </a:xfrm>
          <a:custGeom>
            <a:avLst/>
            <a:gdLst/>
            <a:ahLst/>
            <a:cxnLst/>
            <a:rect l="l" t="t" r="r" b="b"/>
            <a:pathLst>
              <a:path w="9100" h="4849" extrusionOk="0">
                <a:moveTo>
                  <a:pt x="9100" y="1"/>
                </a:moveTo>
                <a:lnTo>
                  <a:pt x="1" y="10"/>
                </a:lnTo>
                <a:lnTo>
                  <a:pt x="1" y="4848"/>
                </a:lnTo>
                <a:lnTo>
                  <a:pt x="509" y="4848"/>
                </a:lnTo>
                <a:cubicBezTo>
                  <a:pt x="7215" y="4848"/>
                  <a:pt x="9100" y="1"/>
                  <a:pt x="91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3" name="Google Shape;1983;p44"/>
          <p:cNvSpPr/>
          <p:nvPr/>
        </p:nvSpPr>
        <p:spPr>
          <a:xfrm>
            <a:off x="1621664" y="1943522"/>
            <a:ext cx="936900" cy="334258"/>
          </a:xfrm>
          <a:custGeom>
            <a:avLst/>
            <a:gdLst/>
            <a:ahLst/>
            <a:cxnLst/>
            <a:rect l="l" t="t" r="r" b="b"/>
            <a:pathLst>
              <a:path w="19583" h="6987" extrusionOk="0">
                <a:moveTo>
                  <a:pt x="0" y="1"/>
                </a:moveTo>
                <a:cubicBezTo>
                  <a:pt x="500" y="3928"/>
                  <a:pt x="4699" y="6987"/>
                  <a:pt x="9791" y="6987"/>
                </a:cubicBezTo>
                <a:cubicBezTo>
                  <a:pt x="14893" y="6987"/>
                  <a:pt x="19083" y="3919"/>
                  <a:pt x="19583" y="1"/>
                </a:cubicBezTo>
                <a:lnTo>
                  <a:pt x="19031" y="1"/>
                </a:lnTo>
                <a:cubicBezTo>
                  <a:pt x="17646" y="2359"/>
                  <a:pt x="14034" y="4042"/>
                  <a:pt x="9791" y="4042"/>
                </a:cubicBezTo>
                <a:cubicBezTo>
                  <a:pt x="5549" y="4042"/>
                  <a:pt x="1937" y="2359"/>
                  <a:pt x="55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4" name="Google Shape;1984;p44"/>
          <p:cNvSpPr/>
          <p:nvPr/>
        </p:nvSpPr>
        <p:spPr>
          <a:xfrm>
            <a:off x="1612000" y="1807223"/>
            <a:ext cx="509188" cy="136344"/>
          </a:xfrm>
          <a:custGeom>
            <a:avLst/>
            <a:gdLst/>
            <a:ahLst/>
            <a:cxnLst/>
            <a:rect l="l" t="t" r="r" b="b"/>
            <a:pathLst>
              <a:path w="10643" h="2850" extrusionOk="0">
                <a:moveTo>
                  <a:pt x="6609" y="0"/>
                </a:moveTo>
                <a:cubicBezTo>
                  <a:pt x="6008" y="0"/>
                  <a:pt x="5400" y="137"/>
                  <a:pt x="4830" y="421"/>
                </a:cubicBezTo>
                <a:lnTo>
                  <a:pt x="0" y="2850"/>
                </a:lnTo>
                <a:lnTo>
                  <a:pt x="10642" y="2850"/>
                </a:lnTo>
                <a:lnTo>
                  <a:pt x="9906" y="1754"/>
                </a:lnTo>
                <a:cubicBezTo>
                  <a:pt x="9147" y="625"/>
                  <a:pt x="7896" y="0"/>
                  <a:pt x="660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5" name="Google Shape;1985;p44"/>
          <p:cNvSpPr/>
          <p:nvPr/>
        </p:nvSpPr>
        <p:spPr>
          <a:xfrm>
            <a:off x="2061567" y="1807031"/>
            <a:ext cx="509570" cy="136535"/>
          </a:xfrm>
          <a:custGeom>
            <a:avLst/>
            <a:gdLst/>
            <a:ahLst/>
            <a:cxnLst/>
            <a:rect l="l" t="t" r="r" b="b"/>
            <a:pathLst>
              <a:path w="10651" h="2854" extrusionOk="0">
                <a:moveTo>
                  <a:pt x="4041" y="1"/>
                </a:moveTo>
                <a:cubicBezTo>
                  <a:pt x="2754" y="1"/>
                  <a:pt x="1501" y="629"/>
                  <a:pt x="737" y="1758"/>
                </a:cubicBezTo>
                <a:lnTo>
                  <a:pt x="0" y="2854"/>
                </a:lnTo>
                <a:lnTo>
                  <a:pt x="10651" y="2854"/>
                </a:lnTo>
                <a:lnTo>
                  <a:pt x="5821" y="425"/>
                </a:lnTo>
                <a:cubicBezTo>
                  <a:pt x="5251" y="138"/>
                  <a:pt x="4643" y="1"/>
                  <a:pt x="404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6" name="Google Shape;1986;p44"/>
          <p:cNvSpPr/>
          <p:nvPr/>
        </p:nvSpPr>
        <p:spPr>
          <a:xfrm>
            <a:off x="10247624" y="3262281"/>
            <a:ext cx="228591" cy="228149"/>
          </a:xfrm>
          <a:custGeom>
            <a:avLst/>
            <a:gdLst/>
            <a:ahLst/>
            <a:cxnLst/>
            <a:rect l="l" t="t" r="r" b="b"/>
            <a:pathLst>
              <a:path w="4778" h="4769" extrusionOk="0">
                <a:moveTo>
                  <a:pt x="2393" y="0"/>
                </a:moveTo>
                <a:lnTo>
                  <a:pt x="1981" y="1973"/>
                </a:lnTo>
                <a:lnTo>
                  <a:pt x="0" y="2385"/>
                </a:lnTo>
                <a:lnTo>
                  <a:pt x="1981" y="2797"/>
                </a:lnTo>
                <a:lnTo>
                  <a:pt x="2393" y="4769"/>
                </a:lnTo>
                <a:lnTo>
                  <a:pt x="2805" y="2797"/>
                </a:lnTo>
                <a:lnTo>
                  <a:pt x="4777" y="2385"/>
                </a:lnTo>
                <a:lnTo>
                  <a:pt x="2805" y="1973"/>
                </a:lnTo>
                <a:lnTo>
                  <a:pt x="23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7" name="Google Shape;1987;p44"/>
          <p:cNvSpPr/>
          <p:nvPr/>
        </p:nvSpPr>
        <p:spPr>
          <a:xfrm>
            <a:off x="1762988" y="1960697"/>
            <a:ext cx="75113" cy="75157"/>
          </a:xfrm>
          <a:custGeom>
            <a:avLst/>
            <a:gdLst/>
            <a:ahLst/>
            <a:cxnLst/>
            <a:rect l="l" t="t" r="r" b="b"/>
            <a:pathLst>
              <a:path w="1570" h="1571" extrusionOk="0">
                <a:moveTo>
                  <a:pt x="780" y="1"/>
                </a:moveTo>
                <a:cubicBezTo>
                  <a:pt x="351" y="1"/>
                  <a:pt x="0" y="352"/>
                  <a:pt x="0" y="790"/>
                </a:cubicBezTo>
                <a:cubicBezTo>
                  <a:pt x="0" y="1219"/>
                  <a:pt x="351" y="1570"/>
                  <a:pt x="780" y="1570"/>
                </a:cubicBezTo>
                <a:cubicBezTo>
                  <a:pt x="1219" y="1570"/>
                  <a:pt x="1569" y="1219"/>
                  <a:pt x="1569" y="790"/>
                </a:cubicBezTo>
                <a:cubicBezTo>
                  <a:pt x="1569" y="352"/>
                  <a:pt x="1219" y="1"/>
                  <a:pt x="78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8" name="Google Shape;1988;p44"/>
          <p:cNvSpPr/>
          <p:nvPr/>
        </p:nvSpPr>
        <p:spPr>
          <a:xfrm>
            <a:off x="1938710" y="2037051"/>
            <a:ext cx="67123" cy="57504"/>
          </a:xfrm>
          <a:custGeom>
            <a:avLst/>
            <a:gdLst/>
            <a:ahLst/>
            <a:cxnLst/>
            <a:rect l="l" t="t" r="r" b="b"/>
            <a:pathLst>
              <a:path w="1403" h="1202" extrusionOk="0">
                <a:moveTo>
                  <a:pt x="798" y="0"/>
                </a:moveTo>
                <a:cubicBezTo>
                  <a:pt x="263" y="0"/>
                  <a:pt x="0" y="649"/>
                  <a:pt x="377" y="1026"/>
                </a:cubicBezTo>
                <a:cubicBezTo>
                  <a:pt x="498" y="1147"/>
                  <a:pt x="647" y="1201"/>
                  <a:pt x="793" y="1201"/>
                </a:cubicBezTo>
                <a:cubicBezTo>
                  <a:pt x="1101" y="1201"/>
                  <a:pt x="1397" y="962"/>
                  <a:pt x="1403" y="605"/>
                </a:cubicBezTo>
                <a:cubicBezTo>
                  <a:pt x="1403" y="272"/>
                  <a:pt x="1131" y="0"/>
                  <a:pt x="79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89" name="Google Shape;1989;p44"/>
          <p:cNvGrpSpPr/>
          <p:nvPr/>
        </p:nvGrpSpPr>
        <p:grpSpPr>
          <a:xfrm>
            <a:off x="4061233" y="1815252"/>
            <a:ext cx="1021548" cy="501081"/>
            <a:chOff x="-4518046" y="2117002"/>
            <a:chExt cx="1529721" cy="750346"/>
          </a:xfrm>
        </p:grpSpPr>
        <p:sp>
          <p:nvSpPr>
            <p:cNvPr id="1990" name="Google Shape;1990;p44"/>
            <p:cNvSpPr/>
            <p:nvPr/>
          </p:nvSpPr>
          <p:spPr>
            <a:xfrm>
              <a:off x="-4460327" y="2333477"/>
              <a:ext cx="1409999" cy="370109"/>
            </a:xfrm>
            <a:custGeom>
              <a:avLst/>
              <a:gdLst/>
              <a:ahLst/>
              <a:cxnLst/>
              <a:rect l="l" t="t" r="r" b="b"/>
              <a:pathLst>
                <a:path w="11555" h="3033" extrusionOk="0">
                  <a:moveTo>
                    <a:pt x="11554" y="0"/>
                  </a:moveTo>
                  <a:lnTo>
                    <a:pt x="5856" y="9"/>
                  </a:lnTo>
                  <a:lnTo>
                    <a:pt x="1" y="9"/>
                  </a:lnTo>
                  <a:cubicBezTo>
                    <a:pt x="202" y="1771"/>
                    <a:pt x="1903" y="2972"/>
                    <a:pt x="5856" y="3033"/>
                  </a:cubicBezTo>
                  <a:lnTo>
                    <a:pt x="6181" y="3033"/>
                  </a:lnTo>
                  <a:cubicBezTo>
                    <a:pt x="10371" y="3033"/>
                    <a:pt x="11554" y="0"/>
                    <a:pt x="115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44"/>
            <p:cNvSpPr/>
            <p:nvPr/>
          </p:nvSpPr>
          <p:spPr>
            <a:xfrm>
              <a:off x="-4447514" y="2374112"/>
              <a:ext cx="1384252" cy="130569"/>
            </a:xfrm>
            <a:custGeom>
              <a:avLst/>
              <a:gdLst/>
              <a:ahLst/>
              <a:cxnLst/>
              <a:rect l="l" t="t" r="r" b="b"/>
              <a:pathLst>
                <a:path w="11344" h="1070" fill="none" extrusionOk="0">
                  <a:moveTo>
                    <a:pt x="1" y="0"/>
                  </a:moveTo>
                  <a:cubicBezTo>
                    <a:pt x="1" y="0"/>
                    <a:pt x="4866" y="1070"/>
                    <a:pt x="11344" y="0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8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44"/>
            <p:cNvSpPr/>
            <p:nvPr/>
          </p:nvSpPr>
          <p:spPr>
            <a:xfrm>
              <a:off x="-3936096" y="2366547"/>
              <a:ext cx="147650" cy="147775"/>
            </a:xfrm>
            <a:custGeom>
              <a:avLst/>
              <a:gdLst/>
              <a:ahLst/>
              <a:cxnLst/>
              <a:rect l="l" t="t" r="r" b="b"/>
              <a:pathLst>
                <a:path w="1210" h="1211" extrusionOk="0">
                  <a:moveTo>
                    <a:pt x="281" y="1"/>
                  </a:moveTo>
                  <a:cubicBezTo>
                    <a:pt x="123" y="1"/>
                    <a:pt x="0" y="123"/>
                    <a:pt x="0" y="281"/>
                  </a:cubicBezTo>
                  <a:lnTo>
                    <a:pt x="0" y="930"/>
                  </a:lnTo>
                  <a:cubicBezTo>
                    <a:pt x="0" y="1088"/>
                    <a:pt x="123" y="1210"/>
                    <a:pt x="281" y="1210"/>
                  </a:cubicBezTo>
                  <a:lnTo>
                    <a:pt x="929" y="1210"/>
                  </a:lnTo>
                  <a:cubicBezTo>
                    <a:pt x="1078" y="1210"/>
                    <a:pt x="1210" y="1088"/>
                    <a:pt x="1210" y="930"/>
                  </a:cubicBezTo>
                  <a:lnTo>
                    <a:pt x="1210" y="281"/>
                  </a:lnTo>
                  <a:cubicBezTo>
                    <a:pt x="1210" y="123"/>
                    <a:pt x="1078" y="1"/>
                    <a:pt x="9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44"/>
            <p:cNvSpPr/>
            <p:nvPr/>
          </p:nvSpPr>
          <p:spPr>
            <a:xfrm>
              <a:off x="-3901928" y="2400836"/>
              <a:ext cx="79316" cy="79196"/>
            </a:xfrm>
            <a:custGeom>
              <a:avLst/>
              <a:gdLst/>
              <a:ahLst/>
              <a:cxnLst/>
              <a:rect l="l" t="t" r="r" b="b"/>
              <a:pathLst>
                <a:path w="650" h="649" extrusionOk="0">
                  <a:moveTo>
                    <a:pt x="150" y="0"/>
                  </a:moveTo>
                  <a:cubicBezTo>
                    <a:pt x="62" y="0"/>
                    <a:pt x="1" y="70"/>
                    <a:pt x="1" y="149"/>
                  </a:cubicBezTo>
                  <a:lnTo>
                    <a:pt x="1" y="500"/>
                  </a:lnTo>
                  <a:cubicBezTo>
                    <a:pt x="1" y="579"/>
                    <a:pt x="62" y="649"/>
                    <a:pt x="150" y="649"/>
                  </a:cubicBezTo>
                  <a:lnTo>
                    <a:pt x="500" y="649"/>
                  </a:lnTo>
                  <a:cubicBezTo>
                    <a:pt x="579" y="649"/>
                    <a:pt x="649" y="579"/>
                    <a:pt x="649" y="500"/>
                  </a:cubicBezTo>
                  <a:lnTo>
                    <a:pt x="649" y="149"/>
                  </a:lnTo>
                  <a:cubicBezTo>
                    <a:pt x="649" y="70"/>
                    <a:pt x="579" y="0"/>
                    <a:pt x="5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44"/>
            <p:cNvSpPr/>
            <p:nvPr/>
          </p:nvSpPr>
          <p:spPr>
            <a:xfrm>
              <a:off x="-4137198" y="2353734"/>
              <a:ext cx="147650" cy="146677"/>
            </a:xfrm>
            <a:custGeom>
              <a:avLst/>
              <a:gdLst/>
              <a:ahLst/>
              <a:cxnLst/>
              <a:rect l="l" t="t" r="r" b="b"/>
              <a:pathLst>
                <a:path w="1210" h="1202" extrusionOk="0">
                  <a:moveTo>
                    <a:pt x="281" y="1"/>
                  </a:moveTo>
                  <a:cubicBezTo>
                    <a:pt x="132" y="1"/>
                    <a:pt x="0" y="123"/>
                    <a:pt x="0" y="281"/>
                  </a:cubicBezTo>
                  <a:lnTo>
                    <a:pt x="0" y="930"/>
                  </a:lnTo>
                  <a:cubicBezTo>
                    <a:pt x="0" y="1079"/>
                    <a:pt x="132" y="1201"/>
                    <a:pt x="281" y="1201"/>
                  </a:cubicBezTo>
                  <a:lnTo>
                    <a:pt x="929" y="1201"/>
                  </a:lnTo>
                  <a:cubicBezTo>
                    <a:pt x="1087" y="1201"/>
                    <a:pt x="1210" y="1079"/>
                    <a:pt x="1210" y="930"/>
                  </a:cubicBezTo>
                  <a:lnTo>
                    <a:pt x="1210" y="281"/>
                  </a:lnTo>
                  <a:cubicBezTo>
                    <a:pt x="1210" y="123"/>
                    <a:pt x="1087" y="1"/>
                    <a:pt x="9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44"/>
            <p:cNvSpPr/>
            <p:nvPr/>
          </p:nvSpPr>
          <p:spPr>
            <a:xfrm>
              <a:off x="-4103030" y="2386925"/>
              <a:ext cx="79316" cy="79196"/>
            </a:xfrm>
            <a:custGeom>
              <a:avLst/>
              <a:gdLst/>
              <a:ahLst/>
              <a:cxnLst/>
              <a:rect l="l" t="t" r="r" b="b"/>
              <a:pathLst>
                <a:path w="650" h="649" extrusionOk="0">
                  <a:moveTo>
                    <a:pt x="150" y="0"/>
                  </a:moveTo>
                  <a:cubicBezTo>
                    <a:pt x="71" y="0"/>
                    <a:pt x="1" y="70"/>
                    <a:pt x="1" y="158"/>
                  </a:cubicBezTo>
                  <a:lnTo>
                    <a:pt x="1" y="500"/>
                  </a:lnTo>
                  <a:cubicBezTo>
                    <a:pt x="1" y="588"/>
                    <a:pt x="71" y="649"/>
                    <a:pt x="150" y="649"/>
                  </a:cubicBezTo>
                  <a:lnTo>
                    <a:pt x="500" y="649"/>
                  </a:lnTo>
                  <a:cubicBezTo>
                    <a:pt x="579" y="649"/>
                    <a:pt x="649" y="588"/>
                    <a:pt x="649" y="500"/>
                  </a:cubicBezTo>
                  <a:lnTo>
                    <a:pt x="649" y="158"/>
                  </a:lnTo>
                  <a:cubicBezTo>
                    <a:pt x="649" y="70"/>
                    <a:pt x="579" y="0"/>
                    <a:pt x="5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44"/>
            <p:cNvSpPr/>
            <p:nvPr/>
          </p:nvSpPr>
          <p:spPr>
            <a:xfrm>
              <a:off x="-3722182" y="2366547"/>
              <a:ext cx="147650" cy="147775"/>
            </a:xfrm>
            <a:custGeom>
              <a:avLst/>
              <a:gdLst/>
              <a:ahLst/>
              <a:cxnLst/>
              <a:rect l="l" t="t" r="r" b="b"/>
              <a:pathLst>
                <a:path w="1210" h="1211" extrusionOk="0">
                  <a:moveTo>
                    <a:pt x="281" y="1"/>
                  </a:moveTo>
                  <a:cubicBezTo>
                    <a:pt x="123" y="1"/>
                    <a:pt x="0" y="123"/>
                    <a:pt x="0" y="281"/>
                  </a:cubicBezTo>
                  <a:lnTo>
                    <a:pt x="0" y="930"/>
                  </a:lnTo>
                  <a:cubicBezTo>
                    <a:pt x="0" y="1088"/>
                    <a:pt x="123" y="1210"/>
                    <a:pt x="281" y="1210"/>
                  </a:cubicBezTo>
                  <a:lnTo>
                    <a:pt x="929" y="1210"/>
                  </a:lnTo>
                  <a:cubicBezTo>
                    <a:pt x="1078" y="1210"/>
                    <a:pt x="1210" y="1088"/>
                    <a:pt x="1210" y="930"/>
                  </a:cubicBezTo>
                  <a:lnTo>
                    <a:pt x="1210" y="281"/>
                  </a:lnTo>
                  <a:cubicBezTo>
                    <a:pt x="1210" y="123"/>
                    <a:pt x="1078" y="1"/>
                    <a:pt x="9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44"/>
            <p:cNvSpPr/>
            <p:nvPr/>
          </p:nvSpPr>
          <p:spPr>
            <a:xfrm>
              <a:off x="-3688014" y="2400836"/>
              <a:ext cx="79316" cy="79196"/>
            </a:xfrm>
            <a:custGeom>
              <a:avLst/>
              <a:gdLst/>
              <a:ahLst/>
              <a:cxnLst/>
              <a:rect l="l" t="t" r="r" b="b"/>
              <a:pathLst>
                <a:path w="650" h="649" extrusionOk="0">
                  <a:moveTo>
                    <a:pt x="150" y="0"/>
                  </a:moveTo>
                  <a:cubicBezTo>
                    <a:pt x="71" y="0"/>
                    <a:pt x="1" y="70"/>
                    <a:pt x="1" y="149"/>
                  </a:cubicBezTo>
                  <a:lnTo>
                    <a:pt x="1" y="500"/>
                  </a:lnTo>
                  <a:cubicBezTo>
                    <a:pt x="1" y="579"/>
                    <a:pt x="71" y="649"/>
                    <a:pt x="150" y="649"/>
                  </a:cubicBezTo>
                  <a:lnTo>
                    <a:pt x="500" y="649"/>
                  </a:lnTo>
                  <a:cubicBezTo>
                    <a:pt x="579" y="649"/>
                    <a:pt x="649" y="579"/>
                    <a:pt x="649" y="500"/>
                  </a:cubicBezTo>
                  <a:lnTo>
                    <a:pt x="649" y="149"/>
                  </a:lnTo>
                  <a:cubicBezTo>
                    <a:pt x="649" y="70"/>
                    <a:pt x="579" y="0"/>
                    <a:pt x="5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44"/>
            <p:cNvSpPr/>
            <p:nvPr/>
          </p:nvSpPr>
          <p:spPr>
            <a:xfrm>
              <a:off x="-3521080" y="2353734"/>
              <a:ext cx="146674" cy="146677"/>
            </a:xfrm>
            <a:custGeom>
              <a:avLst/>
              <a:gdLst/>
              <a:ahLst/>
              <a:cxnLst/>
              <a:rect l="l" t="t" r="r" b="b"/>
              <a:pathLst>
                <a:path w="1202" h="1202" extrusionOk="0">
                  <a:moveTo>
                    <a:pt x="272" y="1"/>
                  </a:moveTo>
                  <a:cubicBezTo>
                    <a:pt x="123" y="1"/>
                    <a:pt x="0" y="123"/>
                    <a:pt x="0" y="281"/>
                  </a:cubicBezTo>
                  <a:lnTo>
                    <a:pt x="0" y="930"/>
                  </a:lnTo>
                  <a:cubicBezTo>
                    <a:pt x="0" y="1079"/>
                    <a:pt x="123" y="1201"/>
                    <a:pt x="272" y="1201"/>
                  </a:cubicBezTo>
                  <a:lnTo>
                    <a:pt x="921" y="1201"/>
                  </a:lnTo>
                  <a:cubicBezTo>
                    <a:pt x="1078" y="1201"/>
                    <a:pt x="1201" y="1079"/>
                    <a:pt x="1201" y="930"/>
                  </a:cubicBezTo>
                  <a:lnTo>
                    <a:pt x="1201" y="281"/>
                  </a:lnTo>
                  <a:cubicBezTo>
                    <a:pt x="1201" y="123"/>
                    <a:pt x="1078" y="1"/>
                    <a:pt x="9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44"/>
            <p:cNvSpPr/>
            <p:nvPr/>
          </p:nvSpPr>
          <p:spPr>
            <a:xfrm>
              <a:off x="-3488011" y="2386925"/>
              <a:ext cx="79316" cy="79196"/>
            </a:xfrm>
            <a:custGeom>
              <a:avLst/>
              <a:gdLst/>
              <a:ahLst/>
              <a:cxnLst/>
              <a:rect l="l" t="t" r="r" b="b"/>
              <a:pathLst>
                <a:path w="650" h="649" extrusionOk="0">
                  <a:moveTo>
                    <a:pt x="159" y="0"/>
                  </a:moveTo>
                  <a:cubicBezTo>
                    <a:pt x="71" y="0"/>
                    <a:pt x="1" y="70"/>
                    <a:pt x="1" y="158"/>
                  </a:cubicBezTo>
                  <a:lnTo>
                    <a:pt x="1" y="500"/>
                  </a:lnTo>
                  <a:cubicBezTo>
                    <a:pt x="1" y="588"/>
                    <a:pt x="71" y="649"/>
                    <a:pt x="159" y="649"/>
                  </a:cubicBezTo>
                  <a:lnTo>
                    <a:pt x="501" y="649"/>
                  </a:lnTo>
                  <a:cubicBezTo>
                    <a:pt x="588" y="649"/>
                    <a:pt x="650" y="588"/>
                    <a:pt x="650" y="500"/>
                  </a:cubicBezTo>
                  <a:lnTo>
                    <a:pt x="650" y="158"/>
                  </a:lnTo>
                  <a:cubicBezTo>
                    <a:pt x="650" y="70"/>
                    <a:pt x="588" y="0"/>
                    <a:pt x="5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44"/>
            <p:cNvSpPr/>
            <p:nvPr/>
          </p:nvSpPr>
          <p:spPr>
            <a:xfrm>
              <a:off x="-4502060" y="2334453"/>
              <a:ext cx="1493464" cy="532894"/>
            </a:xfrm>
            <a:custGeom>
              <a:avLst/>
              <a:gdLst/>
              <a:ahLst/>
              <a:cxnLst/>
              <a:rect l="l" t="t" r="r" b="b"/>
              <a:pathLst>
                <a:path w="12239" h="4367" extrusionOk="0">
                  <a:moveTo>
                    <a:pt x="1" y="1"/>
                  </a:moveTo>
                  <a:cubicBezTo>
                    <a:pt x="308" y="2455"/>
                    <a:pt x="2929" y="4366"/>
                    <a:pt x="6119" y="4366"/>
                  </a:cubicBezTo>
                  <a:cubicBezTo>
                    <a:pt x="9302" y="4366"/>
                    <a:pt x="11923" y="2455"/>
                    <a:pt x="12238" y="1"/>
                  </a:cubicBezTo>
                  <a:lnTo>
                    <a:pt x="11896" y="1"/>
                  </a:lnTo>
                  <a:cubicBezTo>
                    <a:pt x="11028" y="1473"/>
                    <a:pt x="8767" y="2517"/>
                    <a:pt x="6119" y="2517"/>
                  </a:cubicBezTo>
                  <a:cubicBezTo>
                    <a:pt x="3463" y="2517"/>
                    <a:pt x="1211" y="1473"/>
                    <a:pt x="3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44"/>
            <p:cNvSpPr/>
            <p:nvPr/>
          </p:nvSpPr>
          <p:spPr>
            <a:xfrm>
              <a:off x="-4518046" y="2117002"/>
              <a:ext cx="811954" cy="217575"/>
            </a:xfrm>
            <a:custGeom>
              <a:avLst/>
              <a:gdLst/>
              <a:ahLst/>
              <a:cxnLst/>
              <a:rect l="l" t="t" r="r" b="b"/>
              <a:pathLst>
                <a:path w="6654" h="1783" extrusionOk="0">
                  <a:moveTo>
                    <a:pt x="4136" y="1"/>
                  </a:moveTo>
                  <a:cubicBezTo>
                    <a:pt x="3758" y="1"/>
                    <a:pt x="3375" y="87"/>
                    <a:pt x="3016" y="266"/>
                  </a:cubicBezTo>
                  <a:lnTo>
                    <a:pt x="0" y="1783"/>
                  </a:lnTo>
                  <a:lnTo>
                    <a:pt x="6654" y="1783"/>
                  </a:lnTo>
                  <a:lnTo>
                    <a:pt x="6198" y="1099"/>
                  </a:lnTo>
                  <a:cubicBezTo>
                    <a:pt x="5721" y="390"/>
                    <a:pt x="4940" y="1"/>
                    <a:pt x="41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002" name="Google Shape;2002;p44"/>
            <p:cNvSpPr/>
            <p:nvPr/>
          </p:nvSpPr>
          <p:spPr>
            <a:xfrm>
              <a:off x="-3801378" y="2117002"/>
              <a:ext cx="813053" cy="217575"/>
            </a:xfrm>
            <a:custGeom>
              <a:avLst/>
              <a:gdLst/>
              <a:ahLst/>
              <a:cxnLst/>
              <a:rect l="l" t="t" r="r" b="b"/>
              <a:pathLst>
                <a:path w="6663" h="1783" extrusionOk="0">
                  <a:moveTo>
                    <a:pt x="2518" y="1"/>
                  </a:moveTo>
                  <a:cubicBezTo>
                    <a:pt x="1714" y="1"/>
                    <a:pt x="933" y="390"/>
                    <a:pt x="456" y="1099"/>
                  </a:cubicBezTo>
                  <a:lnTo>
                    <a:pt x="1" y="1783"/>
                  </a:lnTo>
                  <a:lnTo>
                    <a:pt x="6663" y="1783"/>
                  </a:lnTo>
                  <a:lnTo>
                    <a:pt x="3638" y="266"/>
                  </a:lnTo>
                  <a:cubicBezTo>
                    <a:pt x="3279" y="87"/>
                    <a:pt x="2896" y="1"/>
                    <a:pt x="25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</p:grpSp>
      <p:sp>
        <p:nvSpPr>
          <p:cNvPr id="2003" name="Google Shape;2003;p44"/>
          <p:cNvSpPr/>
          <p:nvPr/>
        </p:nvSpPr>
        <p:spPr>
          <a:xfrm>
            <a:off x="7057629" y="1985741"/>
            <a:ext cx="435367" cy="231976"/>
          </a:xfrm>
          <a:custGeom>
            <a:avLst/>
            <a:gdLst/>
            <a:ahLst/>
            <a:cxnLst/>
            <a:rect l="l" t="t" r="r" b="b"/>
            <a:pathLst>
              <a:path w="9100" h="4849" extrusionOk="0">
                <a:moveTo>
                  <a:pt x="9100" y="1"/>
                </a:moveTo>
                <a:lnTo>
                  <a:pt x="1" y="10"/>
                </a:lnTo>
                <a:lnTo>
                  <a:pt x="1" y="4848"/>
                </a:lnTo>
                <a:lnTo>
                  <a:pt x="509" y="4848"/>
                </a:lnTo>
                <a:cubicBezTo>
                  <a:pt x="7215" y="4848"/>
                  <a:pt x="9100" y="1"/>
                  <a:pt x="910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4" name="Google Shape;2004;p44"/>
          <p:cNvSpPr/>
          <p:nvPr/>
        </p:nvSpPr>
        <p:spPr>
          <a:xfrm flipH="1">
            <a:off x="6611856" y="1985750"/>
            <a:ext cx="448744" cy="231976"/>
          </a:xfrm>
          <a:custGeom>
            <a:avLst/>
            <a:gdLst/>
            <a:ahLst/>
            <a:cxnLst/>
            <a:rect l="l" t="t" r="r" b="b"/>
            <a:pathLst>
              <a:path w="9100" h="4849" extrusionOk="0">
                <a:moveTo>
                  <a:pt x="9100" y="1"/>
                </a:moveTo>
                <a:lnTo>
                  <a:pt x="1" y="10"/>
                </a:lnTo>
                <a:lnTo>
                  <a:pt x="1" y="4848"/>
                </a:lnTo>
                <a:lnTo>
                  <a:pt x="509" y="4848"/>
                </a:lnTo>
                <a:cubicBezTo>
                  <a:pt x="7215" y="4848"/>
                  <a:pt x="9100" y="1"/>
                  <a:pt x="910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5" name="Google Shape;2005;p44"/>
          <p:cNvSpPr/>
          <p:nvPr/>
        </p:nvSpPr>
        <p:spPr>
          <a:xfrm>
            <a:off x="6582514" y="1986172"/>
            <a:ext cx="936900" cy="334258"/>
          </a:xfrm>
          <a:custGeom>
            <a:avLst/>
            <a:gdLst/>
            <a:ahLst/>
            <a:cxnLst/>
            <a:rect l="l" t="t" r="r" b="b"/>
            <a:pathLst>
              <a:path w="19583" h="6987" extrusionOk="0">
                <a:moveTo>
                  <a:pt x="0" y="1"/>
                </a:moveTo>
                <a:cubicBezTo>
                  <a:pt x="500" y="3928"/>
                  <a:pt x="4699" y="6987"/>
                  <a:pt x="9791" y="6987"/>
                </a:cubicBezTo>
                <a:cubicBezTo>
                  <a:pt x="14893" y="6987"/>
                  <a:pt x="19083" y="3919"/>
                  <a:pt x="19583" y="1"/>
                </a:cubicBezTo>
                <a:lnTo>
                  <a:pt x="19031" y="1"/>
                </a:lnTo>
                <a:cubicBezTo>
                  <a:pt x="17646" y="2359"/>
                  <a:pt x="14034" y="4042"/>
                  <a:pt x="9791" y="4042"/>
                </a:cubicBezTo>
                <a:cubicBezTo>
                  <a:pt x="5549" y="4042"/>
                  <a:pt x="1937" y="2359"/>
                  <a:pt x="55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6" name="Google Shape;2006;p44"/>
          <p:cNvSpPr/>
          <p:nvPr/>
        </p:nvSpPr>
        <p:spPr>
          <a:xfrm>
            <a:off x="6572850" y="1849873"/>
            <a:ext cx="509188" cy="136344"/>
          </a:xfrm>
          <a:custGeom>
            <a:avLst/>
            <a:gdLst/>
            <a:ahLst/>
            <a:cxnLst/>
            <a:rect l="l" t="t" r="r" b="b"/>
            <a:pathLst>
              <a:path w="10643" h="2850" extrusionOk="0">
                <a:moveTo>
                  <a:pt x="6609" y="0"/>
                </a:moveTo>
                <a:cubicBezTo>
                  <a:pt x="6008" y="0"/>
                  <a:pt x="5400" y="137"/>
                  <a:pt x="4830" y="421"/>
                </a:cubicBezTo>
                <a:lnTo>
                  <a:pt x="0" y="2850"/>
                </a:lnTo>
                <a:lnTo>
                  <a:pt x="10642" y="2850"/>
                </a:lnTo>
                <a:lnTo>
                  <a:pt x="9906" y="1754"/>
                </a:lnTo>
                <a:cubicBezTo>
                  <a:pt x="9147" y="625"/>
                  <a:pt x="7896" y="0"/>
                  <a:pt x="660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7" name="Google Shape;2007;p44"/>
          <p:cNvSpPr/>
          <p:nvPr/>
        </p:nvSpPr>
        <p:spPr>
          <a:xfrm>
            <a:off x="7022417" y="1849681"/>
            <a:ext cx="509570" cy="136535"/>
          </a:xfrm>
          <a:custGeom>
            <a:avLst/>
            <a:gdLst/>
            <a:ahLst/>
            <a:cxnLst/>
            <a:rect l="l" t="t" r="r" b="b"/>
            <a:pathLst>
              <a:path w="10651" h="2854" extrusionOk="0">
                <a:moveTo>
                  <a:pt x="4041" y="1"/>
                </a:moveTo>
                <a:cubicBezTo>
                  <a:pt x="2754" y="1"/>
                  <a:pt x="1501" y="629"/>
                  <a:pt x="737" y="1758"/>
                </a:cubicBezTo>
                <a:lnTo>
                  <a:pt x="0" y="2854"/>
                </a:lnTo>
                <a:lnTo>
                  <a:pt x="10651" y="2854"/>
                </a:lnTo>
                <a:lnTo>
                  <a:pt x="5821" y="425"/>
                </a:lnTo>
                <a:cubicBezTo>
                  <a:pt x="5251" y="138"/>
                  <a:pt x="4643" y="1"/>
                  <a:pt x="404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8" name="Google Shape;2008;p44"/>
          <p:cNvSpPr/>
          <p:nvPr/>
        </p:nvSpPr>
        <p:spPr>
          <a:xfrm>
            <a:off x="2278801" y="2021509"/>
            <a:ext cx="75113" cy="75157"/>
          </a:xfrm>
          <a:custGeom>
            <a:avLst/>
            <a:gdLst/>
            <a:ahLst/>
            <a:cxnLst/>
            <a:rect l="l" t="t" r="r" b="b"/>
            <a:pathLst>
              <a:path w="1570" h="1571" extrusionOk="0">
                <a:moveTo>
                  <a:pt x="780" y="1"/>
                </a:moveTo>
                <a:cubicBezTo>
                  <a:pt x="351" y="1"/>
                  <a:pt x="0" y="352"/>
                  <a:pt x="0" y="790"/>
                </a:cubicBezTo>
                <a:cubicBezTo>
                  <a:pt x="0" y="1219"/>
                  <a:pt x="351" y="1570"/>
                  <a:pt x="780" y="1570"/>
                </a:cubicBezTo>
                <a:cubicBezTo>
                  <a:pt x="1219" y="1570"/>
                  <a:pt x="1569" y="1219"/>
                  <a:pt x="1569" y="790"/>
                </a:cubicBezTo>
                <a:cubicBezTo>
                  <a:pt x="1569" y="352"/>
                  <a:pt x="1219" y="1"/>
                  <a:pt x="78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9" name="Google Shape;2009;p44"/>
          <p:cNvSpPr/>
          <p:nvPr/>
        </p:nvSpPr>
        <p:spPr>
          <a:xfrm>
            <a:off x="2072423" y="1962564"/>
            <a:ext cx="67123" cy="57504"/>
          </a:xfrm>
          <a:custGeom>
            <a:avLst/>
            <a:gdLst/>
            <a:ahLst/>
            <a:cxnLst/>
            <a:rect l="l" t="t" r="r" b="b"/>
            <a:pathLst>
              <a:path w="1403" h="1202" extrusionOk="0">
                <a:moveTo>
                  <a:pt x="798" y="0"/>
                </a:moveTo>
                <a:cubicBezTo>
                  <a:pt x="263" y="0"/>
                  <a:pt x="0" y="649"/>
                  <a:pt x="377" y="1026"/>
                </a:cubicBezTo>
                <a:cubicBezTo>
                  <a:pt x="498" y="1147"/>
                  <a:pt x="647" y="1201"/>
                  <a:pt x="793" y="1201"/>
                </a:cubicBezTo>
                <a:cubicBezTo>
                  <a:pt x="1101" y="1201"/>
                  <a:pt x="1397" y="962"/>
                  <a:pt x="1403" y="605"/>
                </a:cubicBezTo>
                <a:cubicBezTo>
                  <a:pt x="1403" y="272"/>
                  <a:pt x="1131" y="0"/>
                  <a:pt x="79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0" name="Google Shape;2010;p44"/>
          <p:cNvSpPr txBox="1"/>
          <p:nvPr/>
        </p:nvSpPr>
        <p:spPr>
          <a:xfrm>
            <a:off x="1171325" y="2544510"/>
            <a:ext cx="18693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25%</a:t>
            </a:r>
            <a:endParaRPr sz="2000">
              <a:solidFill>
                <a:schemeClr val="accent3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011" name="Google Shape;2011;p44"/>
          <p:cNvSpPr txBox="1"/>
          <p:nvPr/>
        </p:nvSpPr>
        <p:spPr>
          <a:xfrm>
            <a:off x="3637350" y="2538615"/>
            <a:ext cx="18693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40%</a:t>
            </a:r>
            <a:endParaRPr sz="2000">
              <a:solidFill>
                <a:schemeClr val="accent3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012" name="Google Shape;2012;p44"/>
          <p:cNvSpPr txBox="1"/>
          <p:nvPr/>
        </p:nvSpPr>
        <p:spPr>
          <a:xfrm>
            <a:off x="6116325" y="2544515"/>
            <a:ext cx="18693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35%</a:t>
            </a:r>
            <a:endParaRPr sz="2000">
              <a:solidFill>
                <a:schemeClr val="accent3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p45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Dental Infographics</a:t>
            </a:r>
            <a:endParaRPr/>
          </a:p>
        </p:txBody>
      </p:sp>
      <p:sp>
        <p:nvSpPr>
          <p:cNvPr id="2018" name="Google Shape;2018;p45"/>
          <p:cNvSpPr/>
          <p:nvPr/>
        </p:nvSpPr>
        <p:spPr>
          <a:xfrm>
            <a:off x="4106065" y="4120240"/>
            <a:ext cx="1194092" cy="1155302"/>
          </a:xfrm>
          <a:custGeom>
            <a:avLst/>
            <a:gdLst/>
            <a:ahLst/>
            <a:cxnLst/>
            <a:rect l="l" t="t" r="r" b="b"/>
            <a:pathLst>
              <a:path w="101323" h="112630" extrusionOk="0">
                <a:moveTo>
                  <a:pt x="50661" y="0"/>
                </a:moveTo>
                <a:cubicBezTo>
                  <a:pt x="44651" y="644"/>
                  <a:pt x="14705" y="3900"/>
                  <a:pt x="0" y="9410"/>
                </a:cubicBezTo>
                <a:lnTo>
                  <a:pt x="5331" y="107119"/>
                </a:lnTo>
                <a:cubicBezTo>
                  <a:pt x="20511" y="110626"/>
                  <a:pt x="33329" y="112629"/>
                  <a:pt x="46312" y="112629"/>
                </a:cubicBezTo>
                <a:cubicBezTo>
                  <a:pt x="60349" y="112629"/>
                  <a:pt x="74580" y="110288"/>
                  <a:pt x="92199" y="104972"/>
                </a:cubicBezTo>
                <a:lnTo>
                  <a:pt x="101322" y="9410"/>
                </a:lnTo>
                <a:cubicBezTo>
                  <a:pt x="86618" y="3900"/>
                  <a:pt x="56672" y="644"/>
                  <a:pt x="5066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9" name="Google Shape;2019;p45"/>
          <p:cNvSpPr/>
          <p:nvPr/>
        </p:nvSpPr>
        <p:spPr>
          <a:xfrm>
            <a:off x="4506655" y="3991211"/>
            <a:ext cx="392983" cy="481523"/>
          </a:xfrm>
          <a:custGeom>
            <a:avLst/>
            <a:gdLst/>
            <a:ahLst/>
            <a:cxnLst/>
            <a:rect l="l" t="t" r="r" b="b"/>
            <a:pathLst>
              <a:path w="33346" h="40859" extrusionOk="0">
                <a:moveTo>
                  <a:pt x="1" y="0"/>
                </a:moveTo>
                <a:lnTo>
                  <a:pt x="1" y="16029"/>
                </a:lnTo>
                <a:lnTo>
                  <a:pt x="16709" y="40858"/>
                </a:lnTo>
                <a:lnTo>
                  <a:pt x="33346" y="16064"/>
                </a:lnTo>
                <a:lnTo>
                  <a:pt x="33346" y="36"/>
                </a:lnTo>
                <a:cubicBezTo>
                  <a:pt x="29660" y="4794"/>
                  <a:pt x="25796" y="8730"/>
                  <a:pt x="24186" y="9803"/>
                </a:cubicBezTo>
                <a:cubicBezTo>
                  <a:pt x="21682" y="10161"/>
                  <a:pt x="19178" y="10376"/>
                  <a:pt x="16673" y="10483"/>
                </a:cubicBezTo>
                <a:cubicBezTo>
                  <a:pt x="14169" y="10376"/>
                  <a:pt x="11664" y="10161"/>
                  <a:pt x="9160" y="9803"/>
                </a:cubicBezTo>
                <a:cubicBezTo>
                  <a:pt x="7550" y="8730"/>
                  <a:pt x="3650" y="4794"/>
                  <a:pt x="1" y="0"/>
                </a:cubicBezTo>
                <a:close/>
              </a:path>
            </a:pathLst>
          </a:custGeom>
          <a:solidFill>
            <a:srgbClr val="FCD5A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0" name="Google Shape;2020;p45"/>
          <p:cNvSpPr/>
          <p:nvPr/>
        </p:nvSpPr>
        <p:spPr>
          <a:xfrm>
            <a:off x="4506655" y="3924584"/>
            <a:ext cx="392983" cy="190175"/>
          </a:xfrm>
          <a:custGeom>
            <a:avLst/>
            <a:gdLst/>
            <a:ahLst/>
            <a:cxnLst/>
            <a:rect l="l" t="t" r="r" b="b"/>
            <a:pathLst>
              <a:path w="33346" h="16137" extrusionOk="0">
                <a:moveTo>
                  <a:pt x="1" y="0"/>
                </a:moveTo>
                <a:lnTo>
                  <a:pt x="1" y="5689"/>
                </a:lnTo>
                <a:cubicBezTo>
                  <a:pt x="3650" y="10483"/>
                  <a:pt x="7550" y="14419"/>
                  <a:pt x="9160" y="15492"/>
                </a:cubicBezTo>
                <a:cubicBezTo>
                  <a:pt x="11664" y="15814"/>
                  <a:pt x="14169" y="16064"/>
                  <a:pt x="16673" y="16136"/>
                </a:cubicBezTo>
                <a:cubicBezTo>
                  <a:pt x="19178" y="16064"/>
                  <a:pt x="21682" y="15814"/>
                  <a:pt x="24186" y="15492"/>
                </a:cubicBezTo>
                <a:cubicBezTo>
                  <a:pt x="25796" y="14419"/>
                  <a:pt x="29660" y="10483"/>
                  <a:pt x="33346" y="5689"/>
                </a:cubicBezTo>
                <a:lnTo>
                  <a:pt x="33346" y="0"/>
                </a:lnTo>
                <a:lnTo>
                  <a:pt x="16709" y="1825"/>
                </a:lnTo>
                <a:lnTo>
                  <a:pt x="1" y="0"/>
                </a:lnTo>
                <a:close/>
              </a:path>
            </a:pathLst>
          </a:custGeom>
          <a:solidFill>
            <a:srgbClr val="FDAD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1" name="Google Shape;2021;p45"/>
          <p:cNvSpPr/>
          <p:nvPr/>
        </p:nvSpPr>
        <p:spPr>
          <a:xfrm>
            <a:off x="3744685" y="4206872"/>
            <a:ext cx="592491" cy="639878"/>
          </a:xfrm>
          <a:custGeom>
            <a:avLst/>
            <a:gdLst/>
            <a:ahLst/>
            <a:cxnLst/>
            <a:rect l="l" t="t" r="r" b="b"/>
            <a:pathLst>
              <a:path w="50275" h="54296" extrusionOk="0">
                <a:moveTo>
                  <a:pt x="38265" y="1"/>
                </a:moveTo>
                <a:cubicBezTo>
                  <a:pt x="37757" y="1"/>
                  <a:pt x="37227" y="42"/>
                  <a:pt x="36673" y="128"/>
                </a:cubicBezTo>
                <a:cubicBezTo>
                  <a:pt x="24472" y="2024"/>
                  <a:pt x="8516" y="15512"/>
                  <a:pt x="1" y="33007"/>
                </a:cubicBezTo>
                <a:cubicBezTo>
                  <a:pt x="5725" y="40127"/>
                  <a:pt x="23220" y="54295"/>
                  <a:pt x="23220" y="54295"/>
                </a:cubicBezTo>
                <a:cubicBezTo>
                  <a:pt x="23220" y="54295"/>
                  <a:pt x="42612" y="37480"/>
                  <a:pt x="46190" y="29895"/>
                </a:cubicBezTo>
                <a:cubicBezTo>
                  <a:pt x="49451" y="23132"/>
                  <a:pt x="50274" y="1"/>
                  <a:pt x="38265" y="1"/>
                </a:cubicBezTo>
                <a:close/>
              </a:path>
            </a:pathLst>
          </a:custGeom>
          <a:solidFill>
            <a:srgbClr val="6A80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2" name="Google Shape;2022;p45"/>
          <p:cNvSpPr/>
          <p:nvPr/>
        </p:nvSpPr>
        <p:spPr>
          <a:xfrm>
            <a:off x="5046647" y="4200166"/>
            <a:ext cx="561815" cy="717836"/>
          </a:xfrm>
          <a:custGeom>
            <a:avLst/>
            <a:gdLst/>
            <a:ahLst/>
            <a:cxnLst/>
            <a:rect l="l" t="t" r="r" b="b"/>
            <a:pathLst>
              <a:path w="47672" h="60911" extrusionOk="0">
                <a:moveTo>
                  <a:pt x="16811" y="1"/>
                </a:moveTo>
                <a:cubicBezTo>
                  <a:pt x="6608" y="1"/>
                  <a:pt x="0" y="21027"/>
                  <a:pt x="1054" y="28496"/>
                </a:cubicBezTo>
                <a:cubicBezTo>
                  <a:pt x="2306" y="37584"/>
                  <a:pt x="18406" y="60911"/>
                  <a:pt x="18406" y="60911"/>
                </a:cubicBezTo>
                <a:cubicBezTo>
                  <a:pt x="18406" y="60911"/>
                  <a:pt x="40015" y="44417"/>
                  <a:pt x="47672" y="39444"/>
                </a:cubicBezTo>
                <a:cubicBezTo>
                  <a:pt x="42591" y="23416"/>
                  <a:pt x="31643" y="6600"/>
                  <a:pt x="20660" y="983"/>
                </a:cubicBezTo>
                <a:cubicBezTo>
                  <a:pt x="19329" y="308"/>
                  <a:pt x="18044" y="1"/>
                  <a:pt x="1681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3" name="Google Shape;2023;p45"/>
          <p:cNvSpPr/>
          <p:nvPr/>
        </p:nvSpPr>
        <p:spPr>
          <a:xfrm>
            <a:off x="4271782" y="3119809"/>
            <a:ext cx="866056" cy="521227"/>
          </a:xfrm>
          <a:custGeom>
            <a:avLst/>
            <a:gdLst/>
            <a:ahLst/>
            <a:cxnLst/>
            <a:rect l="l" t="t" r="r" b="b"/>
            <a:pathLst>
              <a:path w="73488" h="44228" extrusionOk="0">
                <a:moveTo>
                  <a:pt x="45151" y="0"/>
                </a:moveTo>
                <a:cubicBezTo>
                  <a:pt x="42851" y="0"/>
                  <a:pt x="40731" y="352"/>
                  <a:pt x="39034" y="1163"/>
                </a:cubicBezTo>
                <a:cubicBezTo>
                  <a:pt x="33149" y="3975"/>
                  <a:pt x="23623" y="4744"/>
                  <a:pt x="17327" y="4744"/>
                </a:cubicBezTo>
                <a:cubicBezTo>
                  <a:pt x="15853" y="4744"/>
                  <a:pt x="14556" y="4702"/>
                  <a:pt x="13525" y="4634"/>
                </a:cubicBezTo>
                <a:cubicBezTo>
                  <a:pt x="4473" y="5421"/>
                  <a:pt x="1" y="13686"/>
                  <a:pt x="251" y="17156"/>
                </a:cubicBezTo>
                <a:cubicBezTo>
                  <a:pt x="1146" y="14830"/>
                  <a:pt x="5618" y="11360"/>
                  <a:pt x="6620" y="11360"/>
                </a:cubicBezTo>
                <a:cubicBezTo>
                  <a:pt x="4473" y="13686"/>
                  <a:pt x="3256" y="17263"/>
                  <a:pt x="3471" y="18945"/>
                </a:cubicBezTo>
                <a:cubicBezTo>
                  <a:pt x="5510" y="15618"/>
                  <a:pt x="7621" y="14723"/>
                  <a:pt x="7621" y="14723"/>
                </a:cubicBezTo>
                <a:lnTo>
                  <a:pt x="7621" y="14723"/>
                </a:lnTo>
                <a:cubicBezTo>
                  <a:pt x="7621" y="14723"/>
                  <a:pt x="859" y="23274"/>
                  <a:pt x="8623" y="38122"/>
                </a:cubicBezTo>
                <a:cubicBezTo>
                  <a:pt x="13400" y="40917"/>
                  <a:pt x="32601" y="44228"/>
                  <a:pt x="47344" y="44228"/>
                </a:cubicBezTo>
                <a:cubicBezTo>
                  <a:pt x="56562" y="44228"/>
                  <a:pt x="64037" y="42933"/>
                  <a:pt x="65152" y="39410"/>
                </a:cubicBezTo>
                <a:cubicBezTo>
                  <a:pt x="68086" y="30251"/>
                  <a:pt x="68873" y="13256"/>
                  <a:pt x="73488" y="11467"/>
                </a:cubicBezTo>
                <a:cubicBezTo>
                  <a:pt x="71530" y="9509"/>
                  <a:pt x="69518" y="7416"/>
                  <a:pt x="66561" y="7416"/>
                </a:cubicBezTo>
                <a:cubicBezTo>
                  <a:pt x="66114" y="7416"/>
                  <a:pt x="65645" y="7464"/>
                  <a:pt x="65152" y="7568"/>
                </a:cubicBezTo>
                <a:cubicBezTo>
                  <a:pt x="62191" y="3784"/>
                  <a:pt x="52696" y="0"/>
                  <a:pt x="4515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4" name="Google Shape;2024;p45"/>
          <p:cNvSpPr/>
          <p:nvPr/>
        </p:nvSpPr>
        <p:spPr>
          <a:xfrm>
            <a:off x="4294977" y="3542822"/>
            <a:ext cx="147584" cy="256937"/>
          </a:xfrm>
          <a:custGeom>
            <a:avLst/>
            <a:gdLst/>
            <a:ahLst/>
            <a:cxnLst/>
            <a:rect l="l" t="t" r="r" b="b"/>
            <a:pathLst>
              <a:path w="12523" h="21802" extrusionOk="0">
                <a:moveTo>
                  <a:pt x="5755" y="0"/>
                </a:moveTo>
                <a:cubicBezTo>
                  <a:pt x="5272" y="0"/>
                  <a:pt x="4776" y="137"/>
                  <a:pt x="4294" y="478"/>
                </a:cubicBezTo>
                <a:cubicBezTo>
                  <a:pt x="1861" y="2159"/>
                  <a:pt x="0" y="15468"/>
                  <a:pt x="12523" y="21801"/>
                </a:cubicBezTo>
                <a:cubicBezTo>
                  <a:pt x="10734" y="9708"/>
                  <a:pt x="9481" y="2231"/>
                  <a:pt x="9481" y="2231"/>
                </a:cubicBezTo>
                <a:cubicBezTo>
                  <a:pt x="9481" y="2231"/>
                  <a:pt x="7711" y="0"/>
                  <a:pt x="5755" y="0"/>
                </a:cubicBezTo>
                <a:close/>
              </a:path>
            </a:pathLst>
          </a:custGeom>
          <a:solidFill>
            <a:srgbClr val="FCD5A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5" name="Google Shape;2025;p45"/>
          <p:cNvSpPr/>
          <p:nvPr/>
        </p:nvSpPr>
        <p:spPr>
          <a:xfrm>
            <a:off x="4963755" y="3542822"/>
            <a:ext cx="147584" cy="256937"/>
          </a:xfrm>
          <a:custGeom>
            <a:avLst/>
            <a:gdLst/>
            <a:ahLst/>
            <a:cxnLst/>
            <a:rect l="l" t="t" r="r" b="b"/>
            <a:pathLst>
              <a:path w="12523" h="21802" extrusionOk="0">
                <a:moveTo>
                  <a:pt x="6754" y="0"/>
                </a:moveTo>
                <a:cubicBezTo>
                  <a:pt x="4789" y="0"/>
                  <a:pt x="3042" y="2231"/>
                  <a:pt x="3042" y="2231"/>
                </a:cubicBezTo>
                <a:cubicBezTo>
                  <a:pt x="3042" y="2231"/>
                  <a:pt x="1790" y="9708"/>
                  <a:pt x="1" y="21801"/>
                </a:cubicBezTo>
                <a:cubicBezTo>
                  <a:pt x="12523" y="15468"/>
                  <a:pt x="10663" y="2159"/>
                  <a:pt x="8230" y="478"/>
                </a:cubicBezTo>
                <a:cubicBezTo>
                  <a:pt x="7740" y="137"/>
                  <a:pt x="7240" y="0"/>
                  <a:pt x="6754" y="0"/>
                </a:cubicBezTo>
                <a:close/>
              </a:path>
            </a:pathLst>
          </a:custGeom>
          <a:solidFill>
            <a:srgbClr val="FCD5A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6" name="Google Shape;2026;p45"/>
          <p:cNvSpPr/>
          <p:nvPr/>
        </p:nvSpPr>
        <p:spPr>
          <a:xfrm>
            <a:off x="4359919" y="3612360"/>
            <a:ext cx="70840" cy="116141"/>
          </a:xfrm>
          <a:custGeom>
            <a:avLst/>
            <a:gdLst/>
            <a:ahLst/>
            <a:cxnLst/>
            <a:rect l="l" t="t" r="r" b="b"/>
            <a:pathLst>
              <a:path w="6011" h="9855" extrusionOk="0">
                <a:moveTo>
                  <a:pt x="1364" y="0"/>
                </a:moveTo>
                <a:cubicBezTo>
                  <a:pt x="711" y="0"/>
                  <a:pt x="263" y="536"/>
                  <a:pt x="179" y="1697"/>
                </a:cubicBezTo>
                <a:cubicBezTo>
                  <a:pt x="0" y="4166"/>
                  <a:pt x="1610" y="7171"/>
                  <a:pt x="2183" y="7529"/>
                </a:cubicBezTo>
                <a:cubicBezTo>
                  <a:pt x="1396" y="5848"/>
                  <a:pt x="1932" y="3629"/>
                  <a:pt x="2755" y="3379"/>
                </a:cubicBezTo>
                <a:lnTo>
                  <a:pt x="2755" y="3379"/>
                </a:lnTo>
                <a:cubicBezTo>
                  <a:pt x="2183" y="4631"/>
                  <a:pt x="2970" y="9604"/>
                  <a:pt x="5295" y="9855"/>
                </a:cubicBezTo>
                <a:cubicBezTo>
                  <a:pt x="5474" y="4202"/>
                  <a:pt x="6011" y="4238"/>
                  <a:pt x="4115" y="1912"/>
                </a:cubicBezTo>
                <a:cubicBezTo>
                  <a:pt x="3091" y="680"/>
                  <a:pt x="2098" y="0"/>
                  <a:pt x="1364" y="0"/>
                </a:cubicBezTo>
                <a:close/>
              </a:path>
            </a:pathLst>
          </a:custGeom>
          <a:solidFill>
            <a:srgbClr val="FDAD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7" name="Google Shape;2027;p45"/>
          <p:cNvSpPr/>
          <p:nvPr/>
        </p:nvSpPr>
        <p:spPr>
          <a:xfrm>
            <a:off x="4975565" y="3612360"/>
            <a:ext cx="70851" cy="116141"/>
          </a:xfrm>
          <a:custGeom>
            <a:avLst/>
            <a:gdLst/>
            <a:ahLst/>
            <a:cxnLst/>
            <a:rect l="l" t="t" r="r" b="b"/>
            <a:pathLst>
              <a:path w="6012" h="9855" extrusionOk="0">
                <a:moveTo>
                  <a:pt x="4652" y="0"/>
                </a:moveTo>
                <a:cubicBezTo>
                  <a:pt x="3921" y="0"/>
                  <a:pt x="2937" y="680"/>
                  <a:pt x="1933" y="1912"/>
                </a:cubicBezTo>
                <a:cubicBezTo>
                  <a:pt x="1" y="4238"/>
                  <a:pt x="537" y="4202"/>
                  <a:pt x="716" y="9855"/>
                </a:cubicBezTo>
                <a:cubicBezTo>
                  <a:pt x="3042" y="9604"/>
                  <a:pt x="3829" y="4631"/>
                  <a:pt x="3256" y="3379"/>
                </a:cubicBezTo>
                <a:lnTo>
                  <a:pt x="3256" y="3379"/>
                </a:lnTo>
                <a:cubicBezTo>
                  <a:pt x="4079" y="3629"/>
                  <a:pt x="4616" y="5848"/>
                  <a:pt x="3829" y="7529"/>
                </a:cubicBezTo>
                <a:cubicBezTo>
                  <a:pt x="4437" y="7171"/>
                  <a:pt x="6011" y="4166"/>
                  <a:pt x="5832" y="1697"/>
                </a:cubicBezTo>
                <a:cubicBezTo>
                  <a:pt x="5748" y="536"/>
                  <a:pt x="5300" y="0"/>
                  <a:pt x="4652" y="0"/>
                </a:cubicBezTo>
                <a:close/>
              </a:path>
            </a:pathLst>
          </a:custGeom>
          <a:solidFill>
            <a:srgbClr val="FDAD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8" name="Google Shape;2028;p45"/>
          <p:cNvSpPr/>
          <p:nvPr/>
        </p:nvSpPr>
        <p:spPr>
          <a:xfrm>
            <a:off x="4392389" y="3329589"/>
            <a:ext cx="621506" cy="727771"/>
          </a:xfrm>
          <a:custGeom>
            <a:avLst/>
            <a:gdLst/>
            <a:ahLst/>
            <a:cxnLst/>
            <a:rect l="l" t="t" r="r" b="b"/>
            <a:pathLst>
              <a:path w="52737" h="61754" extrusionOk="0">
                <a:moveTo>
                  <a:pt x="0" y="1"/>
                </a:moveTo>
                <a:cubicBezTo>
                  <a:pt x="0" y="1"/>
                  <a:pt x="859" y="24652"/>
                  <a:pt x="4079" y="42433"/>
                </a:cubicBezTo>
                <a:cubicBezTo>
                  <a:pt x="8122" y="50555"/>
                  <a:pt x="16315" y="59392"/>
                  <a:pt x="18855" y="61073"/>
                </a:cubicBezTo>
                <a:cubicBezTo>
                  <a:pt x="21610" y="61431"/>
                  <a:pt x="24114" y="61682"/>
                  <a:pt x="26368" y="61753"/>
                </a:cubicBezTo>
                <a:cubicBezTo>
                  <a:pt x="28658" y="61682"/>
                  <a:pt x="31127" y="61431"/>
                  <a:pt x="33881" y="61073"/>
                </a:cubicBezTo>
                <a:cubicBezTo>
                  <a:pt x="36457" y="59392"/>
                  <a:pt x="44651" y="50555"/>
                  <a:pt x="48693" y="42433"/>
                </a:cubicBezTo>
                <a:cubicBezTo>
                  <a:pt x="51913" y="24652"/>
                  <a:pt x="52736" y="1"/>
                  <a:pt x="52736" y="1"/>
                </a:cubicBezTo>
                <a:close/>
              </a:path>
            </a:pathLst>
          </a:custGeom>
          <a:solidFill>
            <a:srgbClr val="FCD5A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9" name="Google Shape;2029;p45"/>
          <p:cNvSpPr/>
          <p:nvPr/>
        </p:nvSpPr>
        <p:spPr>
          <a:xfrm>
            <a:off x="4665214" y="3649651"/>
            <a:ext cx="76320" cy="150117"/>
          </a:xfrm>
          <a:custGeom>
            <a:avLst/>
            <a:gdLst/>
            <a:ahLst/>
            <a:cxnLst/>
            <a:rect l="l" t="t" r="r" b="b"/>
            <a:pathLst>
              <a:path w="6476" h="12738" extrusionOk="0">
                <a:moveTo>
                  <a:pt x="3256" y="0"/>
                </a:moveTo>
                <a:cubicBezTo>
                  <a:pt x="3256" y="0"/>
                  <a:pt x="0" y="9410"/>
                  <a:pt x="286" y="10590"/>
                </a:cubicBezTo>
                <a:cubicBezTo>
                  <a:pt x="608" y="11771"/>
                  <a:pt x="2075" y="12666"/>
                  <a:pt x="3256" y="12737"/>
                </a:cubicBezTo>
                <a:cubicBezTo>
                  <a:pt x="4401" y="12666"/>
                  <a:pt x="5868" y="11771"/>
                  <a:pt x="6190" y="10590"/>
                </a:cubicBezTo>
                <a:cubicBezTo>
                  <a:pt x="6476" y="9446"/>
                  <a:pt x="3256" y="0"/>
                  <a:pt x="3256" y="0"/>
                </a:cubicBezTo>
                <a:close/>
              </a:path>
            </a:pathLst>
          </a:custGeom>
          <a:solidFill>
            <a:srgbClr val="FDAD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0" name="Google Shape;2030;p45"/>
          <p:cNvSpPr/>
          <p:nvPr/>
        </p:nvSpPr>
        <p:spPr>
          <a:xfrm>
            <a:off x="4776533" y="3574433"/>
            <a:ext cx="164872" cy="109777"/>
          </a:xfrm>
          <a:custGeom>
            <a:avLst/>
            <a:gdLst/>
            <a:ahLst/>
            <a:cxnLst/>
            <a:rect l="l" t="t" r="r" b="b"/>
            <a:pathLst>
              <a:path w="13990" h="9315" extrusionOk="0">
                <a:moveTo>
                  <a:pt x="6987" y="1"/>
                </a:moveTo>
                <a:cubicBezTo>
                  <a:pt x="6655" y="1"/>
                  <a:pt x="6307" y="16"/>
                  <a:pt x="5940" y="50"/>
                </a:cubicBezTo>
                <a:cubicBezTo>
                  <a:pt x="0" y="622"/>
                  <a:pt x="358" y="8100"/>
                  <a:pt x="358" y="8100"/>
                </a:cubicBezTo>
                <a:cubicBezTo>
                  <a:pt x="1157" y="8911"/>
                  <a:pt x="2931" y="9315"/>
                  <a:pt x="4952" y="9315"/>
                </a:cubicBezTo>
                <a:cubicBezTo>
                  <a:pt x="8542" y="9315"/>
                  <a:pt x="12914" y="8042"/>
                  <a:pt x="13990" y="5524"/>
                </a:cubicBezTo>
                <a:cubicBezTo>
                  <a:pt x="13050" y="3644"/>
                  <a:pt x="12015" y="1"/>
                  <a:pt x="698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1" name="Google Shape;2031;p45"/>
          <p:cNvSpPr/>
          <p:nvPr/>
        </p:nvSpPr>
        <p:spPr>
          <a:xfrm>
            <a:off x="4811114" y="3604063"/>
            <a:ext cx="87716" cy="80220"/>
          </a:xfrm>
          <a:custGeom>
            <a:avLst/>
            <a:gdLst/>
            <a:ahLst/>
            <a:cxnLst/>
            <a:rect l="l" t="t" r="r" b="b"/>
            <a:pathLst>
              <a:path w="7443" h="6807" extrusionOk="0">
                <a:moveTo>
                  <a:pt x="3718" y="0"/>
                </a:moveTo>
                <a:cubicBezTo>
                  <a:pt x="2135" y="0"/>
                  <a:pt x="736" y="1100"/>
                  <a:pt x="394" y="2688"/>
                </a:cubicBezTo>
                <a:cubicBezTo>
                  <a:pt x="0" y="4512"/>
                  <a:pt x="1181" y="6337"/>
                  <a:pt x="3006" y="6730"/>
                </a:cubicBezTo>
                <a:cubicBezTo>
                  <a:pt x="3243" y="6782"/>
                  <a:pt x="3480" y="6806"/>
                  <a:pt x="3714" y="6806"/>
                </a:cubicBezTo>
                <a:cubicBezTo>
                  <a:pt x="5280" y="6806"/>
                  <a:pt x="6706" y="5706"/>
                  <a:pt x="7048" y="4119"/>
                </a:cubicBezTo>
                <a:cubicBezTo>
                  <a:pt x="7442" y="2294"/>
                  <a:pt x="6261" y="469"/>
                  <a:pt x="4437" y="76"/>
                </a:cubicBezTo>
                <a:cubicBezTo>
                  <a:pt x="4195" y="25"/>
                  <a:pt x="3954" y="0"/>
                  <a:pt x="3718" y="0"/>
                </a:cubicBezTo>
                <a:close/>
              </a:path>
            </a:pathLst>
          </a:custGeom>
          <a:solidFill>
            <a:srgbClr val="4D9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2" name="Google Shape;2032;p45"/>
          <p:cNvSpPr/>
          <p:nvPr/>
        </p:nvSpPr>
        <p:spPr>
          <a:xfrm>
            <a:off x="4825870" y="3622237"/>
            <a:ext cx="51029" cy="43817"/>
          </a:xfrm>
          <a:custGeom>
            <a:avLst/>
            <a:gdLst/>
            <a:ahLst/>
            <a:cxnLst/>
            <a:rect l="l" t="t" r="r" b="b"/>
            <a:pathLst>
              <a:path w="4330" h="3718" extrusionOk="0">
                <a:moveTo>
                  <a:pt x="2469" y="1"/>
                </a:moveTo>
                <a:cubicBezTo>
                  <a:pt x="823" y="1"/>
                  <a:pt x="0" y="2004"/>
                  <a:pt x="1145" y="3185"/>
                </a:cubicBezTo>
                <a:cubicBezTo>
                  <a:pt x="1524" y="3552"/>
                  <a:pt x="1988" y="3717"/>
                  <a:pt x="2443" y="3717"/>
                </a:cubicBezTo>
                <a:cubicBezTo>
                  <a:pt x="3405" y="3717"/>
                  <a:pt x="4330" y="2979"/>
                  <a:pt x="4330" y="1861"/>
                </a:cubicBezTo>
                <a:cubicBezTo>
                  <a:pt x="4330" y="824"/>
                  <a:pt x="3471" y="1"/>
                  <a:pt x="2469" y="1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3" name="Google Shape;2033;p45"/>
          <p:cNvSpPr/>
          <p:nvPr/>
        </p:nvSpPr>
        <p:spPr>
          <a:xfrm>
            <a:off x="4856231" y="3617181"/>
            <a:ext cx="35850" cy="30441"/>
          </a:xfrm>
          <a:custGeom>
            <a:avLst/>
            <a:gdLst/>
            <a:ahLst/>
            <a:cxnLst/>
            <a:rect l="l" t="t" r="r" b="b"/>
            <a:pathLst>
              <a:path w="3042" h="2583" extrusionOk="0">
                <a:moveTo>
                  <a:pt x="1718" y="0"/>
                </a:moveTo>
                <a:cubicBezTo>
                  <a:pt x="573" y="0"/>
                  <a:pt x="0" y="1396"/>
                  <a:pt x="823" y="2219"/>
                </a:cubicBezTo>
                <a:cubicBezTo>
                  <a:pt x="1086" y="2470"/>
                  <a:pt x="1406" y="2582"/>
                  <a:pt x="1721" y="2582"/>
                </a:cubicBezTo>
                <a:cubicBezTo>
                  <a:pt x="2394" y="2582"/>
                  <a:pt x="3042" y="2068"/>
                  <a:pt x="3042" y="1288"/>
                </a:cubicBezTo>
                <a:cubicBezTo>
                  <a:pt x="3042" y="573"/>
                  <a:pt x="2433" y="0"/>
                  <a:pt x="171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4" name="Google Shape;2034;p45"/>
          <p:cNvSpPr/>
          <p:nvPr/>
        </p:nvSpPr>
        <p:spPr>
          <a:xfrm>
            <a:off x="4773999" y="3569164"/>
            <a:ext cx="167406" cy="100726"/>
          </a:xfrm>
          <a:custGeom>
            <a:avLst/>
            <a:gdLst/>
            <a:ahLst/>
            <a:cxnLst/>
            <a:rect l="l" t="t" r="r" b="b"/>
            <a:pathLst>
              <a:path w="14205" h="8547" extrusionOk="0">
                <a:moveTo>
                  <a:pt x="7660" y="0"/>
                </a:moveTo>
                <a:cubicBezTo>
                  <a:pt x="6985" y="0"/>
                  <a:pt x="6246" y="77"/>
                  <a:pt x="5439" y="246"/>
                </a:cubicBezTo>
                <a:cubicBezTo>
                  <a:pt x="2684" y="819"/>
                  <a:pt x="1" y="4074"/>
                  <a:pt x="573" y="8547"/>
                </a:cubicBezTo>
                <a:cubicBezTo>
                  <a:pt x="1074" y="2285"/>
                  <a:pt x="4974" y="1176"/>
                  <a:pt x="5654" y="1069"/>
                </a:cubicBezTo>
                <a:cubicBezTo>
                  <a:pt x="5746" y="1069"/>
                  <a:pt x="6572" y="840"/>
                  <a:pt x="7680" y="840"/>
                </a:cubicBezTo>
                <a:cubicBezTo>
                  <a:pt x="8718" y="840"/>
                  <a:pt x="10004" y="1041"/>
                  <a:pt x="11163" y="1820"/>
                </a:cubicBezTo>
                <a:cubicBezTo>
                  <a:pt x="12595" y="2858"/>
                  <a:pt x="13632" y="4289"/>
                  <a:pt x="14205" y="5971"/>
                </a:cubicBezTo>
                <a:cubicBezTo>
                  <a:pt x="13832" y="3390"/>
                  <a:pt x="12135" y="0"/>
                  <a:pt x="7660" y="0"/>
                </a:cubicBez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5" name="Google Shape;2035;p45"/>
          <p:cNvSpPr/>
          <p:nvPr/>
        </p:nvSpPr>
        <p:spPr>
          <a:xfrm>
            <a:off x="4464909" y="3574433"/>
            <a:ext cx="164872" cy="109777"/>
          </a:xfrm>
          <a:custGeom>
            <a:avLst/>
            <a:gdLst/>
            <a:ahLst/>
            <a:cxnLst/>
            <a:rect l="l" t="t" r="r" b="b"/>
            <a:pathLst>
              <a:path w="13990" h="9315" extrusionOk="0">
                <a:moveTo>
                  <a:pt x="7010" y="1"/>
                </a:moveTo>
                <a:cubicBezTo>
                  <a:pt x="2006" y="1"/>
                  <a:pt x="941" y="3644"/>
                  <a:pt x="1" y="5524"/>
                </a:cubicBezTo>
                <a:cubicBezTo>
                  <a:pt x="1077" y="8042"/>
                  <a:pt x="5448" y="9315"/>
                  <a:pt x="9039" y="9315"/>
                </a:cubicBezTo>
                <a:cubicBezTo>
                  <a:pt x="11060" y="9315"/>
                  <a:pt x="12833" y="8911"/>
                  <a:pt x="13632" y="8100"/>
                </a:cubicBezTo>
                <a:cubicBezTo>
                  <a:pt x="13632" y="8100"/>
                  <a:pt x="13990" y="622"/>
                  <a:pt x="8051" y="50"/>
                </a:cubicBezTo>
                <a:cubicBezTo>
                  <a:pt x="7686" y="16"/>
                  <a:pt x="7339" y="1"/>
                  <a:pt x="701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6" name="Google Shape;2036;p45"/>
          <p:cNvSpPr/>
          <p:nvPr/>
        </p:nvSpPr>
        <p:spPr>
          <a:xfrm>
            <a:off x="4507504" y="3603886"/>
            <a:ext cx="88128" cy="80162"/>
          </a:xfrm>
          <a:custGeom>
            <a:avLst/>
            <a:gdLst/>
            <a:ahLst/>
            <a:cxnLst/>
            <a:rect l="l" t="t" r="r" b="b"/>
            <a:pathLst>
              <a:path w="7478" h="6802" extrusionOk="0">
                <a:moveTo>
                  <a:pt x="3710" y="1"/>
                </a:moveTo>
                <a:cubicBezTo>
                  <a:pt x="3453" y="1"/>
                  <a:pt x="3193" y="30"/>
                  <a:pt x="2934" y="91"/>
                </a:cubicBezTo>
                <a:cubicBezTo>
                  <a:pt x="1109" y="520"/>
                  <a:pt x="0" y="2381"/>
                  <a:pt x="430" y="4205"/>
                </a:cubicBezTo>
                <a:cubicBezTo>
                  <a:pt x="797" y="5765"/>
                  <a:pt x="2183" y="6802"/>
                  <a:pt x="3718" y="6802"/>
                </a:cubicBezTo>
                <a:cubicBezTo>
                  <a:pt x="3979" y="6802"/>
                  <a:pt x="4243" y="6772"/>
                  <a:pt x="4508" y="6710"/>
                </a:cubicBezTo>
                <a:cubicBezTo>
                  <a:pt x="6333" y="6280"/>
                  <a:pt x="7478" y="4456"/>
                  <a:pt x="7049" y="2631"/>
                </a:cubicBezTo>
                <a:cubicBezTo>
                  <a:pt x="6680" y="1066"/>
                  <a:pt x="5259" y="1"/>
                  <a:pt x="3710" y="1"/>
                </a:cubicBezTo>
                <a:close/>
              </a:path>
            </a:pathLst>
          </a:custGeom>
          <a:solidFill>
            <a:srgbClr val="4D9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7" name="Google Shape;2037;p45"/>
          <p:cNvSpPr/>
          <p:nvPr/>
        </p:nvSpPr>
        <p:spPr>
          <a:xfrm>
            <a:off x="4529426" y="3622237"/>
            <a:ext cx="51029" cy="43817"/>
          </a:xfrm>
          <a:custGeom>
            <a:avLst/>
            <a:gdLst/>
            <a:ahLst/>
            <a:cxnLst/>
            <a:rect l="l" t="t" r="r" b="b"/>
            <a:pathLst>
              <a:path w="4330" h="3718" extrusionOk="0">
                <a:moveTo>
                  <a:pt x="1861" y="1"/>
                </a:moveTo>
                <a:cubicBezTo>
                  <a:pt x="824" y="1"/>
                  <a:pt x="1" y="824"/>
                  <a:pt x="1" y="1861"/>
                </a:cubicBezTo>
                <a:cubicBezTo>
                  <a:pt x="1" y="2979"/>
                  <a:pt x="925" y="3717"/>
                  <a:pt x="1877" y="3717"/>
                </a:cubicBezTo>
                <a:cubicBezTo>
                  <a:pt x="2326" y="3717"/>
                  <a:pt x="2782" y="3552"/>
                  <a:pt x="3149" y="3185"/>
                </a:cubicBezTo>
                <a:cubicBezTo>
                  <a:pt x="4330" y="2004"/>
                  <a:pt x="3507" y="1"/>
                  <a:pt x="1861" y="1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8" name="Google Shape;2038;p45"/>
          <p:cNvSpPr/>
          <p:nvPr/>
        </p:nvSpPr>
        <p:spPr>
          <a:xfrm>
            <a:off x="4557677" y="3617181"/>
            <a:ext cx="36274" cy="30629"/>
          </a:xfrm>
          <a:custGeom>
            <a:avLst/>
            <a:gdLst/>
            <a:ahLst/>
            <a:cxnLst/>
            <a:rect l="l" t="t" r="r" b="b"/>
            <a:pathLst>
              <a:path w="3078" h="2599" extrusionOk="0">
                <a:moveTo>
                  <a:pt x="1325" y="0"/>
                </a:moveTo>
                <a:cubicBezTo>
                  <a:pt x="609" y="0"/>
                  <a:pt x="1" y="573"/>
                  <a:pt x="1" y="1288"/>
                </a:cubicBezTo>
                <a:cubicBezTo>
                  <a:pt x="1" y="2068"/>
                  <a:pt x="664" y="2598"/>
                  <a:pt x="1347" y="2598"/>
                </a:cubicBezTo>
                <a:cubicBezTo>
                  <a:pt x="1667" y="2598"/>
                  <a:pt x="1992" y="2481"/>
                  <a:pt x="2255" y="2219"/>
                </a:cubicBezTo>
                <a:cubicBezTo>
                  <a:pt x="3078" y="1396"/>
                  <a:pt x="2470" y="0"/>
                  <a:pt x="132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9" name="Google Shape;2039;p45"/>
          <p:cNvSpPr/>
          <p:nvPr/>
        </p:nvSpPr>
        <p:spPr>
          <a:xfrm>
            <a:off x="4464909" y="3569164"/>
            <a:ext cx="167406" cy="100726"/>
          </a:xfrm>
          <a:custGeom>
            <a:avLst/>
            <a:gdLst/>
            <a:ahLst/>
            <a:cxnLst/>
            <a:rect l="l" t="t" r="r" b="b"/>
            <a:pathLst>
              <a:path w="14205" h="8547" extrusionOk="0">
                <a:moveTo>
                  <a:pt x="6545" y="0"/>
                </a:moveTo>
                <a:cubicBezTo>
                  <a:pt x="2070" y="0"/>
                  <a:pt x="374" y="3390"/>
                  <a:pt x="1" y="5971"/>
                </a:cubicBezTo>
                <a:cubicBezTo>
                  <a:pt x="537" y="4289"/>
                  <a:pt x="1611" y="2858"/>
                  <a:pt x="3042" y="1820"/>
                </a:cubicBezTo>
                <a:cubicBezTo>
                  <a:pt x="4202" y="1041"/>
                  <a:pt x="5487" y="840"/>
                  <a:pt x="6526" y="840"/>
                </a:cubicBezTo>
                <a:cubicBezTo>
                  <a:pt x="7633" y="840"/>
                  <a:pt x="8459" y="1069"/>
                  <a:pt x="8552" y="1069"/>
                </a:cubicBezTo>
                <a:cubicBezTo>
                  <a:pt x="9267" y="1176"/>
                  <a:pt x="13131" y="2285"/>
                  <a:pt x="13632" y="8547"/>
                </a:cubicBezTo>
                <a:cubicBezTo>
                  <a:pt x="14205" y="4074"/>
                  <a:pt x="11521" y="819"/>
                  <a:pt x="8766" y="246"/>
                </a:cubicBezTo>
                <a:cubicBezTo>
                  <a:pt x="7959" y="77"/>
                  <a:pt x="7221" y="0"/>
                  <a:pt x="6545" y="0"/>
                </a:cubicBez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0" name="Google Shape;2040;p45"/>
          <p:cNvSpPr/>
          <p:nvPr/>
        </p:nvSpPr>
        <p:spPr>
          <a:xfrm>
            <a:off x="4747433" y="3484835"/>
            <a:ext cx="228971" cy="84275"/>
          </a:xfrm>
          <a:custGeom>
            <a:avLst/>
            <a:gdLst/>
            <a:ahLst/>
            <a:cxnLst/>
            <a:rect l="l" t="t" r="r" b="b"/>
            <a:pathLst>
              <a:path w="19429" h="7151" extrusionOk="0">
                <a:moveTo>
                  <a:pt x="9148" y="0"/>
                </a:moveTo>
                <a:cubicBezTo>
                  <a:pt x="5003" y="0"/>
                  <a:pt x="716" y="2070"/>
                  <a:pt x="716" y="2070"/>
                </a:cubicBezTo>
                <a:cubicBezTo>
                  <a:pt x="716" y="2070"/>
                  <a:pt x="1" y="2678"/>
                  <a:pt x="2076" y="7151"/>
                </a:cubicBezTo>
                <a:cubicBezTo>
                  <a:pt x="5378" y="4825"/>
                  <a:pt x="8316" y="3825"/>
                  <a:pt x="10903" y="3825"/>
                </a:cubicBezTo>
                <a:cubicBezTo>
                  <a:pt x="13810" y="3825"/>
                  <a:pt x="16275" y="5088"/>
                  <a:pt x="18319" y="7151"/>
                </a:cubicBezTo>
                <a:cubicBezTo>
                  <a:pt x="19428" y="5934"/>
                  <a:pt x="17961" y="3108"/>
                  <a:pt x="12809" y="711"/>
                </a:cubicBezTo>
                <a:cubicBezTo>
                  <a:pt x="11689" y="197"/>
                  <a:pt x="10425" y="0"/>
                  <a:pt x="914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1" name="Google Shape;2041;p45"/>
          <p:cNvSpPr/>
          <p:nvPr/>
        </p:nvSpPr>
        <p:spPr>
          <a:xfrm>
            <a:off x="4429916" y="3484835"/>
            <a:ext cx="229383" cy="84275"/>
          </a:xfrm>
          <a:custGeom>
            <a:avLst/>
            <a:gdLst/>
            <a:ahLst/>
            <a:cxnLst/>
            <a:rect l="l" t="t" r="r" b="b"/>
            <a:pathLst>
              <a:path w="19464" h="7151" extrusionOk="0">
                <a:moveTo>
                  <a:pt x="10280" y="0"/>
                </a:moveTo>
                <a:cubicBezTo>
                  <a:pt x="9003" y="0"/>
                  <a:pt x="7740" y="197"/>
                  <a:pt x="6619" y="711"/>
                </a:cubicBezTo>
                <a:cubicBezTo>
                  <a:pt x="1467" y="3108"/>
                  <a:pt x="0" y="5934"/>
                  <a:pt x="1109" y="7151"/>
                </a:cubicBezTo>
                <a:cubicBezTo>
                  <a:pt x="3154" y="5088"/>
                  <a:pt x="5618" y="3825"/>
                  <a:pt x="8525" y="3825"/>
                </a:cubicBezTo>
                <a:cubicBezTo>
                  <a:pt x="11113" y="3825"/>
                  <a:pt x="14050" y="4825"/>
                  <a:pt x="17352" y="7151"/>
                </a:cubicBezTo>
                <a:cubicBezTo>
                  <a:pt x="19463" y="2678"/>
                  <a:pt x="18712" y="2070"/>
                  <a:pt x="18712" y="2070"/>
                </a:cubicBezTo>
                <a:cubicBezTo>
                  <a:pt x="18712" y="2070"/>
                  <a:pt x="14426" y="0"/>
                  <a:pt x="1028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2" name="Google Shape;2042;p45"/>
          <p:cNvSpPr/>
          <p:nvPr/>
        </p:nvSpPr>
        <p:spPr>
          <a:xfrm>
            <a:off x="4418955" y="3687178"/>
            <a:ext cx="568379" cy="372194"/>
          </a:xfrm>
          <a:custGeom>
            <a:avLst/>
            <a:gdLst/>
            <a:ahLst/>
            <a:cxnLst/>
            <a:rect l="l" t="t" r="r" b="b"/>
            <a:pathLst>
              <a:path w="48229" h="31582" extrusionOk="0">
                <a:moveTo>
                  <a:pt x="0" y="0"/>
                </a:moveTo>
                <a:cubicBezTo>
                  <a:pt x="0" y="1"/>
                  <a:pt x="895" y="12881"/>
                  <a:pt x="2004" y="16387"/>
                </a:cubicBezTo>
                <a:cubicBezTo>
                  <a:pt x="3470" y="21074"/>
                  <a:pt x="6547" y="24043"/>
                  <a:pt x="12665" y="29732"/>
                </a:cubicBezTo>
                <a:cubicBezTo>
                  <a:pt x="14593" y="31322"/>
                  <a:pt x="17949" y="31582"/>
                  <a:pt x="20721" y="31582"/>
                </a:cubicBezTo>
                <a:cubicBezTo>
                  <a:pt x="22066" y="31582"/>
                  <a:pt x="23273" y="31521"/>
                  <a:pt x="24114" y="31521"/>
                </a:cubicBezTo>
                <a:cubicBezTo>
                  <a:pt x="24955" y="31521"/>
                  <a:pt x="26163" y="31582"/>
                  <a:pt x="27507" y="31582"/>
                </a:cubicBezTo>
                <a:cubicBezTo>
                  <a:pt x="30280" y="31582"/>
                  <a:pt x="33635" y="31322"/>
                  <a:pt x="35563" y="29732"/>
                </a:cubicBezTo>
                <a:cubicBezTo>
                  <a:pt x="41681" y="24043"/>
                  <a:pt x="44758" y="21074"/>
                  <a:pt x="46225" y="16387"/>
                </a:cubicBezTo>
                <a:cubicBezTo>
                  <a:pt x="47334" y="12881"/>
                  <a:pt x="48228" y="1"/>
                  <a:pt x="48228" y="0"/>
                </a:cubicBezTo>
                <a:lnTo>
                  <a:pt x="48228" y="0"/>
                </a:lnTo>
                <a:cubicBezTo>
                  <a:pt x="45789" y="3302"/>
                  <a:pt x="42886" y="4267"/>
                  <a:pt x="39645" y="4267"/>
                </a:cubicBezTo>
                <a:cubicBezTo>
                  <a:pt x="35090" y="4267"/>
                  <a:pt x="29868" y="2362"/>
                  <a:pt x="24329" y="2362"/>
                </a:cubicBezTo>
                <a:cubicBezTo>
                  <a:pt x="18789" y="2362"/>
                  <a:pt x="13421" y="4267"/>
                  <a:pt x="8744" y="4267"/>
                </a:cubicBezTo>
                <a:cubicBezTo>
                  <a:pt x="5417" y="4267"/>
                  <a:pt x="2439" y="33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3" name="Google Shape;2043;p45"/>
          <p:cNvSpPr/>
          <p:nvPr/>
        </p:nvSpPr>
        <p:spPr>
          <a:xfrm>
            <a:off x="4548402" y="3743256"/>
            <a:ext cx="132829" cy="67976"/>
          </a:xfrm>
          <a:custGeom>
            <a:avLst/>
            <a:gdLst/>
            <a:ahLst/>
            <a:cxnLst/>
            <a:rect l="l" t="t" r="r" b="b"/>
            <a:pathLst>
              <a:path w="11271" h="5768" extrusionOk="0">
                <a:moveTo>
                  <a:pt x="11271" y="1"/>
                </a:moveTo>
                <a:lnTo>
                  <a:pt x="11271" y="1"/>
                </a:lnTo>
                <a:cubicBezTo>
                  <a:pt x="9947" y="860"/>
                  <a:pt x="4974" y="4938"/>
                  <a:pt x="1" y="5761"/>
                </a:cubicBezTo>
                <a:cubicBezTo>
                  <a:pt x="207" y="5765"/>
                  <a:pt x="407" y="5767"/>
                  <a:pt x="602" y="5767"/>
                </a:cubicBezTo>
                <a:cubicBezTo>
                  <a:pt x="5329" y="5767"/>
                  <a:pt x="6605" y="4548"/>
                  <a:pt x="7979" y="3758"/>
                </a:cubicBezTo>
                <a:cubicBezTo>
                  <a:pt x="9518" y="2899"/>
                  <a:pt x="10949" y="538"/>
                  <a:pt x="11271" y="1"/>
                </a:cubicBezTo>
                <a:close/>
              </a:path>
            </a:pathLst>
          </a:custGeom>
          <a:solidFill>
            <a:srgbClr val="75AD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4" name="Google Shape;2044;p45"/>
          <p:cNvSpPr/>
          <p:nvPr/>
        </p:nvSpPr>
        <p:spPr>
          <a:xfrm>
            <a:off x="4725087" y="3743256"/>
            <a:ext cx="132829" cy="67976"/>
          </a:xfrm>
          <a:custGeom>
            <a:avLst/>
            <a:gdLst/>
            <a:ahLst/>
            <a:cxnLst/>
            <a:rect l="l" t="t" r="r" b="b"/>
            <a:pathLst>
              <a:path w="11271" h="5768" extrusionOk="0">
                <a:moveTo>
                  <a:pt x="1" y="1"/>
                </a:moveTo>
                <a:lnTo>
                  <a:pt x="1" y="1"/>
                </a:lnTo>
                <a:cubicBezTo>
                  <a:pt x="323" y="538"/>
                  <a:pt x="1754" y="2899"/>
                  <a:pt x="3292" y="3758"/>
                </a:cubicBezTo>
                <a:cubicBezTo>
                  <a:pt x="4667" y="4548"/>
                  <a:pt x="5942" y="5767"/>
                  <a:pt x="10670" y="5767"/>
                </a:cubicBezTo>
                <a:cubicBezTo>
                  <a:pt x="10864" y="5767"/>
                  <a:pt x="11064" y="5765"/>
                  <a:pt x="11271" y="5761"/>
                </a:cubicBezTo>
                <a:cubicBezTo>
                  <a:pt x="6297" y="4938"/>
                  <a:pt x="1324" y="860"/>
                  <a:pt x="1" y="1"/>
                </a:cubicBezTo>
                <a:close/>
              </a:path>
            </a:pathLst>
          </a:custGeom>
          <a:solidFill>
            <a:srgbClr val="75AD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5" name="Google Shape;2045;p45"/>
          <p:cNvSpPr/>
          <p:nvPr/>
        </p:nvSpPr>
        <p:spPr>
          <a:xfrm>
            <a:off x="4899663" y="3098100"/>
            <a:ext cx="139994" cy="123083"/>
          </a:xfrm>
          <a:custGeom>
            <a:avLst/>
            <a:gdLst/>
            <a:ahLst/>
            <a:cxnLst/>
            <a:rect l="l" t="t" r="r" b="b"/>
            <a:pathLst>
              <a:path w="11879" h="10444" extrusionOk="0">
                <a:moveTo>
                  <a:pt x="1" y="0"/>
                </a:moveTo>
                <a:lnTo>
                  <a:pt x="1" y="0"/>
                </a:lnTo>
                <a:cubicBezTo>
                  <a:pt x="2863" y="1860"/>
                  <a:pt x="7800" y="7048"/>
                  <a:pt x="8444" y="9410"/>
                </a:cubicBezTo>
                <a:cubicBezTo>
                  <a:pt x="8671" y="10185"/>
                  <a:pt x="9128" y="10443"/>
                  <a:pt x="9637" y="10443"/>
                </a:cubicBezTo>
                <a:cubicBezTo>
                  <a:pt x="10654" y="10443"/>
                  <a:pt x="11879" y="9410"/>
                  <a:pt x="11879" y="9410"/>
                </a:cubicBezTo>
                <a:cubicBezTo>
                  <a:pt x="11879" y="9410"/>
                  <a:pt x="7156" y="1109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6" name="Google Shape;2046;p45"/>
          <p:cNvSpPr/>
          <p:nvPr/>
        </p:nvSpPr>
        <p:spPr>
          <a:xfrm>
            <a:off x="4344314" y="3267936"/>
            <a:ext cx="718060" cy="357569"/>
          </a:xfrm>
          <a:custGeom>
            <a:avLst/>
            <a:gdLst/>
            <a:ahLst/>
            <a:cxnLst/>
            <a:rect l="l" t="t" r="r" b="b"/>
            <a:pathLst>
              <a:path w="60930" h="30341" extrusionOk="0">
                <a:moveTo>
                  <a:pt x="15810" y="0"/>
                </a:moveTo>
                <a:cubicBezTo>
                  <a:pt x="13522" y="0"/>
                  <a:pt x="11286" y="248"/>
                  <a:pt x="9374" y="903"/>
                </a:cubicBezTo>
                <a:cubicBezTo>
                  <a:pt x="1503" y="3586"/>
                  <a:pt x="0" y="8738"/>
                  <a:pt x="4186" y="26019"/>
                </a:cubicBezTo>
                <a:cubicBezTo>
                  <a:pt x="4363" y="29350"/>
                  <a:pt x="4832" y="30325"/>
                  <a:pt x="5391" y="30325"/>
                </a:cubicBezTo>
                <a:cubicBezTo>
                  <a:pt x="5511" y="30325"/>
                  <a:pt x="5635" y="30280"/>
                  <a:pt x="5761" y="30205"/>
                </a:cubicBezTo>
                <a:cubicBezTo>
                  <a:pt x="4604" y="16989"/>
                  <a:pt x="5370" y="6041"/>
                  <a:pt x="15127" y="6041"/>
                </a:cubicBezTo>
                <a:cubicBezTo>
                  <a:pt x="15328" y="6041"/>
                  <a:pt x="15533" y="6045"/>
                  <a:pt x="15743" y="6055"/>
                </a:cubicBezTo>
                <a:cubicBezTo>
                  <a:pt x="26118" y="6484"/>
                  <a:pt x="26905" y="8846"/>
                  <a:pt x="30483" y="8953"/>
                </a:cubicBezTo>
                <a:cubicBezTo>
                  <a:pt x="34061" y="8846"/>
                  <a:pt x="34812" y="6520"/>
                  <a:pt x="45188" y="6055"/>
                </a:cubicBezTo>
                <a:cubicBezTo>
                  <a:pt x="45382" y="6047"/>
                  <a:pt x="45574" y="6043"/>
                  <a:pt x="45762" y="6043"/>
                </a:cubicBezTo>
                <a:cubicBezTo>
                  <a:pt x="55592" y="6043"/>
                  <a:pt x="56328" y="16970"/>
                  <a:pt x="55170" y="30205"/>
                </a:cubicBezTo>
                <a:cubicBezTo>
                  <a:pt x="55301" y="30290"/>
                  <a:pt x="55429" y="30341"/>
                  <a:pt x="55552" y="30341"/>
                </a:cubicBezTo>
                <a:cubicBezTo>
                  <a:pt x="56097" y="30341"/>
                  <a:pt x="56539" y="29347"/>
                  <a:pt x="56744" y="26019"/>
                </a:cubicBezTo>
                <a:cubicBezTo>
                  <a:pt x="60930" y="8738"/>
                  <a:pt x="59427" y="3586"/>
                  <a:pt x="51556" y="903"/>
                </a:cubicBezTo>
                <a:cubicBezTo>
                  <a:pt x="49635" y="248"/>
                  <a:pt x="47395" y="0"/>
                  <a:pt x="45106" y="0"/>
                </a:cubicBezTo>
                <a:cubicBezTo>
                  <a:pt x="38268" y="0"/>
                  <a:pt x="30992" y="2209"/>
                  <a:pt x="30483" y="2370"/>
                </a:cubicBezTo>
                <a:cubicBezTo>
                  <a:pt x="29947" y="2209"/>
                  <a:pt x="22644" y="0"/>
                  <a:pt x="1581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7" name="Google Shape;2047;p45"/>
          <p:cNvSpPr/>
          <p:nvPr/>
        </p:nvSpPr>
        <p:spPr>
          <a:xfrm>
            <a:off x="3431799" y="3509586"/>
            <a:ext cx="369790" cy="550312"/>
          </a:xfrm>
          <a:custGeom>
            <a:avLst/>
            <a:gdLst/>
            <a:ahLst/>
            <a:cxnLst/>
            <a:rect l="l" t="t" r="r" b="b"/>
            <a:pathLst>
              <a:path w="31378" h="46696" extrusionOk="0">
                <a:moveTo>
                  <a:pt x="25398" y="1"/>
                </a:moveTo>
                <a:cubicBezTo>
                  <a:pt x="23434" y="1"/>
                  <a:pt x="21292" y="499"/>
                  <a:pt x="19142" y="1509"/>
                </a:cubicBezTo>
                <a:cubicBezTo>
                  <a:pt x="14598" y="3584"/>
                  <a:pt x="1" y="13029"/>
                  <a:pt x="1289" y="46696"/>
                </a:cubicBezTo>
                <a:lnTo>
                  <a:pt x="5296" y="46553"/>
                </a:lnTo>
                <a:cubicBezTo>
                  <a:pt x="4365" y="21795"/>
                  <a:pt x="12702" y="8915"/>
                  <a:pt x="20823" y="5158"/>
                </a:cubicBezTo>
                <a:cubicBezTo>
                  <a:pt x="22497" y="4379"/>
                  <a:pt x="24025" y="4061"/>
                  <a:pt x="25311" y="4061"/>
                </a:cubicBezTo>
                <a:cubicBezTo>
                  <a:pt x="26801" y="4061"/>
                  <a:pt x="27967" y="4488"/>
                  <a:pt x="28658" y="5122"/>
                </a:cubicBezTo>
                <a:lnTo>
                  <a:pt x="31378" y="2117"/>
                </a:lnTo>
                <a:cubicBezTo>
                  <a:pt x="29838" y="714"/>
                  <a:pt x="27746" y="1"/>
                  <a:pt x="25398" y="1"/>
                </a:cubicBezTo>
                <a:close/>
              </a:path>
            </a:pathLst>
          </a:custGeom>
          <a:solidFill>
            <a:srgbClr val="B5B5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8" name="Google Shape;2048;p45"/>
          <p:cNvSpPr/>
          <p:nvPr/>
        </p:nvSpPr>
        <p:spPr>
          <a:xfrm>
            <a:off x="3300655" y="3850662"/>
            <a:ext cx="624888" cy="833035"/>
          </a:xfrm>
          <a:custGeom>
            <a:avLst/>
            <a:gdLst/>
            <a:ahLst/>
            <a:cxnLst/>
            <a:rect l="l" t="t" r="r" b="b"/>
            <a:pathLst>
              <a:path w="53024" h="70686" extrusionOk="0">
                <a:moveTo>
                  <a:pt x="38146" y="1"/>
                </a:moveTo>
                <a:cubicBezTo>
                  <a:pt x="25789" y="1"/>
                  <a:pt x="1" y="22321"/>
                  <a:pt x="1" y="35360"/>
                </a:cubicBezTo>
                <a:cubicBezTo>
                  <a:pt x="1" y="47723"/>
                  <a:pt x="8613" y="70686"/>
                  <a:pt x="32088" y="70686"/>
                </a:cubicBezTo>
                <a:cubicBezTo>
                  <a:pt x="33613" y="70686"/>
                  <a:pt x="35200" y="70589"/>
                  <a:pt x="36852" y="70386"/>
                </a:cubicBezTo>
                <a:cubicBezTo>
                  <a:pt x="46369" y="52783"/>
                  <a:pt x="53023" y="43696"/>
                  <a:pt x="53023" y="43696"/>
                </a:cubicBezTo>
                <a:lnTo>
                  <a:pt x="38605" y="11"/>
                </a:lnTo>
                <a:cubicBezTo>
                  <a:pt x="38454" y="4"/>
                  <a:pt x="38301" y="1"/>
                  <a:pt x="38146" y="1"/>
                </a:cubicBezTo>
                <a:close/>
              </a:path>
            </a:pathLst>
          </a:custGeom>
          <a:solidFill>
            <a:srgbClr val="FDAD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9" name="Google Shape;2049;p45"/>
          <p:cNvSpPr/>
          <p:nvPr/>
        </p:nvSpPr>
        <p:spPr>
          <a:xfrm>
            <a:off x="3341565" y="3863438"/>
            <a:ext cx="542240" cy="670838"/>
          </a:xfrm>
          <a:custGeom>
            <a:avLst/>
            <a:gdLst/>
            <a:ahLst/>
            <a:cxnLst/>
            <a:rect l="l" t="t" r="r" b="b"/>
            <a:pathLst>
              <a:path w="46011" h="56923" extrusionOk="0">
                <a:moveTo>
                  <a:pt x="29517" y="1"/>
                </a:moveTo>
                <a:cubicBezTo>
                  <a:pt x="29517" y="1"/>
                  <a:pt x="15921" y="3972"/>
                  <a:pt x="4186" y="16458"/>
                </a:cubicBezTo>
                <a:cubicBezTo>
                  <a:pt x="2254" y="16458"/>
                  <a:pt x="0" y="20143"/>
                  <a:pt x="394" y="22791"/>
                </a:cubicBezTo>
                <a:cubicBezTo>
                  <a:pt x="751" y="25403"/>
                  <a:pt x="12415" y="55885"/>
                  <a:pt x="41288" y="56923"/>
                </a:cubicBezTo>
                <a:cubicBezTo>
                  <a:pt x="46010" y="56100"/>
                  <a:pt x="45903" y="48587"/>
                  <a:pt x="45903" y="48587"/>
                </a:cubicBezTo>
                <a:cubicBezTo>
                  <a:pt x="45903" y="48587"/>
                  <a:pt x="37996" y="42755"/>
                  <a:pt x="37245" y="38891"/>
                </a:cubicBezTo>
                <a:cubicBezTo>
                  <a:pt x="36529" y="35027"/>
                  <a:pt x="29517" y="1"/>
                  <a:pt x="2951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0" name="Google Shape;2050;p45"/>
          <p:cNvSpPr/>
          <p:nvPr/>
        </p:nvSpPr>
        <p:spPr>
          <a:xfrm>
            <a:off x="3401014" y="4086088"/>
            <a:ext cx="139582" cy="225164"/>
          </a:xfrm>
          <a:custGeom>
            <a:avLst/>
            <a:gdLst/>
            <a:ahLst/>
            <a:cxnLst/>
            <a:rect l="l" t="t" r="r" b="b"/>
            <a:pathLst>
              <a:path w="11844" h="19106" extrusionOk="0">
                <a:moveTo>
                  <a:pt x="1181" y="0"/>
                </a:moveTo>
                <a:lnTo>
                  <a:pt x="1181" y="0"/>
                </a:lnTo>
                <a:cubicBezTo>
                  <a:pt x="1" y="4794"/>
                  <a:pt x="4688" y="14705"/>
                  <a:pt x="11843" y="19105"/>
                </a:cubicBezTo>
                <a:cubicBezTo>
                  <a:pt x="4580" y="8515"/>
                  <a:pt x="1897" y="3149"/>
                  <a:pt x="1181" y="0"/>
                </a:cubicBezTo>
                <a:close/>
              </a:path>
            </a:pathLst>
          </a:custGeom>
          <a:solidFill>
            <a:srgbClr val="79A6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1" name="Google Shape;2051;p45"/>
          <p:cNvSpPr/>
          <p:nvPr/>
        </p:nvSpPr>
        <p:spPr>
          <a:xfrm>
            <a:off x="4041128" y="3805663"/>
            <a:ext cx="387090" cy="418214"/>
          </a:xfrm>
          <a:custGeom>
            <a:avLst/>
            <a:gdLst/>
            <a:ahLst/>
            <a:cxnLst/>
            <a:rect l="l" t="t" r="r" b="b"/>
            <a:pathLst>
              <a:path w="32846" h="35487" extrusionOk="0">
                <a:moveTo>
                  <a:pt x="0" y="1"/>
                </a:moveTo>
                <a:cubicBezTo>
                  <a:pt x="0" y="1"/>
                  <a:pt x="12022" y="25224"/>
                  <a:pt x="16744" y="31950"/>
                </a:cubicBezTo>
                <a:cubicBezTo>
                  <a:pt x="18543" y="34513"/>
                  <a:pt x="21334" y="35486"/>
                  <a:pt x="24074" y="35486"/>
                </a:cubicBezTo>
                <a:cubicBezTo>
                  <a:pt x="28527" y="35486"/>
                  <a:pt x="32846" y="32915"/>
                  <a:pt x="32558" y="30412"/>
                </a:cubicBezTo>
                <a:cubicBezTo>
                  <a:pt x="28944" y="28301"/>
                  <a:pt x="18140" y="7693"/>
                  <a:pt x="15277" y="4581"/>
                </a:cubicBezTo>
                <a:cubicBezTo>
                  <a:pt x="12415" y="1504"/>
                  <a:pt x="1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2" name="Google Shape;2052;p45"/>
          <p:cNvSpPr/>
          <p:nvPr/>
        </p:nvSpPr>
        <p:spPr>
          <a:xfrm>
            <a:off x="3738438" y="3519710"/>
            <a:ext cx="215819" cy="230291"/>
          </a:xfrm>
          <a:custGeom>
            <a:avLst/>
            <a:gdLst/>
            <a:ahLst/>
            <a:cxnLst/>
            <a:rect l="l" t="t" r="r" b="b"/>
            <a:pathLst>
              <a:path w="18313" h="19541" extrusionOk="0">
                <a:moveTo>
                  <a:pt x="5035" y="1"/>
                </a:moveTo>
                <a:cubicBezTo>
                  <a:pt x="3508" y="1"/>
                  <a:pt x="1" y="2882"/>
                  <a:pt x="745" y="3905"/>
                </a:cubicBezTo>
                <a:lnTo>
                  <a:pt x="12516" y="19540"/>
                </a:lnTo>
                <a:cubicBezTo>
                  <a:pt x="14448" y="18753"/>
                  <a:pt x="16380" y="17966"/>
                  <a:pt x="18312" y="17179"/>
                </a:cubicBezTo>
                <a:lnTo>
                  <a:pt x="5575" y="220"/>
                </a:lnTo>
                <a:cubicBezTo>
                  <a:pt x="5456" y="68"/>
                  <a:pt x="5269" y="1"/>
                  <a:pt x="5035" y="1"/>
                </a:cubicBezTo>
                <a:close/>
              </a:path>
            </a:pathLst>
          </a:custGeom>
          <a:solidFill>
            <a:srgbClr val="B5B5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3" name="Google Shape;2053;p45"/>
          <p:cNvSpPr/>
          <p:nvPr/>
        </p:nvSpPr>
        <p:spPr>
          <a:xfrm>
            <a:off x="3767974" y="3576342"/>
            <a:ext cx="811574" cy="901411"/>
          </a:xfrm>
          <a:custGeom>
            <a:avLst/>
            <a:gdLst/>
            <a:ahLst/>
            <a:cxnLst/>
            <a:rect l="l" t="t" r="r" b="b"/>
            <a:pathLst>
              <a:path w="68865" h="76488" extrusionOk="0">
                <a:moveTo>
                  <a:pt x="7971" y="0"/>
                </a:moveTo>
                <a:cubicBezTo>
                  <a:pt x="5555" y="0"/>
                  <a:pt x="0" y="4533"/>
                  <a:pt x="1209" y="6113"/>
                </a:cubicBezTo>
                <a:lnTo>
                  <a:pt x="43534" y="62391"/>
                </a:lnTo>
                <a:cubicBezTo>
                  <a:pt x="45680" y="65253"/>
                  <a:pt x="48435" y="67615"/>
                  <a:pt x="51584" y="69332"/>
                </a:cubicBezTo>
                <a:lnTo>
                  <a:pt x="64821" y="76488"/>
                </a:lnTo>
                <a:lnTo>
                  <a:pt x="68864" y="73447"/>
                </a:lnTo>
                <a:lnTo>
                  <a:pt x="54410" y="60996"/>
                </a:lnTo>
                <a:lnTo>
                  <a:pt x="8829" y="353"/>
                </a:lnTo>
                <a:cubicBezTo>
                  <a:pt x="8643" y="108"/>
                  <a:pt x="8344" y="0"/>
                  <a:pt x="7971" y="0"/>
                </a:cubicBezTo>
                <a:close/>
              </a:path>
            </a:pathLst>
          </a:custGeom>
          <a:solidFill>
            <a:srgbClr val="8E8E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4" name="Google Shape;2054;p45"/>
          <p:cNvSpPr/>
          <p:nvPr/>
        </p:nvSpPr>
        <p:spPr>
          <a:xfrm>
            <a:off x="4491062" y="4545296"/>
            <a:ext cx="75483" cy="95718"/>
          </a:xfrm>
          <a:custGeom>
            <a:avLst/>
            <a:gdLst/>
            <a:ahLst/>
            <a:cxnLst/>
            <a:rect l="l" t="t" r="r" b="b"/>
            <a:pathLst>
              <a:path w="6405" h="8122" extrusionOk="0">
                <a:moveTo>
                  <a:pt x="3292" y="0"/>
                </a:moveTo>
                <a:lnTo>
                  <a:pt x="0" y="7513"/>
                </a:lnTo>
                <a:lnTo>
                  <a:pt x="930" y="8122"/>
                </a:lnTo>
                <a:lnTo>
                  <a:pt x="6404" y="2039"/>
                </a:lnTo>
                <a:lnTo>
                  <a:pt x="3292" y="0"/>
                </a:lnTo>
                <a:close/>
              </a:path>
            </a:pathLst>
          </a:custGeom>
          <a:solidFill>
            <a:srgbClr val="B5B5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5" name="Google Shape;2055;p45"/>
          <p:cNvSpPr/>
          <p:nvPr/>
        </p:nvSpPr>
        <p:spPr>
          <a:xfrm>
            <a:off x="4477980" y="4627280"/>
            <a:ext cx="33257" cy="25868"/>
          </a:xfrm>
          <a:custGeom>
            <a:avLst/>
            <a:gdLst/>
            <a:ahLst/>
            <a:cxnLst/>
            <a:rect l="l" t="t" r="r" b="b"/>
            <a:pathLst>
              <a:path w="2822" h="2195" extrusionOk="0">
                <a:moveTo>
                  <a:pt x="1400" y="0"/>
                </a:moveTo>
                <a:cubicBezTo>
                  <a:pt x="1329" y="0"/>
                  <a:pt x="1256" y="7"/>
                  <a:pt x="1182" y="21"/>
                </a:cubicBezTo>
                <a:cubicBezTo>
                  <a:pt x="251" y="235"/>
                  <a:pt x="1" y="1488"/>
                  <a:pt x="824" y="2024"/>
                </a:cubicBezTo>
                <a:cubicBezTo>
                  <a:pt x="1002" y="2139"/>
                  <a:pt x="1203" y="2195"/>
                  <a:pt x="1402" y="2195"/>
                </a:cubicBezTo>
                <a:cubicBezTo>
                  <a:pt x="1763" y="2195"/>
                  <a:pt x="2119" y="2012"/>
                  <a:pt x="2326" y="1667"/>
                </a:cubicBezTo>
                <a:cubicBezTo>
                  <a:pt x="2822" y="940"/>
                  <a:pt x="2250" y="0"/>
                  <a:pt x="1400" y="0"/>
                </a:cubicBezTo>
                <a:close/>
              </a:path>
            </a:pathLst>
          </a:custGeom>
          <a:solidFill>
            <a:srgbClr val="B5B5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6" name="Google Shape;2056;p45"/>
          <p:cNvSpPr/>
          <p:nvPr/>
        </p:nvSpPr>
        <p:spPr>
          <a:xfrm>
            <a:off x="4514670" y="4397393"/>
            <a:ext cx="165296" cy="179898"/>
          </a:xfrm>
          <a:custGeom>
            <a:avLst/>
            <a:gdLst/>
            <a:ahLst/>
            <a:cxnLst/>
            <a:rect l="l" t="t" r="r" b="b"/>
            <a:pathLst>
              <a:path w="14026" h="15265" extrusionOk="0">
                <a:moveTo>
                  <a:pt x="7315" y="1"/>
                </a:moveTo>
                <a:cubicBezTo>
                  <a:pt x="6369" y="1"/>
                  <a:pt x="5452" y="467"/>
                  <a:pt x="4902" y="1315"/>
                </a:cubicBezTo>
                <a:lnTo>
                  <a:pt x="823" y="7648"/>
                </a:lnTo>
                <a:lnTo>
                  <a:pt x="215" y="10653"/>
                </a:lnTo>
                <a:cubicBezTo>
                  <a:pt x="1" y="11798"/>
                  <a:pt x="501" y="12978"/>
                  <a:pt x="1467" y="13587"/>
                </a:cubicBezTo>
                <a:lnTo>
                  <a:pt x="3364" y="14803"/>
                </a:lnTo>
                <a:cubicBezTo>
                  <a:pt x="3827" y="15112"/>
                  <a:pt x="4365" y="15265"/>
                  <a:pt x="4901" y="15265"/>
                </a:cubicBezTo>
                <a:cubicBezTo>
                  <a:pt x="5483" y="15265"/>
                  <a:pt x="6064" y="15085"/>
                  <a:pt x="6548" y="14732"/>
                </a:cubicBezTo>
                <a:lnTo>
                  <a:pt x="9052" y="12978"/>
                </a:lnTo>
                <a:lnTo>
                  <a:pt x="13167" y="6646"/>
                </a:lnTo>
                <a:cubicBezTo>
                  <a:pt x="14025" y="5286"/>
                  <a:pt x="13632" y="3533"/>
                  <a:pt x="12308" y="2674"/>
                </a:cubicBezTo>
                <a:lnTo>
                  <a:pt x="8873" y="456"/>
                </a:lnTo>
                <a:cubicBezTo>
                  <a:pt x="8385" y="148"/>
                  <a:pt x="7845" y="1"/>
                  <a:pt x="7315" y="1"/>
                </a:cubicBezTo>
                <a:close/>
              </a:path>
            </a:pathLst>
          </a:custGeom>
          <a:solidFill>
            <a:srgbClr val="8E8E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7" name="Google Shape;2057;p45"/>
          <p:cNvSpPr/>
          <p:nvPr/>
        </p:nvSpPr>
        <p:spPr>
          <a:xfrm>
            <a:off x="3813421" y="3596095"/>
            <a:ext cx="320033" cy="357144"/>
          </a:xfrm>
          <a:custGeom>
            <a:avLst/>
            <a:gdLst/>
            <a:ahLst/>
            <a:cxnLst/>
            <a:rect l="l" t="t" r="r" b="b"/>
            <a:pathLst>
              <a:path w="27156" h="30305" extrusionOk="0">
                <a:moveTo>
                  <a:pt x="4258" y="0"/>
                </a:moveTo>
                <a:cubicBezTo>
                  <a:pt x="1503" y="358"/>
                  <a:pt x="0" y="2684"/>
                  <a:pt x="0" y="2684"/>
                </a:cubicBezTo>
                <a:cubicBezTo>
                  <a:pt x="0" y="2684"/>
                  <a:pt x="2684" y="3077"/>
                  <a:pt x="6476" y="7478"/>
                </a:cubicBezTo>
                <a:cubicBezTo>
                  <a:pt x="10269" y="11879"/>
                  <a:pt x="27156" y="30304"/>
                  <a:pt x="27156" y="30304"/>
                </a:cubicBezTo>
                <a:cubicBezTo>
                  <a:pt x="27156" y="30304"/>
                  <a:pt x="9374" y="7263"/>
                  <a:pt x="4258" y="0"/>
                </a:cubicBezTo>
                <a:close/>
              </a:path>
            </a:pathLst>
          </a:custGeom>
          <a:solidFill>
            <a:srgbClr val="9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8" name="Google Shape;2058;p45"/>
          <p:cNvSpPr/>
          <p:nvPr/>
        </p:nvSpPr>
        <p:spPr>
          <a:xfrm>
            <a:off x="3522033" y="3737917"/>
            <a:ext cx="779212" cy="753203"/>
          </a:xfrm>
          <a:custGeom>
            <a:avLst/>
            <a:gdLst/>
            <a:ahLst/>
            <a:cxnLst/>
            <a:rect l="l" t="t" r="r" b="b"/>
            <a:pathLst>
              <a:path w="66119" h="63912" extrusionOk="0">
                <a:moveTo>
                  <a:pt x="26019" y="1"/>
                </a:moveTo>
                <a:cubicBezTo>
                  <a:pt x="24213" y="1"/>
                  <a:pt x="22365" y="387"/>
                  <a:pt x="20502" y="1277"/>
                </a:cubicBezTo>
                <a:cubicBezTo>
                  <a:pt x="15028" y="3889"/>
                  <a:pt x="13060" y="10722"/>
                  <a:pt x="13060" y="10722"/>
                </a:cubicBezTo>
                <a:cubicBezTo>
                  <a:pt x="5833" y="12583"/>
                  <a:pt x="1504" y="19166"/>
                  <a:pt x="5976" y="25033"/>
                </a:cubicBezTo>
                <a:cubicBezTo>
                  <a:pt x="2005" y="31724"/>
                  <a:pt x="1" y="38342"/>
                  <a:pt x="7335" y="41706"/>
                </a:cubicBezTo>
                <a:cubicBezTo>
                  <a:pt x="8838" y="46893"/>
                  <a:pt x="7944" y="52117"/>
                  <a:pt x="17782" y="55480"/>
                </a:cubicBezTo>
                <a:cubicBezTo>
                  <a:pt x="27586" y="58843"/>
                  <a:pt x="30448" y="60847"/>
                  <a:pt x="33417" y="62314"/>
                </a:cubicBezTo>
                <a:cubicBezTo>
                  <a:pt x="35261" y="63214"/>
                  <a:pt x="43962" y="63912"/>
                  <a:pt x="51395" y="63912"/>
                </a:cubicBezTo>
                <a:cubicBezTo>
                  <a:pt x="56074" y="63912"/>
                  <a:pt x="60251" y="63635"/>
                  <a:pt x="61896" y="62958"/>
                </a:cubicBezTo>
                <a:cubicBezTo>
                  <a:pt x="66118" y="61240"/>
                  <a:pt x="65760" y="57734"/>
                  <a:pt x="65760" y="57734"/>
                </a:cubicBezTo>
                <a:cubicBezTo>
                  <a:pt x="65760" y="57734"/>
                  <a:pt x="52996" y="52498"/>
                  <a:pt x="42319" y="52498"/>
                </a:cubicBezTo>
                <a:cubicBezTo>
                  <a:pt x="40991" y="52498"/>
                  <a:pt x="39696" y="52579"/>
                  <a:pt x="38462" y="52761"/>
                </a:cubicBezTo>
                <a:cubicBezTo>
                  <a:pt x="29196" y="45140"/>
                  <a:pt x="30054" y="43065"/>
                  <a:pt x="30054" y="43065"/>
                </a:cubicBezTo>
                <a:lnTo>
                  <a:pt x="39392" y="29648"/>
                </a:lnTo>
                <a:lnTo>
                  <a:pt x="48122" y="17055"/>
                </a:lnTo>
                <a:cubicBezTo>
                  <a:pt x="48122" y="17055"/>
                  <a:pt x="38014" y="1"/>
                  <a:pt x="2601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9" name="Google Shape;2059;p45"/>
          <p:cNvSpPr/>
          <p:nvPr/>
        </p:nvSpPr>
        <p:spPr>
          <a:xfrm>
            <a:off x="3910409" y="4008913"/>
            <a:ext cx="328460" cy="326786"/>
          </a:xfrm>
          <a:custGeom>
            <a:avLst/>
            <a:gdLst/>
            <a:ahLst/>
            <a:cxnLst/>
            <a:rect l="l" t="t" r="r" b="b"/>
            <a:pathLst>
              <a:path w="27871" h="27729" extrusionOk="0">
                <a:moveTo>
                  <a:pt x="0" y="1"/>
                </a:moveTo>
                <a:lnTo>
                  <a:pt x="0" y="1"/>
                </a:lnTo>
                <a:cubicBezTo>
                  <a:pt x="1" y="1"/>
                  <a:pt x="7871" y="12344"/>
                  <a:pt x="11771" y="15779"/>
                </a:cubicBezTo>
                <a:cubicBezTo>
                  <a:pt x="15635" y="19213"/>
                  <a:pt x="27871" y="27729"/>
                  <a:pt x="27871" y="27729"/>
                </a:cubicBezTo>
                <a:cubicBezTo>
                  <a:pt x="27871" y="27729"/>
                  <a:pt x="19749" y="16351"/>
                  <a:pt x="15742" y="12666"/>
                </a:cubicBezTo>
                <a:cubicBezTo>
                  <a:pt x="11700" y="8945"/>
                  <a:pt x="1" y="1"/>
                  <a:pt x="0" y="1"/>
                </a:cubicBezTo>
                <a:close/>
              </a:path>
            </a:pathLst>
          </a:custGeom>
          <a:solidFill>
            <a:srgbClr val="95BDD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0" name="Google Shape;2060;p45"/>
          <p:cNvSpPr/>
          <p:nvPr/>
        </p:nvSpPr>
        <p:spPr>
          <a:xfrm>
            <a:off x="3734985" y="3970126"/>
            <a:ext cx="653879" cy="505247"/>
          </a:xfrm>
          <a:custGeom>
            <a:avLst/>
            <a:gdLst/>
            <a:ahLst/>
            <a:cxnLst/>
            <a:rect l="l" t="t" r="r" b="b"/>
            <a:pathLst>
              <a:path w="55484" h="42872" extrusionOk="0">
                <a:moveTo>
                  <a:pt x="12237" y="0"/>
                </a:moveTo>
                <a:lnTo>
                  <a:pt x="1" y="9517"/>
                </a:lnTo>
                <a:cubicBezTo>
                  <a:pt x="3900" y="13882"/>
                  <a:pt x="7371" y="18605"/>
                  <a:pt x="10269" y="23685"/>
                </a:cubicBezTo>
                <a:cubicBezTo>
                  <a:pt x="14813" y="31664"/>
                  <a:pt x="20287" y="33452"/>
                  <a:pt x="34920" y="40000"/>
                </a:cubicBezTo>
                <a:cubicBezTo>
                  <a:pt x="39533" y="42058"/>
                  <a:pt x="43378" y="42872"/>
                  <a:pt x="46385" y="42872"/>
                </a:cubicBezTo>
                <a:cubicBezTo>
                  <a:pt x="52895" y="42872"/>
                  <a:pt x="55484" y="39057"/>
                  <a:pt x="53453" y="35778"/>
                </a:cubicBezTo>
                <a:cubicBezTo>
                  <a:pt x="50483" y="31020"/>
                  <a:pt x="39428" y="28050"/>
                  <a:pt x="39428" y="28050"/>
                </a:cubicBezTo>
                <a:cubicBezTo>
                  <a:pt x="39428" y="28050"/>
                  <a:pt x="30555" y="19463"/>
                  <a:pt x="24938" y="15277"/>
                </a:cubicBezTo>
                <a:cubicBezTo>
                  <a:pt x="23292" y="13954"/>
                  <a:pt x="12237" y="0"/>
                  <a:pt x="1223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1" name="Google Shape;2061;p45"/>
          <p:cNvSpPr/>
          <p:nvPr/>
        </p:nvSpPr>
        <p:spPr>
          <a:xfrm>
            <a:off x="3895641" y="3910241"/>
            <a:ext cx="578926" cy="508051"/>
          </a:xfrm>
          <a:custGeom>
            <a:avLst/>
            <a:gdLst/>
            <a:ahLst/>
            <a:cxnLst/>
            <a:rect l="l" t="t" r="r" b="b"/>
            <a:pathLst>
              <a:path w="49124" h="43110" extrusionOk="0">
                <a:moveTo>
                  <a:pt x="14777" y="1"/>
                </a:moveTo>
                <a:lnTo>
                  <a:pt x="1" y="9518"/>
                </a:lnTo>
                <a:lnTo>
                  <a:pt x="19035" y="25546"/>
                </a:lnTo>
                <a:cubicBezTo>
                  <a:pt x="22240" y="29615"/>
                  <a:pt x="28951" y="43110"/>
                  <a:pt x="36467" y="43110"/>
                </a:cubicBezTo>
                <a:cubicBezTo>
                  <a:pt x="37675" y="43110"/>
                  <a:pt x="38905" y="42761"/>
                  <a:pt x="40144" y="41968"/>
                </a:cubicBezTo>
                <a:cubicBezTo>
                  <a:pt x="49124" y="36244"/>
                  <a:pt x="30698" y="18605"/>
                  <a:pt x="30698" y="18605"/>
                </a:cubicBezTo>
                <a:lnTo>
                  <a:pt x="1477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2" name="Google Shape;2062;p45"/>
          <p:cNvSpPr txBox="1"/>
          <p:nvPr/>
        </p:nvSpPr>
        <p:spPr>
          <a:xfrm>
            <a:off x="2555882" y="1805731"/>
            <a:ext cx="2014800" cy="7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the second-brightest natural object in the night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sky after the Moon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3" name="Google Shape;2063;p45"/>
          <p:cNvSpPr txBox="1"/>
          <p:nvPr/>
        </p:nvSpPr>
        <p:spPr>
          <a:xfrm>
            <a:off x="2530575" y="1474472"/>
            <a:ext cx="20148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2 DRILL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064" name="Google Shape;2064;p45"/>
          <p:cNvSpPr txBox="1"/>
          <p:nvPr/>
        </p:nvSpPr>
        <p:spPr>
          <a:xfrm>
            <a:off x="466775" y="1803499"/>
            <a:ext cx="2038500" cy="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a gas giant and the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biggest planet in our Solar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System. And the biggest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5" name="Google Shape;2065;p45"/>
          <p:cNvSpPr txBox="1"/>
          <p:nvPr/>
        </p:nvSpPr>
        <p:spPr>
          <a:xfrm>
            <a:off x="468416" y="1474472"/>
            <a:ext cx="20385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 TOOTH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066" name="Google Shape;2066;p45"/>
          <p:cNvSpPr txBox="1"/>
          <p:nvPr/>
        </p:nvSpPr>
        <p:spPr>
          <a:xfrm>
            <a:off x="4606933" y="1803499"/>
            <a:ext cx="2013300" cy="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Yes, this is the ringed one.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a gas giant, composed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mostly of hydrogen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7" name="Google Shape;2067;p45"/>
          <p:cNvSpPr txBox="1"/>
          <p:nvPr/>
        </p:nvSpPr>
        <p:spPr>
          <a:xfrm>
            <a:off x="4608553" y="1474472"/>
            <a:ext cx="20133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3 DENTIST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068" name="Google Shape;2068;p45"/>
          <p:cNvSpPr txBox="1"/>
          <p:nvPr/>
        </p:nvSpPr>
        <p:spPr>
          <a:xfrm>
            <a:off x="6659725" y="1816249"/>
            <a:ext cx="2098800" cy="7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the ringed one and a gas giant  System. And the biggest one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9" name="Google Shape;2069;p45"/>
          <p:cNvSpPr txBox="1"/>
          <p:nvPr/>
        </p:nvSpPr>
        <p:spPr>
          <a:xfrm>
            <a:off x="6695093" y="1474472"/>
            <a:ext cx="20124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 CAVITIES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070" name="Google Shape;2070;p45"/>
          <p:cNvGrpSpPr/>
          <p:nvPr/>
        </p:nvGrpSpPr>
        <p:grpSpPr>
          <a:xfrm>
            <a:off x="2023316" y="3675074"/>
            <a:ext cx="5097074" cy="1691196"/>
            <a:chOff x="-285125" y="2560951"/>
            <a:chExt cx="9714264" cy="3223167"/>
          </a:xfrm>
        </p:grpSpPr>
        <p:sp>
          <p:nvSpPr>
            <p:cNvPr id="2071" name="Google Shape;2071;p45"/>
            <p:cNvSpPr/>
            <p:nvPr/>
          </p:nvSpPr>
          <p:spPr>
            <a:xfrm>
              <a:off x="-285125" y="2689048"/>
              <a:ext cx="9714264" cy="3095070"/>
            </a:xfrm>
            <a:custGeom>
              <a:avLst/>
              <a:gdLst/>
              <a:ahLst/>
              <a:cxnLst/>
              <a:rect l="l" t="t" r="r" b="b"/>
              <a:pathLst>
                <a:path w="223612" h="111806" extrusionOk="0">
                  <a:moveTo>
                    <a:pt x="1" y="0"/>
                  </a:moveTo>
                  <a:lnTo>
                    <a:pt x="1" y="111805"/>
                  </a:lnTo>
                  <a:lnTo>
                    <a:pt x="223611" y="111805"/>
                  </a:lnTo>
                  <a:lnTo>
                    <a:pt x="223611" y="0"/>
                  </a:lnTo>
                  <a:cubicBezTo>
                    <a:pt x="223611" y="0"/>
                    <a:pt x="212377" y="47871"/>
                    <a:pt x="111806" y="48300"/>
                  </a:cubicBezTo>
                  <a:cubicBezTo>
                    <a:pt x="11235" y="47871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45"/>
            <p:cNvSpPr/>
            <p:nvPr/>
          </p:nvSpPr>
          <p:spPr>
            <a:xfrm>
              <a:off x="3339188" y="3808251"/>
              <a:ext cx="1415713" cy="1316499"/>
            </a:xfrm>
            <a:custGeom>
              <a:avLst/>
              <a:gdLst/>
              <a:ahLst/>
              <a:cxnLst/>
              <a:rect l="l" t="t" r="r" b="b"/>
              <a:pathLst>
                <a:path w="38784" h="36066" extrusionOk="0">
                  <a:moveTo>
                    <a:pt x="19084" y="0"/>
                  </a:moveTo>
                  <a:cubicBezTo>
                    <a:pt x="14679" y="0"/>
                    <a:pt x="10279" y="752"/>
                    <a:pt x="6118" y="2256"/>
                  </a:cubicBezTo>
                  <a:cubicBezTo>
                    <a:pt x="6118" y="2256"/>
                    <a:pt x="0" y="36066"/>
                    <a:pt x="19392" y="36066"/>
                  </a:cubicBezTo>
                  <a:cubicBezTo>
                    <a:pt x="38783" y="36066"/>
                    <a:pt x="32665" y="2256"/>
                    <a:pt x="32665" y="2256"/>
                  </a:cubicBezTo>
                  <a:cubicBezTo>
                    <a:pt x="28504" y="752"/>
                    <a:pt x="24104" y="0"/>
                    <a:pt x="19699" y="0"/>
                  </a:cubicBezTo>
                  <a:cubicBezTo>
                    <a:pt x="19597" y="0"/>
                    <a:pt x="19494" y="1"/>
                    <a:pt x="19392" y="2"/>
                  </a:cubicBezTo>
                  <a:cubicBezTo>
                    <a:pt x="19289" y="1"/>
                    <a:pt x="19187" y="0"/>
                    <a:pt x="19084" y="0"/>
                  </a:cubicBezTo>
                  <a:close/>
                </a:path>
              </a:pathLst>
            </a:custGeom>
            <a:solidFill>
              <a:srgbClr val="FFF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45"/>
            <p:cNvSpPr/>
            <p:nvPr/>
          </p:nvSpPr>
          <p:spPr>
            <a:xfrm>
              <a:off x="2209481" y="3694177"/>
              <a:ext cx="1403886" cy="1321464"/>
            </a:xfrm>
            <a:custGeom>
              <a:avLst/>
              <a:gdLst/>
              <a:ahLst/>
              <a:cxnLst/>
              <a:rect l="l" t="t" r="r" b="b"/>
              <a:pathLst>
                <a:path w="38460" h="36202" extrusionOk="0">
                  <a:moveTo>
                    <a:pt x="18647" y="1"/>
                  </a:moveTo>
                  <a:cubicBezTo>
                    <a:pt x="15620" y="1"/>
                    <a:pt x="12592" y="366"/>
                    <a:pt x="9660" y="1087"/>
                  </a:cubicBezTo>
                  <a:cubicBezTo>
                    <a:pt x="9660" y="1087"/>
                    <a:pt x="0" y="34074"/>
                    <a:pt x="19320" y="36114"/>
                  </a:cubicBezTo>
                  <a:cubicBezTo>
                    <a:pt x="19878" y="36173"/>
                    <a:pt x="20416" y="36201"/>
                    <a:pt x="20938" y="36201"/>
                  </a:cubicBezTo>
                  <a:cubicBezTo>
                    <a:pt x="38460" y="36201"/>
                    <a:pt x="36064" y="3878"/>
                    <a:pt x="36064" y="3878"/>
                  </a:cubicBezTo>
                  <a:cubicBezTo>
                    <a:pt x="31986" y="1910"/>
                    <a:pt x="27585" y="694"/>
                    <a:pt x="23077" y="264"/>
                  </a:cubicBezTo>
                  <a:cubicBezTo>
                    <a:pt x="21608" y="88"/>
                    <a:pt x="20128" y="1"/>
                    <a:pt x="18647" y="1"/>
                  </a:cubicBezTo>
                  <a:close/>
                </a:path>
              </a:pathLst>
            </a:custGeom>
            <a:solidFill>
              <a:srgbClr val="FFF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45"/>
            <p:cNvSpPr/>
            <p:nvPr/>
          </p:nvSpPr>
          <p:spPr>
            <a:xfrm>
              <a:off x="5529392" y="3694177"/>
              <a:ext cx="1403923" cy="1321464"/>
            </a:xfrm>
            <a:custGeom>
              <a:avLst/>
              <a:gdLst/>
              <a:ahLst/>
              <a:cxnLst/>
              <a:rect l="l" t="t" r="r" b="b"/>
              <a:pathLst>
                <a:path w="38461" h="36202" extrusionOk="0">
                  <a:moveTo>
                    <a:pt x="19829" y="1"/>
                  </a:moveTo>
                  <a:cubicBezTo>
                    <a:pt x="18349" y="1"/>
                    <a:pt x="16864" y="88"/>
                    <a:pt x="15384" y="264"/>
                  </a:cubicBezTo>
                  <a:cubicBezTo>
                    <a:pt x="10876" y="694"/>
                    <a:pt x="6475" y="1910"/>
                    <a:pt x="2396" y="3878"/>
                  </a:cubicBezTo>
                  <a:cubicBezTo>
                    <a:pt x="2396" y="3878"/>
                    <a:pt x="1" y="36201"/>
                    <a:pt x="17523" y="36201"/>
                  </a:cubicBezTo>
                  <a:cubicBezTo>
                    <a:pt x="18044" y="36201"/>
                    <a:pt x="18583" y="36173"/>
                    <a:pt x="19140" y="36114"/>
                  </a:cubicBezTo>
                  <a:cubicBezTo>
                    <a:pt x="38460" y="34074"/>
                    <a:pt x="28800" y="1087"/>
                    <a:pt x="28800" y="1087"/>
                  </a:cubicBezTo>
                  <a:cubicBezTo>
                    <a:pt x="25869" y="366"/>
                    <a:pt x="22857" y="1"/>
                    <a:pt x="19829" y="1"/>
                  </a:cubicBezTo>
                  <a:close/>
                </a:path>
              </a:pathLst>
            </a:custGeom>
            <a:solidFill>
              <a:srgbClr val="FFFEFF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45"/>
            <p:cNvSpPr/>
            <p:nvPr/>
          </p:nvSpPr>
          <p:spPr>
            <a:xfrm>
              <a:off x="4380046" y="3808251"/>
              <a:ext cx="1417027" cy="1316499"/>
            </a:xfrm>
            <a:custGeom>
              <a:avLst/>
              <a:gdLst/>
              <a:ahLst/>
              <a:cxnLst/>
              <a:rect l="l" t="t" r="r" b="b"/>
              <a:pathLst>
                <a:path w="38820" h="36066" extrusionOk="0">
                  <a:moveTo>
                    <a:pt x="19118" y="0"/>
                  </a:moveTo>
                  <a:cubicBezTo>
                    <a:pt x="14681" y="0"/>
                    <a:pt x="10315" y="752"/>
                    <a:pt x="6119" y="2256"/>
                  </a:cubicBezTo>
                  <a:cubicBezTo>
                    <a:pt x="6119" y="2256"/>
                    <a:pt x="1" y="36066"/>
                    <a:pt x="19428" y="36066"/>
                  </a:cubicBezTo>
                  <a:cubicBezTo>
                    <a:pt x="38820" y="36066"/>
                    <a:pt x="32702" y="2256"/>
                    <a:pt x="32702" y="2256"/>
                  </a:cubicBezTo>
                  <a:cubicBezTo>
                    <a:pt x="28541" y="752"/>
                    <a:pt x="24141" y="0"/>
                    <a:pt x="19736" y="0"/>
                  </a:cubicBezTo>
                  <a:cubicBezTo>
                    <a:pt x="19633" y="0"/>
                    <a:pt x="19531" y="1"/>
                    <a:pt x="19428" y="2"/>
                  </a:cubicBezTo>
                  <a:cubicBezTo>
                    <a:pt x="19325" y="1"/>
                    <a:pt x="19222" y="0"/>
                    <a:pt x="19118" y="0"/>
                  </a:cubicBezTo>
                  <a:close/>
                </a:path>
              </a:pathLst>
            </a:custGeom>
            <a:solidFill>
              <a:srgbClr val="FFF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45"/>
            <p:cNvSpPr/>
            <p:nvPr/>
          </p:nvSpPr>
          <p:spPr>
            <a:xfrm>
              <a:off x="1360557" y="3466137"/>
              <a:ext cx="1211993" cy="1119787"/>
            </a:xfrm>
            <a:custGeom>
              <a:avLst/>
              <a:gdLst/>
              <a:ahLst/>
              <a:cxnLst/>
              <a:rect l="l" t="t" r="r" b="b"/>
              <a:pathLst>
                <a:path w="33203" h="30677" extrusionOk="0">
                  <a:moveTo>
                    <a:pt x="16254" y="1"/>
                  </a:moveTo>
                  <a:cubicBezTo>
                    <a:pt x="14062" y="1"/>
                    <a:pt x="12029" y="246"/>
                    <a:pt x="10627" y="787"/>
                  </a:cubicBezTo>
                  <a:cubicBezTo>
                    <a:pt x="6548" y="2325"/>
                    <a:pt x="1" y="25796"/>
                    <a:pt x="11879" y="29946"/>
                  </a:cubicBezTo>
                  <a:cubicBezTo>
                    <a:pt x="13296" y="30437"/>
                    <a:pt x="14763" y="30676"/>
                    <a:pt x="16226" y="30676"/>
                  </a:cubicBezTo>
                  <a:cubicBezTo>
                    <a:pt x="22226" y="30676"/>
                    <a:pt x="28169" y="26653"/>
                    <a:pt x="30412" y="19463"/>
                  </a:cubicBezTo>
                  <a:cubicBezTo>
                    <a:pt x="33203" y="10483"/>
                    <a:pt x="30376" y="4544"/>
                    <a:pt x="27264" y="2325"/>
                  </a:cubicBezTo>
                  <a:cubicBezTo>
                    <a:pt x="25198" y="893"/>
                    <a:pt x="20436" y="1"/>
                    <a:pt x="16254" y="1"/>
                  </a:cubicBezTo>
                  <a:close/>
                </a:path>
              </a:pathLst>
            </a:custGeom>
            <a:solidFill>
              <a:srgbClr val="FFF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45"/>
            <p:cNvSpPr/>
            <p:nvPr/>
          </p:nvSpPr>
          <p:spPr>
            <a:xfrm>
              <a:off x="6570250" y="3466137"/>
              <a:ext cx="1211956" cy="1119787"/>
            </a:xfrm>
            <a:custGeom>
              <a:avLst/>
              <a:gdLst/>
              <a:ahLst/>
              <a:cxnLst/>
              <a:rect l="l" t="t" r="r" b="b"/>
              <a:pathLst>
                <a:path w="33202" h="30677" extrusionOk="0">
                  <a:moveTo>
                    <a:pt x="16949" y="1"/>
                  </a:moveTo>
                  <a:cubicBezTo>
                    <a:pt x="12767" y="1"/>
                    <a:pt x="8005" y="893"/>
                    <a:pt x="5939" y="2325"/>
                  </a:cubicBezTo>
                  <a:cubicBezTo>
                    <a:pt x="2826" y="4544"/>
                    <a:pt x="0" y="10483"/>
                    <a:pt x="2791" y="19463"/>
                  </a:cubicBezTo>
                  <a:cubicBezTo>
                    <a:pt x="5034" y="26653"/>
                    <a:pt x="10977" y="30676"/>
                    <a:pt x="16976" y="30676"/>
                  </a:cubicBezTo>
                  <a:cubicBezTo>
                    <a:pt x="18440" y="30676"/>
                    <a:pt x="19906" y="30437"/>
                    <a:pt x="21324" y="29946"/>
                  </a:cubicBezTo>
                  <a:cubicBezTo>
                    <a:pt x="33202" y="25796"/>
                    <a:pt x="26654" y="2325"/>
                    <a:pt x="22576" y="787"/>
                  </a:cubicBezTo>
                  <a:cubicBezTo>
                    <a:pt x="21173" y="246"/>
                    <a:pt x="19141" y="1"/>
                    <a:pt x="16949" y="1"/>
                  </a:cubicBezTo>
                  <a:close/>
                </a:path>
              </a:pathLst>
            </a:custGeom>
            <a:solidFill>
              <a:srgbClr val="FFFEFF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45"/>
            <p:cNvSpPr/>
            <p:nvPr/>
          </p:nvSpPr>
          <p:spPr>
            <a:xfrm>
              <a:off x="465969" y="3096097"/>
              <a:ext cx="1241998" cy="1069706"/>
            </a:xfrm>
            <a:custGeom>
              <a:avLst/>
              <a:gdLst/>
              <a:ahLst/>
              <a:cxnLst/>
              <a:rect l="l" t="t" r="r" b="b"/>
              <a:pathLst>
                <a:path w="34025" h="29305" extrusionOk="0">
                  <a:moveTo>
                    <a:pt x="16410" y="1"/>
                  </a:moveTo>
                  <a:cubicBezTo>
                    <a:pt x="15965" y="1"/>
                    <a:pt x="15549" y="27"/>
                    <a:pt x="15170" y="83"/>
                  </a:cubicBezTo>
                  <a:cubicBezTo>
                    <a:pt x="11056" y="656"/>
                    <a:pt x="0" y="21049"/>
                    <a:pt x="10161" y="27382"/>
                  </a:cubicBezTo>
                  <a:cubicBezTo>
                    <a:pt x="12204" y="28664"/>
                    <a:pt x="14531" y="29304"/>
                    <a:pt x="16893" y="29304"/>
                  </a:cubicBezTo>
                  <a:cubicBezTo>
                    <a:pt x="21646" y="29304"/>
                    <a:pt x="26541" y="26713"/>
                    <a:pt x="29553" y="21550"/>
                  </a:cubicBezTo>
                  <a:cubicBezTo>
                    <a:pt x="34025" y="13858"/>
                    <a:pt x="32665" y="7740"/>
                    <a:pt x="30232" y="5056"/>
                  </a:cubicBezTo>
                  <a:cubicBezTo>
                    <a:pt x="28023" y="2588"/>
                    <a:pt x="20800" y="1"/>
                    <a:pt x="16410" y="1"/>
                  </a:cubicBezTo>
                  <a:close/>
                </a:path>
              </a:pathLst>
            </a:custGeom>
            <a:solidFill>
              <a:srgbClr val="FFFEFF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45"/>
            <p:cNvSpPr/>
            <p:nvPr/>
          </p:nvSpPr>
          <p:spPr>
            <a:xfrm>
              <a:off x="7434797" y="3096097"/>
              <a:ext cx="1243348" cy="1069706"/>
            </a:xfrm>
            <a:custGeom>
              <a:avLst/>
              <a:gdLst/>
              <a:ahLst/>
              <a:cxnLst/>
              <a:rect l="l" t="t" r="r" b="b"/>
              <a:pathLst>
                <a:path w="34062" h="29305" extrusionOk="0">
                  <a:moveTo>
                    <a:pt x="17652" y="1"/>
                  </a:moveTo>
                  <a:cubicBezTo>
                    <a:pt x="13261" y="1"/>
                    <a:pt x="6035" y="2588"/>
                    <a:pt x="3793" y="5056"/>
                  </a:cubicBezTo>
                  <a:cubicBezTo>
                    <a:pt x="1360" y="7740"/>
                    <a:pt x="1" y="13858"/>
                    <a:pt x="4509" y="21550"/>
                  </a:cubicBezTo>
                  <a:cubicBezTo>
                    <a:pt x="7496" y="26713"/>
                    <a:pt x="12400" y="29304"/>
                    <a:pt x="17161" y="29304"/>
                  </a:cubicBezTo>
                  <a:cubicBezTo>
                    <a:pt x="19527" y="29304"/>
                    <a:pt x="21857" y="28664"/>
                    <a:pt x="23900" y="27382"/>
                  </a:cubicBezTo>
                  <a:cubicBezTo>
                    <a:pt x="34061" y="21049"/>
                    <a:pt x="23006" y="656"/>
                    <a:pt x="18891" y="83"/>
                  </a:cubicBezTo>
                  <a:cubicBezTo>
                    <a:pt x="18513" y="27"/>
                    <a:pt x="18097" y="1"/>
                    <a:pt x="17652" y="1"/>
                  </a:cubicBezTo>
                  <a:close/>
                </a:path>
              </a:pathLst>
            </a:custGeom>
            <a:solidFill>
              <a:srgbClr val="FFFEFF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45"/>
            <p:cNvSpPr/>
            <p:nvPr/>
          </p:nvSpPr>
          <p:spPr>
            <a:xfrm>
              <a:off x="-284979" y="2560951"/>
              <a:ext cx="1241998" cy="1069706"/>
            </a:xfrm>
            <a:custGeom>
              <a:avLst/>
              <a:gdLst/>
              <a:ahLst/>
              <a:cxnLst/>
              <a:rect l="l" t="t" r="r" b="b"/>
              <a:pathLst>
                <a:path w="34025" h="29305" extrusionOk="0">
                  <a:moveTo>
                    <a:pt x="16342" y="1"/>
                  </a:moveTo>
                  <a:cubicBezTo>
                    <a:pt x="15922" y="1"/>
                    <a:pt x="15529" y="24"/>
                    <a:pt x="15170" y="74"/>
                  </a:cubicBezTo>
                  <a:cubicBezTo>
                    <a:pt x="11055" y="683"/>
                    <a:pt x="0" y="21040"/>
                    <a:pt x="10161" y="27373"/>
                  </a:cubicBezTo>
                  <a:cubicBezTo>
                    <a:pt x="12212" y="28661"/>
                    <a:pt x="14550" y="29305"/>
                    <a:pt x="16922" y="29305"/>
                  </a:cubicBezTo>
                  <a:cubicBezTo>
                    <a:pt x="21665" y="29305"/>
                    <a:pt x="26547" y="26729"/>
                    <a:pt x="29552" y="21577"/>
                  </a:cubicBezTo>
                  <a:cubicBezTo>
                    <a:pt x="34025" y="13849"/>
                    <a:pt x="32665" y="7767"/>
                    <a:pt x="30232" y="5048"/>
                  </a:cubicBezTo>
                  <a:cubicBezTo>
                    <a:pt x="28012" y="2599"/>
                    <a:pt x="20725" y="1"/>
                    <a:pt x="16342" y="1"/>
                  </a:cubicBezTo>
                  <a:close/>
                </a:path>
              </a:pathLst>
            </a:custGeom>
            <a:solidFill>
              <a:srgbClr val="FFFEFF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45"/>
            <p:cNvSpPr/>
            <p:nvPr/>
          </p:nvSpPr>
          <p:spPr>
            <a:xfrm>
              <a:off x="8185745" y="2560951"/>
              <a:ext cx="1243348" cy="1069706"/>
            </a:xfrm>
            <a:custGeom>
              <a:avLst/>
              <a:gdLst/>
              <a:ahLst/>
              <a:cxnLst/>
              <a:rect l="l" t="t" r="r" b="b"/>
              <a:pathLst>
                <a:path w="34062" h="29305" extrusionOk="0">
                  <a:moveTo>
                    <a:pt x="17720" y="1"/>
                  </a:moveTo>
                  <a:cubicBezTo>
                    <a:pt x="13336" y="1"/>
                    <a:pt x="6046" y="2599"/>
                    <a:pt x="3793" y="5048"/>
                  </a:cubicBezTo>
                  <a:cubicBezTo>
                    <a:pt x="1361" y="7767"/>
                    <a:pt x="1" y="13849"/>
                    <a:pt x="4509" y="21577"/>
                  </a:cubicBezTo>
                  <a:cubicBezTo>
                    <a:pt x="7490" y="26729"/>
                    <a:pt x="12380" y="29305"/>
                    <a:pt x="17132" y="29305"/>
                  </a:cubicBezTo>
                  <a:cubicBezTo>
                    <a:pt x="19508" y="29305"/>
                    <a:pt x="21849" y="28661"/>
                    <a:pt x="23900" y="27373"/>
                  </a:cubicBezTo>
                  <a:cubicBezTo>
                    <a:pt x="34061" y="21040"/>
                    <a:pt x="23006" y="683"/>
                    <a:pt x="18892" y="74"/>
                  </a:cubicBezTo>
                  <a:cubicBezTo>
                    <a:pt x="18532" y="24"/>
                    <a:pt x="18139" y="1"/>
                    <a:pt x="17720" y="1"/>
                  </a:cubicBezTo>
                  <a:close/>
                </a:path>
              </a:pathLst>
            </a:custGeom>
            <a:solidFill>
              <a:srgbClr val="FFFEFF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45"/>
            <p:cNvSpPr/>
            <p:nvPr/>
          </p:nvSpPr>
          <p:spPr>
            <a:xfrm>
              <a:off x="4583808" y="4859636"/>
              <a:ext cx="1009550" cy="546004"/>
            </a:xfrm>
            <a:custGeom>
              <a:avLst/>
              <a:gdLst/>
              <a:ahLst/>
              <a:cxnLst/>
              <a:rect l="l" t="t" r="r" b="b"/>
              <a:pathLst>
                <a:path w="27657" h="14958" extrusionOk="0">
                  <a:moveTo>
                    <a:pt x="0" y="1"/>
                  </a:moveTo>
                  <a:cubicBezTo>
                    <a:pt x="0" y="7198"/>
                    <a:pt x="3092" y="14958"/>
                    <a:pt x="13559" y="14958"/>
                  </a:cubicBezTo>
                  <a:cubicBezTo>
                    <a:pt x="13654" y="14958"/>
                    <a:pt x="13750" y="14957"/>
                    <a:pt x="13846" y="14956"/>
                  </a:cubicBezTo>
                  <a:cubicBezTo>
                    <a:pt x="13943" y="14957"/>
                    <a:pt x="14038" y="14958"/>
                    <a:pt x="14134" y="14958"/>
                  </a:cubicBezTo>
                  <a:cubicBezTo>
                    <a:pt x="24600" y="14958"/>
                    <a:pt x="27656" y="7198"/>
                    <a:pt x="27656" y="1"/>
                  </a:cubicBezTo>
                  <a:lnTo>
                    <a:pt x="27656" y="1"/>
                  </a:lnTo>
                  <a:cubicBezTo>
                    <a:pt x="24758" y="9661"/>
                    <a:pt x="16530" y="10591"/>
                    <a:pt x="13846" y="10627"/>
                  </a:cubicBezTo>
                  <a:cubicBezTo>
                    <a:pt x="11127" y="10591"/>
                    <a:pt x="2898" y="966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45"/>
            <p:cNvSpPr/>
            <p:nvPr/>
          </p:nvSpPr>
          <p:spPr>
            <a:xfrm>
              <a:off x="3542913" y="4859636"/>
              <a:ext cx="1008236" cy="546004"/>
            </a:xfrm>
            <a:custGeom>
              <a:avLst/>
              <a:gdLst/>
              <a:ahLst/>
              <a:cxnLst/>
              <a:rect l="l" t="t" r="r" b="b"/>
              <a:pathLst>
                <a:path w="27621" h="14958" extrusionOk="0">
                  <a:moveTo>
                    <a:pt x="0" y="1"/>
                  </a:moveTo>
                  <a:cubicBezTo>
                    <a:pt x="0" y="7198"/>
                    <a:pt x="3057" y="14958"/>
                    <a:pt x="13523" y="14958"/>
                  </a:cubicBezTo>
                  <a:cubicBezTo>
                    <a:pt x="13618" y="14958"/>
                    <a:pt x="13714" y="14957"/>
                    <a:pt x="13811" y="14956"/>
                  </a:cubicBezTo>
                  <a:cubicBezTo>
                    <a:pt x="13907" y="14957"/>
                    <a:pt x="14003" y="14958"/>
                    <a:pt x="14098" y="14958"/>
                  </a:cubicBezTo>
                  <a:cubicBezTo>
                    <a:pt x="24564" y="14958"/>
                    <a:pt x="27621" y="7198"/>
                    <a:pt x="27621" y="1"/>
                  </a:cubicBezTo>
                  <a:lnTo>
                    <a:pt x="27621" y="1"/>
                  </a:lnTo>
                  <a:cubicBezTo>
                    <a:pt x="24723" y="9661"/>
                    <a:pt x="16494" y="10591"/>
                    <a:pt x="13811" y="10627"/>
                  </a:cubicBezTo>
                  <a:cubicBezTo>
                    <a:pt x="11092" y="10591"/>
                    <a:pt x="2898" y="966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45"/>
            <p:cNvSpPr/>
            <p:nvPr/>
          </p:nvSpPr>
          <p:spPr>
            <a:xfrm>
              <a:off x="2391012" y="4637473"/>
              <a:ext cx="1036963" cy="626492"/>
            </a:xfrm>
            <a:custGeom>
              <a:avLst/>
              <a:gdLst/>
              <a:ahLst/>
              <a:cxnLst/>
              <a:rect l="l" t="t" r="r" b="b"/>
              <a:pathLst>
                <a:path w="28408" h="17163" extrusionOk="0">
                  <a:moveTo>
                    <a:pt x="1110" y="1"/>
                  </a:moveTo>
                  <a:lnTo>
                    <a:pt x="1110" y="1"/>
                  </a:lnTo>
                  <a:cubicBezTo>
                    <a:pt x="1" y="7156"/>
                    <a:pt x="1897" y="15385"/>
                    <a:pt x="12487" y="16888"/>
                  </a:cubicBezTo>
                  <a:cubicBezTo>
                    <a:pt x="13588" y="17074"/>
                    <a:pt x="14620" y="17163"/>
                    <a:pt x="15587" y="17163"/>
                  </a:cubicBezTo>
                  <a:cubicBezTo>
                    <a:pt x="23895" y="17163"/>
                    <a:pt x="27415" y="10664"/>
                    <a:pt x="28408" y="4223"/>
                  </a:cubicBezTo>
                  <a:lnTo>
                    <a:pt x="28408" y="4223"/>
                  </a:lnTo>
                  <a:cubicBezTo>
                    <a:pt x="24935" y="11513"/>
                    <a:pt x="18929" y="12747"/>
                    <a:pt x="15304" y="12747"/>
                  </a:cubicBezTo>
                  <a:cubicBezTo>
                    <a:pt x="14411" y="12747"/>
                    <a:pt x="13662" y="12672"/>
                    <a:pt x="13131" y="12595"/>
                  </a:cubicBezTo>
                  <a:cubicBezTo>
                    <a:pt x="10448" y="12165"/>
                    <a:pt x="2505" y="9983"/>
                    <a:pt x="11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45"/>
            <p:cNvSpPr/>
            <p:nvPr/>
          </p:nvSpPr>
          <p:spPr>
            <a:xfrm>
              <a:off x="5706981" y="4653279"/>
              <a:ext cx="1038277" cy="626492"/>
            </a:xfrm>
            <a:custGeom>
              <a:avLst/>
              <a:gdLst/>
              <a:ahLst/>
              <a:cxnLst/>
              <a:rect l="l" t="t" r="r" b="b"/>
              <a:pathLst>
                <a:path w="28444" h="17163" extrusionOk="0">
                  <a:moveTo>
                    <a:pt x="27334" y="1"/>
                  </a:moveTo>
                  <a:lnTo>
                    <a:pt x="27334" y="1"/>
                  </a:lnTo>
                  <a:cubicBezTo>
                    <a:pt x="25939" y="9983"/>
                    <a:pt x="17960" y="12165"/>
                    <a:pt x="15277" y="12595"/>
                  </a:cubicBezTo>
                  <a:cubicBezTo>
                    <a:pt x="14746" y="12672"/>
                    <a:pt x="13997" y="12747"/>
                    <a:pt x="13104" y="12747"/>
                  </a:cubicBezTo>
                  <a:cubicBezTo>
                    <a:pt x="9479" y="12747"/>
                    <a:pt x="3473" y="11513"/>
                    <a:pt x="0" y="4223"/>
                  </a:cubicBezTo>
                  <a:lnTo>
                    <a:pt x="0" y="4223"/>
                  </a:lnTo>
                  <a:cubicBezTo>
                    <a:pt x="993" y="10664"/>
                    <a:pt x="4542" y="17163"/>
                    <a:pt x="12855" y="17163"/>
                  </a:cubicBezTo>
                  <a:cubicBezTo>
                    <a:pt x="13823" y="17163"/>
                    <a:pt x="14856" y="17074"/>
                    <a:pt x="15957" y="16888"/>
                  </a:cubicBezTo>
                  <a:cubicBezTo>
                    <a:pt x="26547" y="15385"/>
                    <a:pt x="28443" y="7156"/>
                    <a:pt x="273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45"/>
            <p:cNvSpPr/>
            <p:nvPr/>
          </p:nvSpPr>
          <p:spPr>
            <a:xfrm>
              <a:off x="1412830" y="4207786"/>
              <a:ext cx="979508" cy="654125"/>
            </a:xfrm>
            <a:custGeom>
              <a:avLst/>
              <a:gdLst/>
              <a:ahLst/>
              <a:cxnLst/>
              <a:rect l="l" t="t" r="r" b="b"/>
              <a:pathLst>
                <a:path w="26834" h="17920" extrusionOk="0">
                  <a:moveTo>
                    <a:pt x="1968" y="1"/>
                  </a:moveTo>
                  <a:cubicBezTo>
                    <a:pt x="0" y="6512"/>
                    <a:pt x="716" y="14419"/>
                    <a:pt x="10376" y="17138"/>
                  </a:cubicBezTo>
                  <a:cubicBezTo>
                    <a:pt x="12096" y="17676"/>
                    <a:pt x="13666" y="17919"/>
                    <a:pt x="15095" y="17919"/>
                  </a:cubicBezTo>
                  <a:cubicBezTo>
                    <a:pt x="21658" y="17919"/>
                    <a:pt x="25247" y="12784"/>
                    <a:pt x="26833" y="7407"/>
                  </a:cubicBezTo>
                  <a:lnTo>
                    <a:pt x="26833" y="7407"/>
                  </a:lnTo>
                  <a:cubicBezTo>
                    <a:pt x="23417" y="12613"/>
                    <a:pt x="18931" y="13786"/>
                    <a:pt x="15560" y="13786"/>
                  </a:cubicBezTo>
                  <a:cubicBezTo>
                    <a:pt x="13812" y="13786"/>
                    <a:pt x="12364" y="13471"/>
                    <a:pt x="11520" y="13239"/>
                  </a:cubicBezTo>
                  <a:cubicBezTo>
                    <a:pt x="9123" y="12487"/>
                    <a:pt x="1968" y="9446"/>
                    <a:pt x="19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45"/>
            <p:cNvSpPr/>
            <p:nvPr/>
          </p:nvSpPr>
          <p:spPr>
            <a:xfrm>
              <a:off x="6743933" y="4222315"/>
              <a:ext cx="979508" cy="655293"/>
            </a:xfrm>
            <a:custGeom>
              <a:avLst/>
              <a:gdLst/>
              <a:ahLst/>
              <a:cxnLst/>
              <a:rect l="l" t="t" r="r" b="b"/>
              <a:pathLst>
                <a:path w="26834" h="17952" extrusionOk="0">
                  <a:moveTo>
                    <a:pt x="24866" y="0"/>
                  </a:moveTo>
                  <a:cubicBezTo>
                    <a:pt x="24866" y="9481"/>
                    <a:pt x="17710" y="12522"/>
                    <a:pt x="15278" y="13274"/>
                  </a:cubicBezTo>
                  <a:cubicBezTo>
                    <a:pt x="14448" y="13505"/>
                    <a:pt x="13013" y="13820"/>
                    <a:pt x="11275" y="13820"/>
                  </a:cubicBezTo>
                  <a:cubicBezTo>
                    <a:pt x="7913" y="13820"/>
                    <a:pt x="3420" y="12642"/>
                    <a:pt x="0" y="7406"/>
                  </a:cubicBezTo>
                  <a:lnTo>
                    <a:pt x="0" y="7406"/>
                  </a:lnTo>
                  <a:cubicBezTo>
                    <a:pt x="1588" y="12787"/>
                    <a:pt x="5182" y="17951"/>
                    <a:pt x="11736" y="17951"/>
                  </a:cubicBezTo>
                  <a:cubicBezTo>
                    <a:pt x="13156" y="17951"/>
                    <a:pt x="14715" y="17709"/>
                    <a:pt x="16422" y="17173"/>
                  </a:cubicBezTo>
                  <a:cubicBezTo>
                    <a:pt x="26118" y="14419"/>
                    <a:pt x="26834" y="6547"/>
                    <a:pt x="248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45"/>
            <p:cNvSpPr/>
            <p:nvPr/>
          </p:nvSpPr>
          <p:spPr>
            <a:xfrm>
              <a:off x="505137" y="3755905"/>
              <a:ext cx="975602" cy="677377"/>
            </a:xfrm>
            <a:custGeom>
              <a:avLst/>
              <a:gdLst/>
              <a:ahLst/>
              <a:cxnLst/>
              <a:rect l="l" t="t" r="r" b="b"/>
              <a:pathLst>
                <a:path w="26727" h="18557" extrusionOk="0">
                  <a:moveTo>
                    <a:pt x="2255" y="1"/>
                  </a:moveTo>
                  <a:lnTo>
                    <a:pt x="2255" y="1"/>
                  </a:lnTo>
                  <a:cubicBezTo>
                    <a:pt x="1" y="6405"/>
                    <a:pt x="287" y="14312"/>
                    <a:pt x="9839" y="17532"/>
                  </a:cubicBezTo>
                  <a:cubicBezTo>
                    <a:pt x="11760" y="18240"/>
                    <a:pt x="13507" y="18557"/>
                    <a:pt x="15089" y="18557"/>
                  </a:cubicBezTo>
                  <a:cubicBezTo>
                    <a:pt x="21258" y="18557"/>
                    <a:pt x="24933" y="13749"/>
                    <a:pt x="26727" y="8623"/>
                  </a:cubicBezTo>
                  <a:lnTo>
                    <a:pt x="26727" y="8623"/>
                  </a:lnTo>
                  <a:cubicBezTo>
                    <a:pt x="23303" y="13319"/>
                    <a:pt x="19126" y="14462"/>
                    <a:pt x="15855" y="14462"/>
                  </a:cubicBezTo>
                  <a:cubicBezTo>
                    <a:pt x="13792" y="14462"/>
                    <a:pt x="12090" y="14008"/>
                    <a:pt x="11163" y="13704"/>
                  </a:cubicBezTo>
                  <a:cubicBezTo>
                    <a:pt x="8766" y="12809"/>
                    <a:pt x="1789" y="9446"/>
                    <a:pt x="22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5"/>
            <p:cNvSpPr/>
            <p:nvPr/>
          </p:nvSpPr>
          <p:spPr>
            <a:xfrm>
              <a:off x="7655533" y="3771711"/>
              <a:ext cx="975602" cy="677888"/>
            </a:xfrm>
            <a:custGeom>
              <a:avLst/>
              <a:gdLst/>
              <a:ahLst/>
              <a:cxnLst/>
              <a:rect l="l" t="t" r="r" b="b"/>
              <a:pathLst>
                <a:path w="26727" h="18571" extrusionOk="0">
                  <a:moveTo>
                    <a:pt x="24472" y="1"/>
                  </a:moveTo>
                  <a:lnTo>
                    <a:pt x="24472" y="1"/>
                  </a:lnTo>
                  <a:cubicBezTo>
                    <a:pt x="24937" y="9446"/>
                    <a:pt x="17925" y="12809"/>
                    <a:pt x="15564" y="13704"/>
                  </a:cubicBezTo>
                  <a:cubicBezTo>
                    <a:pt x="14621" y="14009"/>
                    <a:pt x="12910" y="14464"/>
                    <a:pt x="10842" y="14464"/>
                  </a:cubicBezTo>
                  <a:cubicBezTo>
                    <a:pt x="7575" y="14464"/>
                    <a:pt x="3419" y="13327"/>
                    <a:pt x="0" y="8659"/>
                  </a:cubicBezTo>
                  <a:lnTo>
                    <a:pt x="0" y="8659"/>
                  </a:lnTo>
                  <a:cubicBezTo>
                    <a:pt x="1792" y="13751"/>
                    <a:pt x="5461" y="18571"/>
                    <a:pt x="11619" y="18571"/>
                  </a:cubicBezTo>
                  <a:cubicBezTo>
                    <a:pt x="13206" y="18571"/>
                    <a:pt x="14959" y="18251"/>
                    <a:pt x="16887" y="17532"/>
                  </a:cubicBezTo>
                  <a:cubicBezTo>
                    <a:pt x="26440" y="14312"/>
                    <a:pt x="26726" y="6405"/>
                    <a:pt x="244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0" name="Google Shape;2090;p45"/>
          <p:cNvSpPr/>
          <p:nvPr/>
        </p:nvSpPr>
        <p:spPr>
          <a:xfrm>
            <a:off x="4953300" y="2940050"/>
            <a:ext cx="410100" cy="410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1" name="Google Shape;2091;p45"/>
          <p:cNvSpPr txBox="1"/>
          <p:nvPr/>
        </p:nvSpPr>
        <p:spPr>
          <a:xfrm>
            <a:off x="4973400" y="2974100"/>
            <a:ext cx="3699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3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092" name="Google Shape;2092;p45"/>
          <p:cNvSpPr/>
          <p:nvPr/>
        </p:nvSpPr>
        <p:spPr>
          <a:xfrm>
            <a:off x="6075550" y="3819350"/>
            <a:ext cx="410100" cy="410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3" name="Google Shape;2093;p45"/>
          <p:cNvSpPr txBox="1"/>
          <p:nvPr/>
        </p:nvSpPr>
        <p:spPr>
          <a:xfrm>
            <a:off x="6095650" y="3853400"/>
            <a:ext cx="3699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094" name="Google Shape;2094;p45"/>
          <p:cNvSpPr/>
          <p:nvPr/>
        </p:nvSpPr>
        <p:spPr>
          <a:xfrm>
            <a:off x="3553425" y="3241663"/>
            <a:ext cx="410100" cy="410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5" name="Google Shape;2095;p45"/>
          <p:cNvSpPr txBox="1"/>
          <p:nvPr/>
        </p:nvSpPr>
        <p:spPr>
          <a:xfrm>
            <a:off x="3573525" y="3275713"/>
            <a:ext cx="3699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2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096" name="Google Shape;2096;p45"/>
          <p:cNvSpPr/>
          <p:nvPr/>
        </p:nvSpPr>
        <p:spPr>
          <a:xfrm>
            <a:off x="2140575" y="4120250"/>
            <a:ext cx="410100" cy="410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7" name="Google Shape;2097;p45"/>
          <p:cNvSpPr txBox="1"/>
          <p:nvPr/>
        </p:nvSpPr>
        <p:spPr>
          <a:xfrm>
            <a:off x="2160675" y="4154300"/>
            <a:ext cx="3699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098" name="Google Shape;2098;p45"/>
          <p:cNvSpPr/>
          <p:nvPr/>
        </p:nvSpPr>
        <p:spPr>
          <a:xfrm>
            <a:off x="-16675" y="3750000"/>
            <a:ext cx="2040000" cy="1405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9" name="Google Shape;2099;p45"/>
          <p:cNvSpPr/>
          <p:nvPr/>
        </p:nvSpPr>
        <p:spPr>
          <a:xfrm>
            <a:off x="7114500" y="3750000"/>
            <a:ext cx="2040000" cy="1405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p46"/>
          <p:cNvSpPr txBox="1">
            <a:spLocks noGrp="1"/>
          </p:cNvSpPr>
          <p:nvPr>
            <p:ph type="title" idx="4294967295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Instructions for use (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free users)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5" name="Google Shape;2105;p46"/>
          <p:cNvSpPr txBox="1">
            <a:spLocks noGrp="1"/>
          </p:cNvSpPr>
          <p:nvPr>
            <p:ph type="body" idx="4294967295"/>
          </p:nvPr>
        </p:nvSpPr>
        <p:spPr>
          <a:xfrm>
            <a:off x="1048350" y="690275"/>
            <a:ext cx="7047300" cy="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order to use this template, you must credit </a:t>
            </a:r>
            <a:r>
              <a:rPr lang="en" sz="1000" b="1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" b="1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lidesgo</a:t>
            </a:r>
            <a:r>
              <a:rPr lang="en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by keeping the Thanks slide.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allowed to:</a:t>
            </a:r>
            <a:endParaRPr sz="1000" b="1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Modify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it for both personal and commercial purposes.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not allowed to:</a:t>
            </a:r>
            <a:endParaRPr sz="1000" b="1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Sublicense, sell or rent any of Slidesgo Content (or a modified version of Slidesgo Content).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Distribute this Slidesgo Template (or a modified version of this Slidesgo Template) or include it in a database or in any other product or service that offers downloadable images, icons or presentations that may be subject to distribution or resale.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any of the elements that are part of this Slidesgo Template in an isolated and separated way from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Delete the “Thanks” or “Credits” slide.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Register any of the elements that are part of this template as a trademark or logo, or register it as a work in an intellectual property registry or similar.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6" name="Google Shape;2106;p46"/>
          <p:cNvSpPr txBox="1"/>
          <p:nvPr/>
        </p:nvSpPr>
        <p:spPr>
          <a:xfrm>
            <a:off x="1048350" y="4314290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For more information about editing slides, please </a:t>
            </a:r>
            <a:r>
              <a:rPr lang="en" sz="900">
                <a:solidFill>
                  <a:srgbClr val="FFFFFF"/>
                </a:solidFill>
              </a:rPr>
              <a:t>read </a:t>
            </a:r>
            <a:r>
              <a:rPr lang="en" sz="1000">
                <a:solidFill>
                  <a:srgbClr val="FFFFFF"/>
                </a:solidFill>
              </a:rPr>
              <a:t>our FAQs or visit Slidesgo School:</a:t>
            </a:r>
            <a:endParaRPr sz="1000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869FB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https://slidesgo.com/faqs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and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 u="sng">
                <a:solidFill>
                  <a:srgbClr val="869FB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https://slidesgo.com/slidesgo-school</a:t>
            </a:r>
            <a:endParaRPr sz="1000" u="sng">
              <a:solidFill>
                <a:srgbClr val="869FB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Google Shape;2111;p47"/>
          <p:cNvSpPr txBox="1">
            <a:spLocks noGrp="1"/>
          </p:cNvSpPr>
          <p:nvPr>
            <p:ph type="title" idx="4294967295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Instructions for use (premium users)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2" name="Google Shape;2112;p47"/>
          <p:cNvSpPr txBox="1">
            <a:spLocks noGrp="1"/>
          </p:cNvSpPr>
          <p:nvPr>
            <p:ph type="body" idx="4294967295"/>
          </p:nvPr>
        </p:nvSpPr>
        <p:spPr>
          <a:xfrm>
            <a:off x="1048350" y="690275"/>
            <a:ext cx="7047300" cy="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order to use this template, you must be a Premium user on </a:t>
            </a:r>
            <a:r>
              <a:rPr lang="en" sz="1000" b="1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" b="1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lidesgo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allowed to:</a:t>
            </a:r>
            <a:endParaRPr sz="1000" b="1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Modify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it for both personal and commercial purposes.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Hide or delete the “Thanks” slide and the mention to Slidesgo in the credits.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Share this template in an editable format with people who are not part of your team.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not allowed to:</a:t>
            </a:r>
            <a:endParaRPr sz="1000" b="1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Sublicense, sell or rent this Slidesgo Template (or a modified version of this Slidesgo Template).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Distribute this Slidesgo Template (or a modified version of this Slidesgo Template) or include it in a database or in any other product or service that offers downloadable images, icons or presentations that may be subject to distribution or resale.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any of the elements that are part of this Slidesgo Template in an isolated and separated way from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Register any of the elements that are part of this template as a trademark or logo, or register it as a work in an intellectual property registry or similar.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3" name="Google Shape;2113;p47"/>
          <p:cNvSpPr txBox="1">
            <a:spLocks noGrp="1"/>
          </p:cNvSpPr>
          <p:nvPr>
            <p:ph type="body" idx="4294967295"/>
          </p:nvPr>
        </p:nvSpPr>
        <p:spPr>
          <a:xfrm>
            <a:off x="1048350" y="4314290"/>
            <a:ext cx="7047300" cy="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more information about editing slides, please </a:t>
            </a:r>
            <a:r>
              <a:rPr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 </a:t>
            </a: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our FAQs or visit Slidesgo School: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https://slidesgo.com/faqs</a:t>
            </a:r>
            <a:r>
              <a:rPr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00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https://slidesgo.com/slidesgo-school</a:t>
            </a:r>
            <a:endParaRPr sz="1000" u="sng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p48"/>
          <p:cNvSpPr txBox="1">
            <a:spLocks noGrp="1"/>
          </p:cNvSpPr>
          <p:nvPr>
            <p:ph type="title" idx="4294967295"/>
          </p:nvPr>
        </p:nvSpPr>
        <p:spPr>
          <a:xfrm>
            <a:off x="1068100" y="533189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Infographics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9" name="Google Shape;2119;p48"/>
          <p:cNvSpPr txBox="1">
            <a:spLocks noGrp="1"/>
          </p:cNvSpPr>
          <p:nvPr>
            <p:ph type="body" idx="4294967295"/>
          </p:nvPr>
        </p:nvSpPr>
        <p:spPr>
          <a:xfrm>
            <a:off x="715075" y="1275800"/>
            <a:ext cx="7079400" cy="318300"/>
          </a:xfrm>
          <a:prstGeom prst="rect">
            <a:avLst/>
          </a:prstGeom>
          <a:solidFill>
            <a:srgbClr val="0E2A47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add and edit some </a:t>
            </a:r>
            <a:r>
              <a:rPr lang="en" b="1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infographics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to your presentation to present your data in a visual way.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0" name="Google Shape;2120;p48"/>
          <p:cNvSpPr txBox="1"/>
          <p:nvPr/>
        </p:nvSpPr>
        <p:spPr>
          <a:xfrm>
            <a:off x="715075" y="1640334"/>
            <a:ext cx="5571300" cy="29319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Choose your favourite infographic and insert it in your presentation using Ctrl C + Ctrl V or Cmd C + Cmd V in Mac.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Select one of the parts and </a:t>
            </a:r>
            <a:r>
              <a:rPr lang="en" sz="1100" b="1">
                <a:solidFill>
                  <a:srgbClr val="869FB2"/>
                </a:solidFill>
              </a:rPr>
              <a:t>ungroup</a:t>
            </a:r>
            <a:r>
              <a:rPr lang="en" sz="1100">
                <a:solidFill>
                  <a:srgbClr val="FFFFFF"/>
                </a:solidFill>
              </a:rPr>
              <a:t> it by right-clicking and choosing “Ungroup”. 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 b="1">
                <a:solidFill>
                  <a:srgbClr val="869FB2"/>
                </a:solidFill>
              </a:rPr>
              <a:t>Change the color</a:t>
            </a:r>
            <a:r>
              <a:rPr lang="en" sz="1100">
                <a:solidFill>
                  <a:srgbClr val="FFFFFF"/>
                </a:solidFill>
              </a:rPr>
              <a:t> by clicking on the paint bucket. 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Then </a:t>
            </a:r>
            <a:r>
              <a:rPr lang="en" sz="1100" b="1">
                <a:solidFill>
                  <a:srgbClr val="869FB2"/>
                </a:solidFill>
              </a:rPr>
              <a:t>resize</a:t>
            </a:r>
            <a:r>
              <a:rPr lang="en" sz="1100">
                <a:solidFill>
                  <a:srgbClr val="FFFFFF"/>
                </a:solidFill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 b="1">
                <a:solidFill>
                  <a:srgbClr val="869FB2"/>
                </a:solidFill>
              </a:rPr>
              <a:t>Group</a:t>
            </a:r>
            <a:r>
              <a:rPr lang="en" sz="1100">
                <a:solidFill>
                  <a:srgbClr val="FFFFFF"/>
                </a:solidFill>
              </a:rPr>
              <a:t> the elements again by selecting them, right-clicking and choosing “Group”.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Repeat the steps above with the other parts and when you’re done editing, copy the end result and paste it into your presentation.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Remember to choose the</a:t>
            </a:r>
            <a:r>
              <a:rPr lang="en" sz="1100">
                <a:solidFill>
                  <a:srgbClr val="78909C"/>
                </a:solidFill>
              </a:rPr>
              <a:t> </a:t>
            </a:r>
            <a:r>
              <a:rPr lang="en" sz="1100">
                <a:solidFill>
                  <a:srgbClr val="869FB2"/>
                </a:solidFill>
              </a:rPr>
              <a:t>“</a:t>
            </a:r>
            <a:r>
              <a:rPr lang="en" sz="1100" b="1">
                <a:solidFill>
                  <a:srgbClr val="869FB2"/>
                </a:solidFill>
              </a:rPr>
              <a:t>Keep source formatting</a:t>
            </a:r>
            <a:r>
              <a:rPr lang="en" sz="1100">
                <a:solidFill>
                  <a:srgbClr val="869FB2"/>
                </a:solidFill>
              </a:rPr>
              <a:t>”</a:t>
            </a:r>
            <a:r>
              <a:rPr lang="en" sz="1100">
                <a:solidFill>
                  <a:srgbClr val="FFFFFF"/>
                </a:solidFill>
              </a:rPr>
              <a:t> option so that it keeps the design. For more info, please visit </a:t>
            </a:r>
            <a:r>
              <a:rPr lang="en" sz="1100" b="1">
                <a:solidFill>
                  <a:srgbClr val="869FB2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 School</a:t>
            </a:r>
            <a:r>
              <a:rPr lang="en" sz="1100">
                <a:solidFill>
                  <a:srgbClr val="FFFFFF"/>
                </a:solidFill>
              </a:rPr>
              <a:t>.</a:t>
            </a:r>
            <a:endParaRPr sz="1100"/>
          </a:p>
        </p:txBody>
      </p:sp>
      <p:grpSp>
        <p:nvGrpSpPr>
          <p:cNvPr id="2121" name="Google Shape;2121;p48"/>
          <p:cNvGrpSpPr/>
          <p:nvPr/>
        </p:nvGrpSpPr>
        <p:grpSpPr>
          <a:xfrm>
            <a:off x="6874322" y="1724357"/>
            <a:ext cx="1446116" cy="2863897"/>
            <a:chOff x="6529419" y="1724307"/>
            <a:chExt cx="1480463" cy="2931917"/>
          </a:xfrm>
        </p:grpSpPr>
        <p:grpSp>
          <p:nvGrpSpPr>
            <p:cNvPr id="2122" name="Google Shape;2122;p48"/>
            <p:cNvGrpSpPr/>
            <p:nvPr/>
          </p:nvGrpSpPr>
          <p:grpSpPr>
            <a:xfrm>
              <a:off x="6556827" y="1724307"/>
              <a:ext cx="956596" cy="944294"/>
              <a:chOff x="3800349" y="1238762"/>
              <a:chExt cx="1098904" cy="1084772"/>
            </a:xfrm>
          </p:grpSpPr>
          <p:grpSp>
            <p:nvGrpSpPr>
              <p:cNvPr id="2123" name="Google Shape;2123;p48"/>
              <p:cNvGrpSpPr/>
              <p:nvPr/>
            </p:nvGrpSpPr>
            <p:grpSpPr>
              <a:xfrm>
                <a:off x="3800349" y="1238762"/>
                <a:ext cx="1098904" cy="1084772"/>
                <a:chOff x="3800349" y="1238762"/>
                <a:chExt cx="1098904" cy="1084772"/>
              </a:xfrm>
            </p:grpSpPr>
            <p:sp>
              <p:nvSpPr>
                <p:cNvPr id="2124" name="Google Shape;2124;p48"/>
                <p:cNvSpPr/>
                <p:nvPr/>
              </p:nvSpPr>
              <p:spPr>
                <a:xfrm>
                  <a:off x="3800349" y="1238762"/>
                  <a:ext cx="1098904" cy="10847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3" extrusionOk="0">
                      <a:moveTo>
                        <a:pt x="22825" y="1"/>
                      </a:moveTo>
                      <a:cubicBezTo>
                        <a:pt x="22054" y="1"/>
                        <a:pt x="21283" y="295"/>
                        <a:pt x="20693" y="885"/>
                      </a:cubicBezTo>
                      <a:lnTo>
                        <a:pt x="1179" y="20482"/>
                      </a:lnTo>
                      <a:cubicBezTo>
                        <a:pt x="0" y="21661"/>
                        <a:pt x="0" y="23566"/>
                        <a:pt x="1179" y="24733"/>
                      </a:cubicBezTo>
                      <a:lnTo>
                        <a:pt x="20777" y="44259"/>
                      </a:lnTo>
                      <a:cubicBezTo>
                        <a:pt x="21364" y="44841"/>
                        <a:pt x="22133" y="45133"/>
                        <a:pt x="22900" y="45133"/>
                      </a:cubicBezTo>
                      <a:cubicBezTo>
                        <a:pt x="23672" y="45133"/>
                        <a:pt x="24442" y="44838"/>
                        <a:pt x="25027" y="44247"/>
                      </a:cubicBezTo>
                      <a:lnTo>
                        <a:pt x="32873" y="36377"/>
                      </a:lnTo>
                      <a:cubicBezTo>
                        <a:pt x="33053" y="36197"/>
                        <a:pt x="33283" y="36110"/>
                        <a:pt x="33511" y="36110"/>
                      </a:cubicBezTo>
                      <a:cubicBezTo>
                        <a:pt x="33810" y="36110"/>
                        <a:pt x="34108" y="36260"/>
                        <a:pt x="34290" y="36544"/>
                      </a:cubicBezTo>
                      <a:cubicBezTo>
                        <a:pt x="34743" y="37246"/>
                        <a:pt x="35112" y="38020"/>
                        <a:pt x="35409" y="38806"/>
                      </a:cubicBezTo>
                      <a:cubicBezTo>
                        <a:pt x="35588" y="39294"/>
                        <a:pt x="35909" y="39735"/>
                        <a:pt x="36362" y="40080"/>
                      </a:cubicBezTo>
                      <a:cubicBezTo>
                        <a:pt x="36890" y="40489"/>
                        <a:pt x="37508" y="40695"/>
                        <a:pt x="38128" y="40695"/>
                      </a:cubicBezTo>
                      <a:cubicBezTo>
                        <a:pt x="38682" y="40695"/>
                        <a:pt x="39237" y="40530"/>
                        <a:pt x="39731" y="40199"/>
                      </a:cubicBezTo>
                      <a:cubicBezTo>
                        <a:pt x="41303" y="39127"/>
                        <a:pt x="41446" y="36984"/>
                        <a:pt x="40172" y="35710"/>
                      </a:cubicBezTo>
                      <a:cubicBezTo>
                        <a:pt x="39862" y="35401"/>
                        <a:pt x="39505" y="35186"/>
                        <a:pt x="39112" y="35044"/>
                      </a:cubicBezTo>
                      <a:cubicBezTo>
                        <a:pt x="38326" y="34758"/>
                        <a:pt x="37564" y="34401"/>
                        <a:pt x="36862" y="33948"/>
                      </a:cubicBezTo>
                      <a:cubicBezTo>
                        <a:pt x="36374" y="33639"/>
                        <a:pt x="36279" y="32960"/>
                        <a:pt x="36695" y="32543"/>
                      </a:cubicBezTo>
                      <a:lnTo>
                        <a:pt x="44553" y="24661"/>
                      </a:lnTo>
                      <a:cubicBezTo>
                        <a:pt x="45720" y="23483"/>
                        <a:pt x="45720" y="21578"/>
                        <a:pt x="44542" y="20399"/>
                      </a:cubicBezTo>
                      <a:lnTo>
                        <a:pt x="24956" y="885"/>
                      </a:lnTo>
                      <a:cubicBezTo>
                        <a:pt x="24366" y="295"/>
                        <a:pt x="23595" y="1"/>
                        <a:pt x="22825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5" name="Google Shape;2125;p48"/>
                <p:cNvSpPr/>
                <p:nvPr/>
              </p:nvSpPr>
              <p:spPr>
                <a:xfrm>
                  <a:off x="3884758" y="1311226"/>
                  <a:ext cx="287338" cy="28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3" extrusionOk="0">
                      <a:moveTo>
                        <a:pt x="5978" y="1"/>
                      </a:moveTo>
                      <a:cubicBezTo>
                        <a:pt x="2679" y="1"/>
                        <a:pt x="1" y="2668"/>
                        <a:pt x="1" y="5966"/>
                      </a:cubicBezTo>
                      <a:cubicBezTo>
                        <a:pt x="1" y="9276"/>
                        <a:pt x="2679" y="11943"/>
                        <a:pt x="5978" y="11943"/>
                      </a:cubicBezTo>
                      <a:cubicBezTo>
                        <a:pt x="9276" y="11943"/>
                        <a:pt x="11954" y="9276"/>
                        <a:pt x="11954" y="5966"/>
                      </a:cubicBezTo>
                      <a:cubicBezTo>
                        <a:pt x="11954" y="2668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126" name="Google Shape;2126;p48"/>
              <p:cNvSpPr/>
              <p:nvPr/>
            </p:nvSpPr>
            <p:spPr>
              <a:xfrm>
                <a:off x="4162525" y="1593650"/>
                <a:ext cx="374561" cy="374975"/>
              </a:xfrm>
              <a:custGeom>
                <a:avLst/>
                <a:gdLst/>
                <a:ahLst/>
                <a:cxnLst/>
                <a:rect l="l" t="t" r="r" b="b"/>
                <a:pathLst>
                  <a:path w="10860" h="10872" extrusionOk="0">
                    <a:moveTo>
                      <a:pt x="5430" y="1"/>
                    </a:moveTo>
                    <a:cubicBezTo>
                      <a:pt x="3990" y="1"/>
                      <a:pt x="2608" y="560"/>
                      <a:pt x="1596" y="1584"/>
                    </a:cubicBezTo>
                    <a:cubicBezTo>
                      <a:pt x="561" y="2620"/>
                      <a:pt x="1" y="3989"/>
                      <a:pt x="1" y="5430"/>
                    </a:cubicBezTo>
                    <a:cubicBezTo>
                      <a:pt x="1" y="6561"/>
                      <a:pt x="346" y="7645"/>
                      <a:pt x="1001" y="8573"/>
                    </a:cubicBezTo>
                    <a:cubicBezTo>
                      <a:pt x="1632" y="9466"/>
                      <a:pt x="2513" y="10145"/>
                      <a:pt x="3537" y="10538"/>
                    </a:cubicBezTo>
                    <a:cubicBezTo>
                      <a:pt x="3559" y="10544"/>
                      <a:pt x="3579" y="10547"/>
                      <a:pt x="3599" y="10547"/>
                    </a:cubicBezTo>
                    <a:cubicBezTo>
                      <a:pt x="3656" y="10547"/>
                      <a:pt x="3704" y="10522"/>
                      <a:pt x="3740" y="10478"/>
                    </a:cubicBezTo>
                    <a:cubicBezTo>
                      <a:pt x="3763" y="10443"/>
                      <a:pt x="3763" y="10395"/>
                      <a:pt x="3763" y="10371"/>
                    </a:cubicBezTo>
                    <a:lnTo>
                      <a:pt x="3763" y="7275"/>
                    </a:lnTo>
                    <a:cubicBezTo>
                      <a:pt x="3763" y="7180"/>
                      <a:pt x="3692" y="7097"/>
                      <a:pt x="3585" y="7097"/>
                    </a:cubicBezTo>
                    <a:lnTo>
                      <a:pt x="2156" y="7097"/>
                    </a:lnTo>
                    <a:lnTo>
                      <a:pt x="2156" y="5835"/>
                    </a:lnTo>
                    <a:lnTo>
                      <a:pt x="3585" y="5835"/>
                    </a:lnTo>
                    <a:cubicBezTo>
                      <a:pt x="3680" y="5835"/>
                      <a:pt x="3763" y="5751"/>
                      <a:pt x="3763" y="5656"/>
                    </a:cubicBezTo>
                    <a:lnTo>
                      <a:pt x="3763" y="5430"/>
                    </a:lnTo>
                    <a:cubicBezTo>
                      <a:pt x="3763" y="3942"/>
                      <a:pt x="5180" y="2632"/>
                      <a:pt x="6799" y="2632"/>
                    </a:cubicBezTo>
                    <a:lnTo>
                      <a:pt x="7550" y="2632"/>
                    </a:lnTo>
                    <a:lnTo>
                      <a:pt x="7550" y="3894"/>
                    </a:lnTo>
                    <a:lnTo>
                      <a:pt x="6799" y="3894"/>
                    </a:lnTo>
                    <a:cubicBezTo>
                      <a:pt x="6311" y="3894"/>
                      <a:pt x="5883" y="4025"/>
                      <a:pt x="5561" y="4287"/>
                    </a:cubicBezTo>
                    <a:cubicBezTo>
                      <a:pt x="5228" y="4561"/>
                      <a:pt x="5025" y="4966"/>
                      <a:pt x="5025" y="5430"/>
                    </a:cubicBezTo>
                    <a:lnTo>
                      <a:pt x="5025" y="5656"/>
                    </a:lnTo>
                    <a:cubicBezTo>
                      <a:pt x="5025" y="5740"/>
                      <a:pt x="5109" y="5835"/>
                      <a:pt x="5204" y="5835"/>
                    </a:cubicBezTo>
                    <a:lnTo>
                      <a:pt x="5883" y="5835"/>
                    </a:lnTo>
                    <a:cubicBezTo>
                      <a:pt x="5966" y="5835"/>
                      <a:pt x="6061" y="5751"/>
                      <a:pt x="6061" y="5656"/>
                    </a:cubicBezTo>
                    <a:cubicBezTo>
                      <a:pt x="6061" y="5561"/>
                      <a:pt x="5978" y="5478"/>
                      <a:pt x="5883" y="5478"/>
                    </a:cubicBezTo>
                    <a:lnTo>
                      <a:pt x="5371" y="5478"/>
                    </a:lnTo>
                    <a:lnTo>
                      <a:pt x="5371" y="5418"/>
                    </a:lnTo>
                    <a:cubicBezTo>
                      <a:pt x="5371" y="4525"/>
                      <a:pt x="6145" y="4204"/>
                      <a:pt x="6799" y="4204"/>
                    </a:cubicBezTo>
                    <a:lnTo>
                      <a:pt x="7704" y="4204"/>
                    </a:lnTo>
                    <a:cubicBezTo>
                      <a:pt x="7800" y="4204"/>
                      <a:pt x="7883" y="4132"/>
                      <a:pt x="7883" y="4025"/>
                    </a:cubicBezTo>
                    <a:lnTo>
                      <a:pt x="7883" y="2418"/>
                    </a:lnTo>
                    <a:cubicBezTo>
                      <a:pt x="7883" y="2334"/>
                      <a:pt x="7811" y="2239"/>
                      <a:pt x="7704" y="2239"/>
                    </a:cubicBezTo>
                    <a:lnTo>
                      <a:pt x="6799" y="2239"/>
                    </a:lnTo>
                    <a:cubicBezTo>
                      <a:pt x="5966" y="2239"/>
                      <a:pt x="5121" y="2572"/>
                      <a:pt x="4466" y="3156"/>
                    </a:cubicBezTo>
                    <a:cubicBezTo>
                      <a:pt x="3799" y="3763"/>
                      <a:pt x="3418" y="4549"/>
                      <a:pt x="3418" y="5382"/>
                    </a:cubicBezTo>
                    <a:lnTo>
                      <a:pt x="3418" y="5442"/>
                    </a:lnTo>
                    <a:lnTo>
                      <a:pt x="1989" y="5442"/>
                    </a:lnTo>
                    <a:cubicBezTo>
                      <a:pt x="1906" y="5442"/>
                      <a:pt x="1811" y="5513"/>
                      <a:pt x="1811" y="5620"/>
                    </a:cubicBezTo>
                    <a:lnTo>
                      <a:pt x="1811" y="7228"/>
                    </a:lnTo>
                    <a:cubicBezTo>
                      <a:pt x="1811" y="7323"/>
                      <a:pt x="1894" y="7406"/>
                      <a:pt x="1989" y="7406"/>
                    </a:cubicBezTo>
                    <a:lnTo>
                      <a:pt x="3418" y="7406"/>
                    </a:lnTo>
                    <a:lnTo>
                      <a:pt x="3418" y="10085"/>
                    </a:lnTo>
                    <a:cubicBezTo>
                      <a:pt x="1561" y="9300"/>
                      <a:pt x="346" y="7442"/>
                      <a:pt x="346" y="5418"/>
                    </a:cubicBezTo>
                    <a:cubicBezTo>
                      <a:pt x="346" y="2596"/>
                      <a:pt x="2620" y="322"/>
                      <a:pt x="5430" y="322"/>
                    </a:cubicBezTo>
                    <a:cubicBezTo>
                      <a:pt x="8228" y="322"/>
                      <a:pt x="10526" y="2620"/>
                      <a:pt x="10526" y="5418"/>
                    </a:cubicBezTo>
                    <a:cubicBezTo>
                      <a:pt x="10526" y="8228"/>
                      <a:pt x="8240" y="10502"/>
                      <a:pt x="5430" y="10502"/>
                    </a:cubicBezTo>
                    <a:lnTo>
                      <a:pt x="5371" y="10502"/>
                    </a:lnTo>
                    <a:lnTo>
                      <a:pt x="5371" y="7418"/>
                    </a:lnTo>
                    <a:lnTo>
                      <a:pt x="7728" y="7418"/>
                    </a:lnTo>
                    <a:cubicBezTo>
                      <a:pt x="7811" y="7418"/>
                      <a:pt x="7907" y="7347"/>
                      <a:pt x="7907" y="7240"/>
                    </a:cubicBezTo>
                    <a:lnTo>
                      <a:pt x="7907" y="5656"/>
                    </a:lnTo>
                    <a:cubicBezTo>
                      <a:pt x="7907" y="5561"/>
                      <a:pt x="7823" y="5478"/>
                      <a:pt x="7728" y="5478"/>
                    </a:cubicBezTo>
                    <a:lnTo>
                      <a:pt x="6728" y="5478"/>
                    </a:lnTo>
                    <a:cubicBezTo>
                      <a:pt x="6633" y="5478"/>
                      <a:pt x="6549" y="5549"/>
                      <a:pt x="6549" y="5656"/>
                    </a:cubicBezTo>
                    <a:cubicBezTo>
                      <a:pt x="6549" y="5740"/>
                      <a:pt x="6621" y="5835"/>
                      <a:pt x="6728" y="5835"/>
                    </a:cubicBezTo>
                    <a:lnTo>
                      <a:pt x="7561" y="5835"/>
                    </a:lnTo>
                    <a:lnTo>
                      <a:pt x="7561" y="7097"/>
                    </a:lnTo>
                    <a:lnTo>
                      <a:pt x="5204" y="7097"/>
                    </a:lnTo>
                    <a:cubicBezTo>
                      <a:pt x="5121" y="7097"/>
                      <a:pt x="5025" y="7168"/>
                      <a:pt x="5025" y="7275"/>
                    </a:cubicBezTo>
                    <a:lnTo>
                      <a:pt x="5025" y="10693"/>
                    </a:lnTo>
                    <a:cubicBezTo>
                      <a:pt x="5025" y="10788"/>
                      <a:pt x="5109" y="10859"/>
                      <a:pt x="5192" y="10871"/>
                    </a:cubicBezTo>
                    <a:lnTo>
                      <a:pt x="5430" y="10871"/>
                    </a:lnTo>
                    <a:cubicBezTo>
                      <a:pt x="6871" y="10871"/>
                      <a:pt x="8240" y="10312"/>
                      <a:pt x="9276" y="9288"/>
                    </a:cubicBezTo>
                    <a:cubicBezTo>
                      <a:pt x="10300" y="8252"/>
                      <a:pt x="10859" y="6883"/>
                      <a:pt x="10859" y="5442"/>
                    </a:cubicBezTo>
                    <a:cubicBezTo>
                      <a:pt x="10859" y="3989"/>
                      <a:pt x="10300" y="2620"/>
                      <a:pt x="9276" y="1584"/>
                    </a:cubicBezTo>
                    <a:cubicBezTo>
                      <a:pt x="8240" y="560"/>
                      <a:pt x="6871" y="1"/>
                      <a:pt x="54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27" name="Google Shape;2127;p48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2128" name="Google Shape;2128;p48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2129" name="Google Shape;2129;p48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0" name="Google Shape;2130;p48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31" name="Google Shape;2131;p48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2132" name="Google Shape;2132;p48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3" name="Google Shape;2133;p48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4" h="6764" extrusionOk="0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4" name="Google Shape;2134;p48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7" h="3542" extrusionOk="0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5" name="Google Shape;2135;p48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" h="918" extrusionOk="0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136" name="Google Shape;2136;p48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2137" name="Google Shape;2137;p48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2138" name="Google Shape;2138;p48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9" name="Google Shape;2139;p48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3" h="11955" extrusionOk="0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40" name="Google Shape;2140;p48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2141" name="Google Shape;2141;p48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2" name="Google Shape;2142;p48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3787" extrusionOk="0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3" name="Google Shape;2143;p48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8" h="1728" extrusionOk="0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4" name="Google Shape;2144;p48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6" h="3787" extrusionOk="0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145" name="Google Shape;2145;p48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2146" name="Google Shape;2146;p48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2147" name="Google Shape;2147;p48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8" name="Google Shape;2148;p48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49" name="Google Shape;2149;p48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2150" name="Google Shape;2150;p48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1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1" name="Google Shape;2151;p48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4" h="5835" extrusionOk="0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152" name="Google Shape;2152;p48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2153" name="Google Shape;2153;p48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2154" name="Google Shape;2154;p48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5" name="Google Shape;2155;p48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2" extrusionOk="0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56" name="Google Shape;2156;p48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2157" name="Google Shape;2157;p48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29" h="11216" extrusionOk="0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8" name="Google Shape;2158;p48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5" h="1022" extrusionOk="0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9" name="Google Shape;2159;p48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9" h="8860" extrusionOk="0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0" name="Google Shape;2160;p48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1" name="Google Shape;2161;p48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A5B61"/>
      </a:accent1>
      <a:accent2>
        <a:srgbClr val="A7F2F8"/>
      </a:accent2>
      <a:accent3>
        <a:srgbClr val="54D6E2"/>
      </a:accent3>
      <a:accent4>
        <a:srgbClr val="46717F"/>
      </a:accent4>
      <a:accent5>
        <a:srgbClr val="67BAF5"/>
      </a:accent5>
      <a:accent6>
        <a:srgbClr val="66D5D8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2474</Words>
  <Application>Microsoft Office PowerPoint</Application>
  <PresentationFormat>On-screen Show (16:9)</PresentationFormat>
  <Paragraphs>437</Paragraphs>
  <Slides>37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9" baseType="lpstr">
      <vt:lpstr>Fira Sans Extra Condensed</vt:lpstr>
      <vt:lpstr>Proxima Nova</vt:lpstr>
      <vt:lpstr>Fira Sans Extra Condensed Medium</vt:lpstr>
      <vt:lpstr>Roboto</vt:lpstr>
      <vt:lpstr>Roboto Light</vt:lpstr>
      <vt:lpstr>Arial</vt:lpstr>
      <vt:lpstr>Fira Sans Extra Condensed SemiBold</vt:lpstr>
      <vt:lpstr>Proxima Nova Semibold</vt:lpstr>
      <vt:lpstr>Roboto Black</vt:lpstr>
      <vt:lpstr>Roboto Medium</vt:lpstr>
      <vt:lpstr>Simple Light</vt:lpstr>
      <vt:lpstr>Slidesgo Final Pages</vt:lpstr>
      <vt:lpstr>Selfie Dental Assistant</vt:lpstr>
      <vt:lpstr>Why Oral Health Matters</vt:lpstr>
      <vt:lpstr>Barriers delaying Dental Care</vt:lpstr>
      <vt:lpstr>Most Affected Populations</vt:lpstr>
      <vt:lpstr>Stakeholder Insight &amp; Need Statement</vt:lpstr>
      <vt:lpstr>Proposed Solution</vt:lpstr>
      <vt:lpstr>High Level Software Architecture </vt:lpstr>
      <vt:lpstr>Internal Software Architecture </vt:lpstr>
      <vt:lpstr>VIDEO DEMO</vt:lpstr>
      <vt:lpstr>Winter Term Development Plan</vt:lpstr>
      <vt:lpstr>Dental Infographics</vt:lpstr>
      <vt:lpstr>Dental Infographics</vt:lpstr>
      <vt:lpstr>Dental Infographics</vt:lpstr>
      <vt:lpstr>Dental Infographics</vt:lpstr>
      <vt:lpstr>Dental Infographics</vt:lpstr>
      <vt:lpstr>Dental Infographics</vt:lpstr>
      <vt:lpstr>PowerPoint Presentation</vt:lpstr>
      <vt:lpstr>Dental Infographics</vt:lpstr>
      <vt:lpstr>Dental Infographics</vt:lpstr>
      <vt:lpstr>Dental Infographics</vt:lpstr>
      <vt:lpstr>Dental Infographics</vt:lpstr>
      <vt:lpstr>Dental Infographics</vt:lpstr>
      <vt:lpstr>Dental Infographics</vt:lpstr>
      <vt:lpstr>Dental Infographics</vt:lpstr>
      <vt:lpstr>Dental Infographics</vt:lpstr>
      <vt:lpstr>Dental Infographics</vt:lpstr>
      <vt:lpstr>Dental Infographics</vt:lpstr>
      <vt:lpstr>Dental Infographics</vt:lpstr>
      <vt:lpstr>Dental Infographics</vt:lpstr>
      <vt:lpstr>Dental Infographics</vt:lpstr>
      <vt:lpstr>Dental Infographics</vt:lpstr>
      <vt:lpstr>Dental Infographics</vt:lpstr>
      <vt:lpstr>Dental Infographics </vt:lpstr>
      <vt:lpstr>Dental Infographics</vt:lpstr>
      <vt:lpstr>Instructions for use (free users)</vt:lpstr>
      <vt:lpstr>Instructions for use (premium users)</vt:lpstr>
      <vt:lpstr>Infographics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Ruidi Liu</cp:lastModifiedBy>
  <cp:revision>7</cp:revision>
  <dcterms:modified xsi:type="dcterms:W3CDTF">2025-12-03T05:19:14Z</dcterms:modified>
</cp:coreProperties>
</file>